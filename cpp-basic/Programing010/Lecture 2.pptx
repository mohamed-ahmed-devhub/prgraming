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notesSlides/notesSlide1.xml" ContentType="application/vnd.openxmlformats-officedocument.presentationml.notesSlide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348" r:id="rId2"/>
    <p:sldId id="350" r:id="rId3"/>
    <p:sldId id="263" r:id="rId4"/>
    <p:sldId id="351" r:id="rId5"/>
    <p:sldId id="352" r:id="rId6"/>
    <p:sldId id="353" r:id="rId7"/>
    <p:sldId id="354" r:id="rId8"/>
    <p:sldId id="257" r:id="rId9"/>
    <p:sldId id="258" r:id="rId10"/>
    <p:sldId id="355" r:id="rId11"/>
    <p:sldId id="356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357" r:id="rId20"/>
    <p:sldId id="358" r:id="rId21"/>
    <p:sldId id="359" r:id="rId22"/>
    <p:sldId id="360" r:id="rId23"/>
    <p:sldId id="362" r:id="rId24"/>
    <p:sldId id="363" r:id="rId25"/>
    <p:sldId id="361" r:id="rId26"/>
    <p:sldId id="364" r:id="rId27"/>
    <p:sldId id="365" r:id="rId28"/>
    <p:sldId id="366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74" r:id="rId37"/>
    <p:sldId id="375" r:id="rId38"/>
    <p:sldId id="376" r:id="rId39"/>
    <p:sldId id="377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6:28.6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1 148,'628'0,"-599"-3,0 0,0-2,-1-1,1-2,-2 0,39-17,-33 11,2 2,0 2,49-9,63 8,4 0,-28 1,179 8,-147 4,2606-2,-2744-1,0 2,1-1,-1 2,0 0,0 2,0-1,0 2,28 12,65 36,-63-32,74 46,-100-55,0 0,1-1,1-2,0 0,0-1,0-1,1-2,0 0,25 1,34 0,109-8,-73-1,-73 3,-3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6:47.4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0 136,'559'0,"-536"-2,-1 0,1-2,-1 0,34-12,-29 8,-1 1,50-6,189 10,-160 4,-85-2,0-1,0-1,0-1,37-13,-31 9,46-8,37-4,-80 13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6:50.3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0 261,'43'-1,"-1"2,1 2,-1 1,43 11,-27-2,1-2,108 4,122-16,-115-2,-88 5,-24-1,66-5,-94-2,50-14,-48 11,41-6,-48 11,1-1,-1 0,0-3,0 0,0-2,43-21,-52 21,1 1,-1 2,1 0,1 1,-1 1,1 1,0 1,0 1,44 1,8 2,-45 1,-1-1,1-1,0-2,0-1,-1-1,35-11,-33 6,0 1,0 2,1 1,51-3,-53 5,0-1,-1-2,1 0,31-13,43-10,-65 22,0 2,0 1,0 2,0 2,1 1,-1 2,69 15,-82-11,33 14,-39-13,0-1,0-1,30 5,99 14,-119-21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6:53.1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0 462,'141'1,"152"-3,-267-1,0-1,-1-1,27-9,22-5,-54 14,0-1,27-13,-27 11,1 0,24-5,59-17,-76 20,1 2,0 1,54-7,67 1,75-3,-196 13,1-1,-1-1,0-2,0-1,53-22,-48 16,0 3,1 0,52-8,-3 8,157-11,-219 22,-1 0,1-1,0-2,-1 0,41-12,-28 5,0 1,1 2,-1 2,46-2,144 8,-96 2,-46-2,-19 1,70-7,-112 2,-1-2,40-14,-38 12,43-10,-30 12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6:59.8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564 91,'60'-1,"-33"-1,1 1,0 2,0 1,-1 1,1 1,39 12,-30-5,1-2,1-1,51 3,-48-7,1 2,62 17,78 24,-108-22,-53-17,0-1,1 0,28 3,131-2,1-1,-32 6,156-8,-252-6,-25 3,-1 1,0 1,49 14,39 7,-2-17,159-8,-109-3,-63 4,112-2,-103-13,11 0,-56 13,-41 2,-1-1,1-1,-1-2,0 0,47-13,-40 6,0 2,0 1,1 2,47-3,132 9,-100 1,1604-1,-883-2,-787-1,59-10,23-2,-110 15,26-2,-42 1,1 0,0 0,-1 0,1 0,0 0,-1-1,1 1,-1-1,1 1,-1-1,1 0,-1 0,1 1,-1-1,0 0,1 0,-1 0,1-2,-1 1,-1 1,-1-1,1 0,0 0,0 1,-1-1,1 0,-1 1,1-1,-1 0,0 1,0-1,1 1,-1-1,0 1,0-1,-1 1,-1-2,1 0,-9-8,-1 0,-1 0,0 1,0 1,-1 0,0 1,-26-12,-2-1,-3-4,-57-21,81 38,0 1,-1 1,0 1,-1 1,-26-1,-275 4,140 5,103-5,17-1,0 3,-79 12,29-2,27-3,65-4,1 2,-31 10,31-9,0 0,-33 4,-41-3,-165-7,111-4,-867 3,995 1,1 1,0 2,0 0,-35 12,28-8,-45 8,-78 3,-201-2,-339-18,643-2,-56-9,-25-1,87 11,17 2,0 0,0-2,0-1,0-2,-28-7,13 2,1 1,-1 2,0 2,-1 2,-55 2,1-1,-23-10,0-1,-16 13,72 2,-66-7,107 2,0-2,0 0,-19-8,18 6,0 1,-29-6,-35 5,-158 6,114 3,-654-2,746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05.55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1,'5'0,"1"0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07.4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10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0 264,'765'0,"-569"14,-16 1,-146-14,300-4,-99-22,-201 22,0-3,48-13,8-2,-59 14,46-18,-52 16,1 1,49-9,16 10,140 8,-95 2,557-3,-647-2,57-11,24 0,-88 11,-15 3,-1-2,0-1,0-1,0-1,33-10,-26 5,0 1,1 1,-1 2,43-2,126 6,-111 3,-56-4,0-1,-1-2,52-13,-45 8,71-8,295 14,-209 7,544-3,-709 2,1 1,-1 2,45 12,47 8,61-17,16 2,-29 4,225-9,-220-7,-155 4,0 0,0 1,0 1,36 13,-30-9,46 8,22-8,168-7,-114-4,-130 3,6-1,-1 1,1 1,0 1,-1 1,0 1,30 9,-22-3,-1-2,2-1,-1-2,49 3,131-8,-100-3,3536 1,-1849 4,-1154-2,-605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14.5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33,'746'0,"-722"1,-1 2,1 1,-1 1,33 10,-29-7,1-1,46 6,301-9,-196-7,282 3,-432-2,0-1,0-1,48-14,40-7,18 18,-85 7,63-11,1-1,1 5,127 8,-88 1,-67-1,124 15,-101-5,205-8,-159-5,466 2,-588 2,0 1,-1 2,45 13,-36-8,70 8,-37-13,97 9,-81-6,119-4,-161-5,-8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18.89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3,'528'0,"-505"2,0 0,0 2,0 1,33 10,-29-7,0-1,49 6,298-9,-194-7,1667 4,-1823-3,0-1,-1 0,0-2,33-11,-29 8,1 1,46-6,299 10,-196 5,1250-2,-1414 0,-1 1,0 0,0 0,0 1,0 1,0 0,-1 1,1 0,-1 1,0 0,0 0,0 1,-1 1,0 0,0 0,10 11,-11-9,1-2,0 1,0-2,1 1,-1-1,2-1,-1 0,0 0,20 4,6 0,68 6,-74-11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20.4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2546 176,'-93'1,"-10"0,-126-14,-100-6,305 18,1-2,0 0,0-2,-34-11,30 8,-1 1,-45-6,-95 11,113 3,0-2,-63-9,41 0,-140 1,196 8,0-1,0-2,1 0,-34-11,26 6,-43-6,-24 7,-166 7,113 4,104-3,5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22.2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1051 2119,'6'-7,"-1"-1,1 0,-1 0,-1 0,0 0,0-1,0 0,-1 0,0 0,2-18,12-32,-4 25,-2-1,-2-1,9-59,-11 46,14-181,-22-94,3 303,0 1,1 0,1 0,12-36,-7 29,7-44,-9-16,-6-156,-3 115,2-285,-1 411,1 0,0 0,0 0,0 0,0 0,1 0,-1 0,0 0,1 1,-1-1,1 0,0 0,0 0,0 0,0 1,0-1,0 0,0 1,2-3,-1 3,-1 1,0 0,1 0,-1 0,1 0,-1 0,0 0,1 0,-1 0,0 1,1-1,-1 0,0 1,0-1,1 1,-1 0,0-1,0 1,0 0,0 0,0-1,0 1,0 0,0 0,0 0,0 0,0 1,0-1,0 1,41 47,-2 2,-3 1,-2 2,32 66,-57-104,0-1,1 0,1-1,0 0,1-1,0 0,1-1,19 12,-8-5,35 37,125 178,-162-204,8 7,2-1,61 52,-82-77,0-1,0-1,1 0,0 0,0-1,1-1,0 0,0-1,28 8,-17-8,1-2,0 0,0-2,38-1,13-2,123-7,-150-1,-47 9,0-1,0 0,0 0,0 0,-1 0,1-1,0 1,-1 0,1-1,-1 0,0 0,1 0,-1 0,3-3,-5 5,0-1,0 1,0 0,0 0,0-1,0 1,1 0,-1-1,0 1,0 0,0-1,0 1,0 0,0-1,-1 1,1 0,0 0,0-1,0 1,0 0,0-1,0 1,0 0,-1 0,1-1,0 1,0 0,0 0,-1-1,1 1,0 0,0 0,0 0,-1-1,1 1,-1 0,-15-6,-18 1,33 5,-352-4,184 7,148-3,-154 6,154-3,0 1,0 0,1 1,-1 2,1 0,-23 12,7-2,-42 16,68-29,0 1,0 0,1 0,-1 2,-10 8,12-8,0-1,-1 0,1-1,-1 0,0 0,-13 4,2-4,0-1,-29 2,-28 6,20 3,1 3,0 2,1 2,2 3,-84 52,20-12,31-18,22-6,44-26,-2-1,0-1,-37 16,38-20,0 1,-29 19,0 0,40-24,-1-1,0 0,0 0,0-1,-12 1,-39 12,-115 52,169-64,-2 0,1-1,0 0,-1 0,1-1,-19 2,25-4,0 0,0 0,0-1,0 1,0-1,0 1,0-1,1 0,-1 0,0 0,0 0,1-1,-1 1,1-1,-1 1,1-1,0 0,0 0,0 0,0 0,0-1,0 1,0-1,1 1,-1-1,-1-4,-2-5,1 0,1-1,0 1,1-1,0 0,0-20,2 9,0 0,8-40,-5 51,0 0,1 1,1-1,0 1,1-1,0 1,0 1,2 0,8-12,12-10,47-44,-30 33,100-101,-131 133,0 0,18-11,-16 13,-1-1,15-14,183-171,-199 185,0 0,1 1,0 1,19-8,-15 7,1-1,17-14,4-4,-20 14,-1 0,0-1,35-38,-47 44,1 0,0 1,1 0,0 1,1 0,0 0,0 1,0 0,1 1,15-6,-15 7,-1-1,-1-1,1 0,-1 0,0-1,11-12,15-11,-26 22,0 0,16-21,16-14,49-44,-72 70,24-29,-11 11,-14 16,0 0,0 1,1 1,27-20,-44 37,-1 0,0 0,1 0,-1 0,1 0,-1 1,1-1,0 1,-1-1,1 1,0-1,-1 1,1 0,0-1,-1 1,1 0,3 1,-4-1,0 1,0-1,0 1,0 0,0-1,0 1,0 0,0-1,0 1,0 0,-1 0,1 0,0 0,-1 0,1 0,0 0,-1 0,1 0,-1 2,3 6,-1 0,-1 0,0 0,0 0,-1 11,0-14,-3 364,0-82,4-204,-3 110,0-179,-1 0,0 0,-1-1,-1 1,0-1,-14 26,11-23,0 0,1 1,1-1,-4 21,2 24,7-46,0 0,-2-1,0 1,0-1,-9 23,-142 308,140-319,-19 29,-5 9,35-58,-1-1,0 0,0 0,0 0,-1 0,0 0,0-1,0 0,-1 0,-11 7,13-9,-1-1,0 0,0 0,0 0,0 0,0-1,-1 0,1 0,0-1,0 1,-1-1,1 0,0 0,-1-1,-6-1,-27-8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8:58:26.01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379 1317 9830,'1'3'107,"1"1"-1,-1-1 1,1 0-1,0 1 1,0-1-1,0 0 1,0 0-1,1-1 1,-1 1-1,1 0 1,-1-1-1,1 0 1,0 1-1,3 1 1,5 5 207,-2-2-158,1 0 1,-1 0 0,2-1 0,-1 0 0,1-1-1,0 0 1,0-1 0,0 0 0,1-1 0,-1 0-1,1-1 1,0 0 0,-1 0 0,18-1 0,-22-1-119,1 0 1,-1-1 0,0 1 0,0-1 0,1 0-1,-1-1 1,0 0 0,0 0 0,-1-1 0,1 0 0,0 0-1,-1 0 1,0-1 0,1 0 0,-1 0 0,-1 0 0,1-1-1,-1 0 1,0 0 0,0-1 0,0 1 0,-1-1-1,0 0 1,6-10 0,4-13-179,-2 1 0,0-2 0,-2 0 0,-2 0 0,0 0 0,-2-1 0,2-42 0,-7-350-1164,-4 184 536,3 227 718,0-1 1,-1 1-1,-1 0 1,0 0 0,0 1-1,-1-1 1,-1 0-1,0 1 1,-1 0 0,0 0-1,0 0 1,-1 1 0,-1-1-1,0 1 1,0 1-1,-1 0 1,0 0 0,-1 0-1,1 1 1,-16-11 0,8 7 230,0 1 1,-1 1 0,0 0 0,0 1-1,-1 1 1,0 1 0,0 0 0,-1 1-1,0 1 1,0 1 0,0 1 0,0 1 0,-40-1-1,44 3 22,-1 1-1,0 0 1,-28 7 0,37-7-99,1 1 1,-1 1 0,1-1 0,0 1 0,0 0 0,0 0-1,0 1 1,1 0 0,-1 0 0,1 0 0,-9 10-1,-22 31 752,3 2-1,1 1 1,-30 60-1,-1 34 776,56-125-1388,0 1 0,2 0 1,0 0-1,1 1 0,1-1 0,-2 27 0,6 118 1210,1-93-830,-2-45-468,5 82 873,-4-94-923,1 0 1,1-1-1,0 1 1,1-1-1,0 0 0,8 15 1,5 7-95,-9-15-10,2-1 1,19 29-1,-25-42-1,0 0 0,0 0 0,0-1 0,1 0 0,0 0 0,0 0 0,0 0 0,0-1 0,0 1 0,1-1 0,0-1 0,-1 1 0,9 1 0,13 2 0,1-1 0,0-2 0,0-1 0,0-1 0,0-2 0,0-1 0,38-6 0,-58 6-18,1 0 1,-1 0 0,0-1 0,0 0 0,0 0 0,0-1-1,-1 0 1,1 0 0,-1 0 0,0-1 0,0-1-1,-1 1 1,8-9 0,-1-1-262,-2 0-1,0-1 1,0-1 0,13-29 0,32-67-1288,-43 85 843,31-50 1,-20 38 239,-5 8 493,-9 17-165,-1-1 0,0 0 0,-1 0 0,-1-1 0,0 0 0,6-29 1,1-39-477,-9 46 192,2 0-1,20-61 1,-19 75 234,-1 0 1,0 0-1,-2-1 1,-1 1-1,-2-1 1,0 0-1,-1 0 1,-2 0-1,-1 0 1,-7-39-1,4 29-133,5 29 319,0-1-1,-1 1 1,0-1-1,-1 1 1,0-1-1,0 1 1,0 0 0,-1 0-1,0 0 1,-6-10-1,9 17 36,-1 0 1,1 0-1,-1 0 0,1 0 0,-1 0 0,1 0 1,0 0-1,-1 0 0,1 0 0,-1 1 1,1-1-1,-1 0 0,1 0 0,0 0 1,-1 1-1,1-1 0,0 0 0,-1 1 1,1-1-1,0 0 0,-1 0 0,1 1 0,0-1 1,-1 1-1,1-1 0,0 0 0,0 1 1,0-1-1,-1 1 0,1-1 0,0 0 1,0 1-1,0 0 0,-12 22 296,8-15-195,-8 17 175,1 2 1,2 0-1,0 0 0,-6 38 0,-3 8 300,-41 127 790,8-12 387,-7 11-413,18-12 26,17-90-542,13-59-421,-8 56-1,15-72-368,2-1 0,0 1 1,1 0-1,1-1 0,1 1 1,1-1-1,1 0 0,13 41 1,-17-61-51,0 0 0,0 0 1,1 0-1,-1 0 0,0 0 1,1 0-1,-1 0 1,1 0-1,-1-1 0,1 1 1,0 0-1,-1 0 0,1-1 1,0 1-1,-1 0 1,1-1-1,0 1 0,0-1 1,0 1-1,0 0 0,0-1-12,-1-1-1,1 1 1,0 0-1,-1 0 0,0-1 1,1 1-1,-1 0 1,1-1-1,-1 1 0,1 0 1,-1-1-1,0 1 1,1-1-1,-1 1 1,0-1-1,1 1 0,-1-1 1,0 1-1,0-1 1,1 1-1,-1-1 0,0 1 1,0-1-1,0 0 1,8-41-681,-5-67-294,-4 81 637,1-1 0,2 1 0,1 0 0,0 0-1,12-39 1,-4 27-173,-2-1 0,-2 1 0,-2-2 0,-1 1 0,-4-74-1,-2 217 1425,0 59-234,3-131-491,2 0 0,0 0 0,12 42 0,-13-64-99,1-1 1,0 1-1,0 0 1,0-1-1,1 0 1,7 11-1,-10-17-75,0 0 0,0 0 0,0 0-1,0 0 1,0 0 0,0 0-1,0 0 1,0 0 0,0 0-1,0-1 1,1 1 0,-1 0 0,0-1-1,0 1 1,1-1 0,-1 1-1,0-1 1,1 0 0,-1 1-1,1-1 1,-1 0 0,0 0 0,1 0-1,-1 0 1,1 0 0,-1 0-1,0-1 1,1 1 0,-1 0 0,0-1-1,1 1 1,-1-1 0,0 1-1,1-1 1,-1 0 0,0 0-1,0 1 1,0-1 0,0 0 0,0 0-1,0 0 1,0 0 0,0 0-1,0 0 1,0-1 0,1-1 0,14-22-207,-3-2 172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31.0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1 379,'523'0,"-505"-1,-1-1,1-1,-1-1,0 0,0-1,-1-1,22-10,-9 4,35-10,-32 12,-1-2,-1-1,51-30,-60 32,1 1,0 0,37-10,-33 13,44-21,-37 13,2 2,0 1,0 2,1 1,0 2,1 1,42 0,-55 3,-1 0,0-2,35-12,-31 9,50-9,20 9,151 8,-116 3,560-3,-664 1,0 2,-1 0,1 2,-1 1,1 1,37 16,-37-14,2-1,-1-2,48 5,-14-3,-42-4,-1 1,21 8,29 7,154 22,-199-36,1 2,-1 1,37 20,-37-18,-1 0,2-1,35 9,-14-12,70 3,-80-9,0 2,0 1,69 19,75 24,-108-22,4 0,-44-18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32.4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1,'4274'0,"-4236"0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8:39.6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32,'8'0,"-1"2,1-1,-1 1,0 0,1 1,-1-1,0 2,8 4,38 13,-1-12,0-3,0-2,1-3,53-5,-9 2,854 1,-516 1,-388-2,60-11,30-1,581 11,-370 5,204-2,-518-2,0-1,-1-2,46-13,-39 8,70-8,265 14,-195 7,2240-3,-2226 15,-15-1,376-14,-523 1,0 3,-1 1,52 14,-46-10,76 10,275-15,-211-7,2353 3,-2496 2,-1 2,0 1,46 13,-39-8,70 7,-65-11,72 17,-74-13,80 9,281-16,-206-5,-116 1,-21-1,0 3,82 12,-77-4,119 1,-156-8,1 1,-1 1,44 14,-35-9,44 6,11-9,-66-5,1 0,-1 2,1 1,38 11,-38-7,0-1,1-1,42 3,86-5,-38-3,-3 12,2 0,123-11,-160-3,-62 3,1 0,-1 1,1 1,-1 0,20 9,-13-5,46 9,-17-12,82-2,-86-4,100 11,-32 3,0-5,140-9,-91-2,475 3,-603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9:50.0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9:52.25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88,'54'0,"-25"-2,0 2,0 1,0 1,1 1,-2 2,33 9,-11 3,1-3,1-2,55 6,-83-15,0 2,43 15,-43-12,2 0,33 4,26-5,130-7,-102-2,-88 0,0-1,-1-1,0-1,35-13,19-3,-30 10,2 2,78-5,-94 11,-1-1,61-17,31-3,-32 18,-68 6,0-1,0-1,-1-1,0-2,30-8,-24 4,1 1,0 1,1 2,46-3,131 9,-96 2,1590-3,-1657-2,58-10,24-2,-1 11,207 23,-248-14,-59-5,0 1,0 1,0 2,45 13,78 25,-114-31,1-1,0-2,0-2,73 5,159-11,-131-4,30 1,218 5,-273 10,6 1,-77-13,-7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9:58.0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0,'2998'0,"-2976"2,0 1,0 1,0 1,-1 0,1 2,-1 1,31 15,-27-11,1-1,0-2,1 0,38 6,-9-10,98-5,-103-2,-1 2,86 11,-44 1,0-5,134-7,-111-1,-87 3,-1 1,1 1,52 15,35 6,-11-17,154-8,-112-3,869 4,-992 0,1 2,0 1,-1 0,33 12,-29-8,1-1,46 6,53 0,67 4,985-16,-556-3,207 2,-663-14,-10-1,751 14,-436 3,2826-2,-3260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8:59:59.0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1,'69'-1,"130"6,-175-3,-1 2,0 0,0 2,0 0,0 1,27 14,-17-5,1-1,0-2,1-2,1-1,-1-2,52 6,-71-11,-1 0,1 1,0 1,-1 0,0 1,23 13,-6-4,40 15,-45-20,0 1,42 25,-38-16,-2-4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0:01.2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1268 1755,'-1'-82,"-1"22,3 0,13-86,-4 60,-3 0,-5-100,-2 157,1-3,3-1,0 1,15-50,-10 42,9-70,-17-14,-3 89,2 1,1 0,11-63,-1 53,19-103,-27 123,2 0,1 0,1 1,1-1,16-33,-24 58,0-1,0 0,0 0,0 1,0-1,0 0,1 0,-1 1,0-1,0 0,0 0,0 0,0 0,1 1,-1-1,0 0,0 0,0 0,0 0,1 1,-1-1,0 0,0 0,1 0,-1 0,0 0,0 0,0 0,1 0,-1 0,0 0,0 0,1 0,-1 0,0 0,0 0,1 0,-1 0,0 0,0 0,1 0,-1 0,0 0,0 0,0-1,1 1,-1 0,0 0,0 0,0 0,0 0,1-1,-1 1,0 0,0 0,0-1,3 26,-3-24,0 10,1 0,1 0,0 0,0-1,1 1,0-1,1 1,0-1,1 0,0-1,1 1,0-1,12 15,161 187,-65-93,-100-102,0 2,11 19,20 24,-21-27,-1 1,-1 0,-2 2,25 65,-32-72,1-3,2 0,0-1,29 34,-21-29,27 47,36 60,-74-118,1 0,1-1,30 30,-7-8,-24-26,-9-11,-1 0,0 0,0 1,0 0,6 9,-10-13,0-1,1 1,-1-1,0 1,0-1,0 1,0-1,0 1,0-1,1 1,-1-1,0 1,-1-1,1 1,0-1,0 1,0-1,0 1,0-1,0 1,-1-1,1 1,0-1,0 1,-1-1,1 1,-1 0,0 0,-1 0,1-1,-1 1,1 0,-1 0,0-1,1 1,-1-1,0 1,0-1,1 0,-4 0,-231 0,107-4,92 4,0-1,0-1,0-2,-48-12,35 4,-1 2,1 2,-60-1,-155 10,120 1,-915-2,1047 0,0 0,0-1,0-1,0 0,-20-6,31 7,0 1,0-1,0 0,0 0,0 0,0 0,0 0,0 0,0 0,0-1,0 1,1-1,-1 1,1-1,-1 1,1-1,-1 0,1 0,0 0,0 0,0 0,0 0,0 0,1 0,-1 0,1-1,-1 1,1 0,0 0,-1-1,1 1,1 0,-1 0,0-1,0 1,1 0,-1 0,1 0,0 0,0 0,1-3,2-2,1 0,0 0,1 0,-1 1,1-1,0 2,1-1,-1 1,1 0,0 0,1 0,12-5,19-14,9-7,2 1,0 3,75-28,-113 49,-1 0,0 0,0-1,-1-1,15-13,-13 10,1 1,21-13,24-10,168-84,-160 90,91-41,16-21,-150 79,1 0,28-6,-29 10,-1-1,39-19,15-11,87-28,-98 40,-8-1,-37 16,34-12,11 3,68-24,-105 34,0 1,35-6,-29 7,42-14,-47 10,-21 7,1 0,0 0,1 2,-1-1,14-2,-23 5,1 0,0 0,-1 0,1 0,0 0,0 1,-1-1,1 0,0 0,-1 0,1 1,0-1,-1 0,1 0,-1 1,1-1,-1 1,1-1,0 1,-1-1,1 1,-1-1,0 1,1-1,-1 1,1-1,-1 1,0 0,0-1,1 1,-1 0,0-1,0 1,0 0,0-1,1 1,-1 0,0-1,0 1,0 0,-1-1,1 1,0 0,0 1,-10 29,-33 38,31-51,1 0,-14 27,4 11,13-33,-18 35,11-28,2 1,0 0,-8 35,11-37,-2-1,-1 0,-2-1,0-1,-35 45,10-15,32-42,1 0,0 1,0 0,2 0,-6 24,6-21,0 0,-2 0,-12 26,-88 186,82-170,21-53,0 0,-1 0,0 0,0 0,0-1,-1 0,0-1,-8 7,-24 26,33-30,-1-1,0-1,0 1,-1-1,0 0,0 0,0-1,-1 0,-12 6,-7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0:11.3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17490 1649 9830,'-1'-2'12,"1"0"-1,0 1 1,0-1-1,-1 0 1,1 1-1,-1-1 1,0 1-1,1-1 1,-1 1 0,0-1-1,0 1 1,0 0-1,0-1 1,0 1-1,0 0 1,0 0-1,-3-3 1,-27-16 404,15 11-206,-18-15 440,0 3 0,-2 0-1,-54-21 1,38 20 33,36 14-444,-1 1-1,0 0 1,0 2-1,0 0 1,-22-3-1,-13 3 453,-1 3-1,-66 5 0,113-3-606,-1 1 1,1 0-1,0 0 1,0 0-1,0 1 1,0 0-1,0 0 1,0 1-1,0-1 1,0 1-1,1 1 1,0-1-1,0 1 1,0 0-1,0 0 1,0 0-1,1 1 1,0-1-1,-7 11 1,1 2 230,1 1 1,1-1 0,0 2 0,-9 36-1,-5 12 488,3-23 100,-30 52 0,41-81-684,2-1 0,0 1 0,1 0 0,0 1 0,1 0 0,1-1 0,-2 31 0,5 118 891,2-96-1083,1 162-27,-2-223 0,0 0 1,0 0-1,1-1 1,0 1-1,0-1 1,4 9 0,-5-13-2,0-1 1,0 1-1,0-1 1,-1 1-1,2-1 0,-1 1 1,0-1-1,0 0 1,0 0-1,1 0 1,-1 0-1,3 2 1,-3-2-2,0-1 1,0 0-1,0 0 1,0 0-1,0 0 0,0 0 1,0 0-1,0 0 1,-1 0-1,1 0 0,0 0 1,0 0-1,0 0 1,0-1-1,0 1 1,0 0-1,0-1 0,-1 1 1,1-1-1,0 1 1,0-1-1,-1 1 0,1-1 1,0 1-1,-1-1 1,2 0-1,4-6-132,-1-1 0,1 1-1,-2-1 1,1 0 0,-1 0-1,0-1 1,0 1 0,-1-1 0,4-17-1,11-25-110,-3 18-155,-2-1 0,-1 0 1,-2-1-1,-1 0 0,-1 0 1,-2-1-1,1-53 0,-5 63-2,2 0-1,0 0 0,14-41 1,-10 38-34,-1-1-1,5-45 1,-11 60 319,-1 0 1,0 0-1,-1 0 0,0 0 0,-2 1 0,-3-16 0,3 20 182,0 1-1,-1 0 0,0 0 0,0 0 0,-1 1 0,0 0 0,-1-1 0,0 2 0,0-1 0,-10-9 0,-2 0 148,0 1-1,0 1 1,-2 1-1,0 1 1,0 0-1,-1 2 1,-1 0-1,-44-15 0,25 17 31,-1 2-1,0 2 1,1 1-1,-1 3 1,-48 3-1,58-1-88,19 0-63,0 0 0,0 0-1,1 1 1,-1 1-1,1 0 1,0 1 0,0 0-1,0 1 1,-16 9 0,20-9-19,0 0 0,0 0 0,1 1 0,0 0 1,0 0-1,1 1 0,0-1 0,0 2 0,0-1 0,1 0 1,0 1-1,1 0 0,-7 15 0,2 1 93,4-8-28,-2 0 0,1 0 0,-2-1 0,-10 17 1,14-27-93,1-1 1,-1 0-1,0 1 1,0-1-1,0-1 1,-1 1-1,1-1 1,-1 1 0,0-1-1,0 0 1,0-1-1,0 0 1,0 1-1,-1-2 1,1 1-1,-9 1 1,-22 2 78,-1-2 1,1-1-1,-1-3 0,1 0 1,0-2-1,-48-11 1,73 11-124,0-1 0,0 0 0,1 0 0,-1-1 0,1-1 0,0 0 0,0 0 0,1-1 0,-14-12 0,-26-17 0,-92-61 0,-9-3 0,133 88-18,0 0 1,-27-26-1,29 23-54,-2 1 1,-24-17-1,-46-25 97,14 9 4,-119-59 0,-77-17 23,228 103-40,0-2-1,2-3 1,-53-40-1,71 49-6,-67-39 19,27 18-5,5 1-139,1 3 44,2-3 0,2-2-1,-60-58 1,101 88 85,0-1 0,-1 1-1,0 1 1,-24-13 0,-25-17 22,49 29-24,0 1 0,-1 0 0,0 1-1,0 0 1,-1 1 0,1 0-1,-1 1 1,0 1 0,0 0-1,-24-2 1,-11 2 21,-82 5 0,61 0-4,-530 0 173,366-2-159,211-2-38,-1 0 0,1-2 0,-1 0 0,-36-13 0,-28-7 0,-11 9 0,0 4 0,-170 3 0,233 9 0,1-2 0,-1-1 0,0-1 0,-57-14 0,59 7 0,-192-47 0,172 46 0,0 3 0,-72-2 0,85 10 0,16 0 0,0 0 0,1-2 0,-1 0 0,0-2 0,-33-9 0,23 3 0,-1 2 0,-1 1 0,1 1 0,-42 0 0,-147 7 0,96 2 0,-2499-3 0,2604 1 0,0 2 0,0 0 0,0 2 0,-33 11 0,29-8 0,0-1 0,-49 6 0,-298-9 0,194-7 0,1 1 0,-194 5 0,262 10 0,-11 1 0,-437-11 0,286-5 0,-419 2 0,658 2 0,1 1 0,0 2 0,-46 13 0,39-8 0,-70 8 0,-294-14 0,208-7 0,149 2 0,23 0 0,-1 0 0,1 2 0,-1 1 0,1 1 0,0 1 0,-43 12 0,39-7 0,-1 0 0,0-2 0,-1-2 0,-55 4 0,-124-9 0,98-3 0,-304 2 0,395 0 0,1-1 0,-1-1 0,1-1 0,-1-1 0,-18-7 0,12 3 0,-46-7 0,-299-19 0,346 33 0,1-2 0,-1-1 0,1-1 0,0-1 0,1-1 0,-35-17 0,31 13 0,-1 2 0,0 0 0,0 2 0,-32-6 0,0 9 0,-110 5 0,118 3 0,-1-3 0,-103-13 0,63 1 0,-1 4 0,-157 8 0,117 2 0,91-2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0:49.6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540 1 9830,'0'700'7418,"-1"-683"-7142,0 0-1,-1 0 1,-1 0 0,-1 0-1,-10 29 1,-40 78 1306,24-59-1042,-8 4 477,30-57-803,1 1 0,0 0 1,0 0-1,1 1 0,1 0 0,0 0 0,-4 22 1,2 5 357,-3-1 1,-1 0-1,-21 51 1,18-52-422,9-25-148,0 1 0,0-2 0,-2 1 0,1-1 0,-15 21 0,8-14-3,0 1 0,1 0 0,-15 39 0,-3 7 0,-43 56 0,64-109 0,-10 10 0,-1-4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0:51.2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559 58 9830,'-39'1'692,"-1"-3"-1,1 0 1,-1-3-1,-38-9 1,40 3-301,-1 3 0,1 1 1,-2 2-1,-39 0 0,75 5-344,1 0-1,-1 1 0,1-1 1,-1 1-1,1-1 0,0 1 1,-1 0-1,1 0 0,0 1 1,0-1-1,0 1 0,0 0 1,0-1-1,0 1 0,0 0 1,0 1-1,1-1 0,-1 0 0,1 1 1,0 0-1,-1-1 0,1 1 1,1 0-1,-1 0 0,0 0 1,1 0-1,-1 0 0,1 1 1,0-1-1,0 0 0,0 4 1,-2 11 205,0 0 0,2 0 1,0 0-1,4 33 1,-2-27-39,6 354 3335,-7-366-3397,1 0 0,0 0 0,0 0-1,1 0 1,1-1 0,0 1-1,7 17 1,-8-24-72,0 0 0,1-1 0,0 1-1,0-1 1,0 1 0,0-1 0,1 0 0,0 0 0,0-1-1,0 1 1,0-1 0,0 0 0,1 0 0,-1 0 0,1 0-1,0-1 1,0 0 0,10 3 0,-5-2-22,0-2 0,1 1 0,-1-1-1,0-1 1,1 0 0,-1 0 0,1-1 0,-1-1 0,0 1 0,0-2-1,0 1 1,0-1 0,0-1 0,0 0 0,-1 0 0,0-1 0,0 0 0,0-1-1,0 0 1,-1 0 0,0-1 0,-1 0 0,1 0 0,-1-1 0,11-15 0,-9 11-218,0-1 1,-1 0-1,0 0 1,-1-1-1,0 0 1,-1 0 0,-1-1-1,0 1 1,-1-1-1,-1 0 1,0-1-1,-1 1 1,0-18 0,0 4-215,-2 0 1,-2 0 0,0 1 0,-2-1 0,-1 0 0,-1 1 0,-2 0-1,-20-50 1,14 49 284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0:52.87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51 87 9830,'-1'0'60,"-1"0"-1,0 0 0,1 0 1,-1 1-1,0-1 1,0 1-1,1-1 1,-1 1-1,1-1 1,-1 1-1,0 0 1,1 0-1,0 0 1,-1 0-1,1 0 1,-1 0-1,1 0 0,0 0 1,0 0-1,-2 3 1,1 0 15,0-1 0,0 1 0,0 0 1,1-1-1,-1 1 0,1 0 0,0 0 0,-1 6 0,1 4 96,0 0-1,1 0 0,0 0 0,3 18 0,1-3 251,2 0-1,1 0 0,1 0 1,1-1-1,15 30 0,-11-32-151,-4-2 96,2-2-1,0 0 1,2 0 0,1-1 0,24 30 0,-35-48-277,1 1 0,0-1 1,0 0-1,1 0 0,-1 0 1,1 0-1,-1-1 0,1 0 1,0 0-1,0 0 0,0-1 1,6 2-1,-8-2-83,-1-1-1,0 0 1,1 1-1,-1-1 1,1 0 0,-1 0-1,0-1 1,1 1-1,-1 0 1,0-1-1,1 0 1,-1 1 0,0-1-1,0 0 1,1 0-1,-1 0 1,0 0 0,0-1-1,0 1 1,0-1-1,0 1 1,-1-1-1,1 1 1,0-1 0,-1 0-1,1 0 1,-1 0-1,2-3 1,1-5-89,0 0 1,0 0-1,-1 0 1,-1 0-1,1-1 1,-2 0-1,1-18 0,-4-82-473,0 62 251,1 9 120,1 5-41,-1 1 1,-2 0-1,-1 0 0,-11-41 1,13 69 268,0 1 0,-1 0 0,1-1 0,-1 1 1,0 0-1,0 1 0,-1-1 0,0 0 0,1 1 1,-2 0-1,1 0 0,0 0 0,-1 1 0,0-1 0,-7-3 1,1 1 74,-1 0 1,1 1-1,-2 1 0,1 0 1,-25-5-1,6 4-59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0:54.2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9830,'4'1'127,"-1"-1"0,1 1 0,-1 1 0,1-1 0,-1 0 0,0 1 0,1 0 0,-1 0 0,0 0 0,4 3 0,19 11 342,-7-10-208,0-1 0,0 0 1,0-1-1,1-1 0,22 0 0,103-4 979,-79 0-497,1068-2 9640,-650 4-9798,-463-1-585,40-5 0,-33-1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0:55.05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9830,'1'2'81,"-1"0"1,1-1-1,1 1 0,-1-1 1,0 1-1,0-1 1,1 1-1,-1-1 0,0 0 1,1 1-1,-1-1 0,1 0 1,0 0-1,2 1 0,7 6 253,12 16 283,-1 2 0,23 32 0,-10-11 72,-8-14-281,19 25 772,55 88 0,-33-34 458,-64-106-1517,-1 1 1,1-1-1,1 0 1,-1 0-1,9 9 0,7 1-30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0:56.29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9830,'10'0'229,"0"2"1,0-1-1,0 1 1,0 1-1,0 0 0,0 0 1,-1 1-1,1 0 1,-1 1-1,0 0 0,14 10 1,10 10 697,47 46 1,-26-22-149,-15-16 1,-1 3-1,58 69 1,-87-95-574,0 0 0,1-1-1,0-1 1,1 0-1,0 0 1,17 9-1,-12-7 147,0 0 1,24 22-1,22 19 937,-43-37-950,0 1 0,-1 1 1,27 31-1,-42-41 147,-7-8-349,-9-12-441,5-9 30,2-1 0,0 1 1,1-1-1,2 0 0,-2-43 1,-4-32-548,-2-16-148,4 24 81,6 86 893,0 0 0,0 0 0,0 0 0,0 0 0,-1 1 0,0-1 0,0 0 1,0 1-1,-1-1 0,1 1 0,-1 0 0,0 0 0,0 0 0,-1 0 0,1 0 0,-1 1 0,0-1 0,0 1 0,0 0 0,0 0 0,-1 1 1,1-1-1,-1 1 0,1 0 0,-1 0 0,0 1 0,0-1 0,0 1 0,-7-1 0,-2 1 92,0 0-1,0 0 1,0 1-1,0 1 1,0 0-1,0 1 1,1 1-1,-1 0 1,-22 9-1,-108 40 569,119-43-643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2:39.5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5620 1,'-3'0,"-17"-1,1 2,-38 5,50-4,0 0,0 0,1 0,-1 1,1 0,-1 1,1-1,0 1,0 1,1-1,-7 7,-12 14,0 2,-27 42,34-46,7-11,-1-1,0 0,0-1,-1 0,0-1,-1 0,-17 8,14-7,0 0,0 1,-26 25,-17 26,-116 112,75-74,-4 3,-2-3,73-66,-1-2,-2-1,-76 50,68-58,30-17,1 1,0 0,-19 15,14-10,0-1,0 0,-1-2,0 0,-1-1,0 0,-41 8,-8 4,46-12,0 2,1 1,-30 20,27-16,0-1,-27 11,-24 9,3 3,-80 53,18 2,126-87,1 0,0 0,0 1,1 0,0 0,0 1,-7 8,13-14,0 1,0-1,0 1,0 0,0-1,0 1,1 0,-1 0,1-1,-1 1,1 0,0 0,-1 0,1 0,0 0,0 0,1 2,-1-2,1 0,0 0,0 0,0 0,1 0,-1 0,0 0,1 0,-1 0,1-1,0 1,-1 0,1-1,0 0,0 1,0-1,4 2,10 4,0-1,1 0,0-2,0 1,0-2,1-1,-1 0,20 0,-7 0,45 8,-12 5,0-3,1-3,74 1,-64-9,-1-2,1-4,73-15,9-9,-75 15,-1-2,100-36,-98 22,94-39,-110 41,1 4,88-22,-62 21,190-82,-203 74,-27 9,-1-2,-1-3,-2-1,50-40,-67 47,2 2,41-18,-39 21,-1-2,36-26,-39 21,-1-1,-2-2,-1-1,31-41,14-22,36-52,-102 132,0 0,-1 0,0-1,-1 0,0 0,-2-1,1 1,2-23,-4 11,0 0,-2 0,-5-48,3 66,1 0,-1 0,-1 0,0 0,0 1,0-1,0 1,-1-1,0 1,-1 1,1-1,-1 0,0 1,-1 0,1 0,-1 1,0 0,0-1,-12-4,-4-2,-1 0,-1 2,0 1,-36-7,18 7,0 1,-64 0,-88 10,58 1,130-4,-88-1,-182 24,-5 39,138-24,-51 15,122-29,-888 284,786-260,-152 50,-221 65,417-129,-133 55,-52 16,-558 122,488-112,346-101,-158 52,172-57,-1 1,-41 24,44-22,-1 0,0-1,-26 7,-19 0,34-10,1 1,1 2,0 1,-56 29,64-26,0-1,-45 34,65-45,1 1,0 0,0 0,0 0,0 0,0 1,1-1,0 1,0 0,0 0,1 0,-1 1,1-1,0 0,-2 12,5-14,-1 0,0 0,1 0,0 0,0 0,0 0,0 0,0 0,0 0,1 0,-1-1,1 1,0-1,0 1,0-1,0 0,0 0,1 1,-1-2,1 1,4 3,6 3,0-1,28 12,-10-8,0-2,0-2,51 7,36 7,-66-9,1-3,97 5,110-14,-121-3,1717 2,-974 2,-387-31,-99 2,-206 15,259-50,-190 28,-138 21,147-36,-156 27,190-16,-270 36,17-4,82-23,-82 17,77-11,-86 18,-1-1,0-2,-1-1,0-2,37-18,-30 13,-28 11,-1-1,1 0,28-18,106-67,-32 22,-112 65,0-1,-1 0,1 1,-1-2,-1 1,1-1,-1 0,0 0,-1 0,1-1,-2 0,1 0,-1 0,0 0,-1 0,0-1,0 1,1-14,-1-13,-1 0,-1 1,-7-43,6 63,0 7,0-1,-1 0,0 1,0-1,-1 1,1 0,-2 0,1 0,-1 0,0 1,0-1,-7-6,3 4,-1 0,0 1,-1 0,1 1,-2 0,1 0,-13-5,-3 0,0 2,-1 1,-1 1,1 1,-55-5,68 10,-39-3,-69-17,66 10,0 2,-104-4,-118 15,121 2,-1247-3,1317 3,1 3,-156 33,-165 70,222-63,56-17,-65 18,-231 65,-234 108,78-20,540-181,1 2,-57 39,5-2,69-45,-59 38,74-46,1 1,0 0,0 0,0 1,1 0,0 0,-9 15,14-21,0 1,0 0,0 0,0-1,0 1,1 0,-1 0,0 0,1 0,0 0,-1 0,1 0,0 0,0 0,0 1,0-1,1 0,-1 0,0 0,1 0,0 0,-1 0,2 2,0-2,0 1,0-1,0 0,1 0,-1 0,1 0,-1 0,1 0,0-1,-1 1,1-1,0 0,5 2,8 1,1 0,-1-2,1 0,24 0,296-4,-94-1,-243 3,50 1,-1-2,0-2,1-2,86-20,476-183,-456 141,325-118,-263 111,215-106,-116 44,-257 113,-22 9,-1-1,0-2,45-29,336-209,-385 237,-23 13,1 0,-1-1,-1 0,1-1,11-10,-7 3,0 1,1 0,1 1,23-14,33-19,-66 41,0 0,-1-1,1 0,-1 0,0 0,-1-1,1 1,-1-1,5-9,-9 14,1 0,-1 1,0-1,1 0,-1 1,0-1,0 0,0 1,0-1,0 0,0 0,0 1,0-1,0 0,0 1,0-1,0 0,-1 1,1-1,0 0,0 1,-1-1,1 0,-1 1,1-1,0 1,-1-1,0 0,-1-1,1 1,-1 0,0 0,0 0,0 0,0 0,0 0,0 1,-4-2,-52-3,52 5,-21-1,0 1,-1 1,1 1,0 2,0 1,1 0,-1 2,-39 17,-190 112,218-115,-9 5,-1-2,-83 29,-170 48,211-67,1 3,-127 76,154-81,-119 44,42-21,-169 93,-12 6,212-102,-107 72,134-73,-2-5,-157 65,219-104,1 2,0-1,1 2,0 1,0 0,1 2,1 0,0 0,-15 17,-10 8,-3-1,-1-3,-71 42,98-65,7-2,0 0,1 1,0 0,-15 18,14-14,0-1,-17 13,8-10,7-6,0 2,0-1,1 2,-16 18,19-19,0 2,0 0,2 0,-1 1,2 0,0 0,1 0,0 1,2 0,-1 0,-2 33,2 13,4 0,9 89,-7-146,0-1,0 1,0 0,1-1,0 1,0-1,0 1,0-1,1 0,0 0,0 0,0 0,0-1,0 1,1-1,0 0,-1 0,1 0,0 0,1-1,-1 0,0 0,1 0,-1 0,1-1,-1 1,1-1,0 0,9 0,-3 0,1 0,-1-1,1 0,-1-1,0 0,1-1,-1 0,0-1,0 0,0-1,18-9,13-14,-2-1,-1-3,-1-1,43-47,-4 5,-41 40,-1 0,2 2,79-55,-67 58,-2-2,-1-2,-1-2,-2-1,44-51,26-22,-45 45,-30 30,44-30,-42 34,43-41,-44 33,-5 6,57-70,-74 79,2 0,0 2,39-34,-27 26,34-40,-13 13,-36 37,-1-1,0-1,-1 0,19-42,4-6,46-86,-75 135,0 0,-1-1,-1 0,-1 0,-1 0,2-26,-6-147,-1 116,1 69,-1-1,1 0,-2 1,1-1,-5-13,5 19,0 1,-1 0,1 0,-1 0,0 0,0 0,0 1,0-1,0 1,0-1,-1 1,0 0,1-1,-1 1,0 1,0-1,0 0,0 1,-4-2,-3 0,0 0,-1 1,1 1,0 0,-1 0,1 1,-1 0,1 0,-1 2,1-1,0 1,-1 1,1 0,1 0,-1 1,0 0,1 0,0 1,0 1,-11 8,-1 2,0 1,2 1,0 0,1 2,1 0,1 1,-14 23,-10 20,-3 8,-3-2,-94 108,87-120,2 3,-78 123,4-2,0-2,79-107,-80 134,100-158,3 1,-26 76,9-10,20-63,2 1,3 1,2 1,-9 79,21 134,4-163,-3-98,0 0,0-1,1 1,0 0,1-1,-1 1,1-1,1 1,0-1,0 0,0 0,1 0,0 0,0-1,1 0,-1 0,2 0,-1 0,10 7,8 6,1-1,1-1,1-2,0-1,1 0,1-2,0-1,0-2,1 0,0-2,52 6,243 11,951-25,-1225 1,-1-2,1-3,-1-1,0-3,77-24,-26-1,26-7,220-106,-98 6,122-62,-173 110,-146 70,-2-3,-1-1,59-44,121-113,-135 105,-75 62,0-1,-2-1,0 0,-1-1,19-35,27-36,-42 65,28-55,2-3,-31 58,-2 0,16-36,-25 47,-2 1,0-2,-1 1,0 0,-1-1,1-20,-4-290,-2 147,1 160,0 1,-1-1,-1 1,0 0,-1 0,-1 0,-1 0,-12-23,7 20,-1 0,-1 0,-1 2,-1-1,-34-33,-39-28,-100-71,154 128,-1 2,-73-34,-83-19,161 65,-2 2,1 1,-1 1,-55-3,-134 10,93 3,-326-4,419 1,0 2,0 1,-68 18,-100 45,103-32,-279 106,325-115,2 2,-59 43,35-22,-255 189,108-72,-11 9,-26 18,215-162,-57 37,-151 133,251-198,-452 460,387-383,-8 7,-86 132,128-167,-1-2,-71 77,-18 24,86-101,-71 74,91-106,0 1,0 1,2 1,-21 37,-37 95,13-25,27-55,-30 92,43-110,11-26,1 0,1 1,2-1,-3 41,7 121,1-149,0-32,1 1,0 0,1-1,0 1,0-1,1 0,0 1,1-1,9 17,-8-20,-1 0,1 0,0-1,1 0,0 0,0-1,0 1,0-1,1-1,0 1,0-1,0 0,14 4,-2-2,1 0,0-2,21 3,-18-4,0 1,27 9,-22-5,1 0,0-3,0 0,31 1,121-5,-115-2,442-1,-450 0,-1-2,89-19,111-41,-217 53,511-188,-514 183,506-212,42-43,-544 250,67-33,260-123,129-51,-30-34,-229 121,128-84,-230 136,28-21,2 5,-108 71,-43 24,-1-1,0-1,0 0,-1 0,-1-1,20-27,55-96,-79 123,-2 1,0-1,-1 1,0-1,-1-1,0 1,-1 0,-1-1,1-16,-3-117,-2 92,1 39,-1-1,-1 1,0-1,-1 1,-1 0,-1 0,0 0,-1 1,-1 0,0 1,-16-22,-11-9,-1 1,-46-40,-56-32,87 76,15 14,-77-40,46 29,44 24,0 1,-1 2,0 0,-1 2,-50-11,31 13,1 1,-80 2,-200 8,295-2,1 0,-1 1,1 2,0 1,0 1,1 1,0 1,-46 26,-2 10,-112 91,15-9,104-83,-204 131,53-32,-91 50,210-137,-126 96,61-38,-296 217,268-188,-34 28,47-32,-64 54,104-61,91-83,-67 53,62-57,2 2,-56 68,57-60,-7 9,22-23,-81 72,110-108,-5 2,1 0,0 1,1 0,-14 18,22-26,1 0,-1 0,1 0,-1 0,1 0,0-1,-1 1,1 0,0 0,0 0,0 0,0 0,0 0,0 0,0 0,0 0,0 0,0 0,0 0,1 0,-1 0,0 0,1 0,-1 0,1-1,-1 1,1 0,-1 0,1 0,-1-1,1 1,0 0,0-1,-1 1,1 0,0-1,0 1,0-1,-1 1,1-1,0 0,0 1,0-1,0 0,0 0,0 0,1 1,7 1,0 0,1 0,14 1,-23-3,16 2,-1-1,1-1,0 0,0-1,0-1,0-1,-1 0,1-1,-1-1,0 0,0-2,-1 1,0-2,0 0,25-19,62-64,3-2,-10 25,64-52,95-74,-100 80,7-27,-43 35,1 23,-80 58,47-39,151-167,11-9,-230 224,55-47,83-53,-110 82,78-71,-45 18,-11 11,41-26,-105 98,0 0,0 0,0 0,-1 0,1-1,-1 1,0-1,4-8,-7 12,1-1,-1 1,0 0,0-1,0 1,0-1,0 1,0 0,0-1,0 1,0 0,0-1,-1 1,1 0,-1-1,1 1,-1 0,1 0,-1-1,0 1,1 0,-1 0,0 0,0 0,0 0,0 0,0 0,0 0,0 0,0 1,-1-1,1 0,0 1,0-1,-1 1,1-1,0 1,-1-1,-1 1,-4-2,0 1,1 0,-1 1,0-1,0 1,1 0,-1 1,0 0,0 0,1 0,-1 1,1 0,-1 0,1 1,-6 3,-17 8,-50 35,60-36,0 1,1 1,0 0,-17 21,-32 28,-193 183,173-157,-20 17,-144 148,194-197,-3-3,-2-3,-69 45,29-14,34-25,-59 52,-204 233,127-132,-140 140,136-144,191-187,1 1,0 1,-16 30,3-4,28-47,0 0,0 0,0 1,1-1,-1 0,0 1,1-1,-1 1,1-1,-1 1,1-1,0 1,0-1,0 1,0-1,0 4,0-4,1-1,-1 1,0 0,1 0,-1 0,1 0,0-1,-1 1,1 0,-1 0,1-1,0 1,0-1,-1 1,1-1,0 1,0-1,0 1,1 0,6 1,-1-1,1 1,-1-1,1-1,10 1,-12-1,30 2,0-2,0-2,1-1,-1-1,-1-3,39-11,36-24,180-99,-96 47,11-7,-129 61,1 3,2 3,111-32,-93 38,-2-4,-1-5,130-70,236-115,-332 165,267-105,129-70,-75 29,-418 191,389-140,-292 112,81-22,-145 42,-2-3,85-43,13-6,-146 67,-9 4,-1-1,0 1,0-1,0 0,0 0,7-5,-11 6,0 1,0 0,0 0,0 0,0-1,0 1,0 0,0 0,0 0,0-1,0 1,0 0,0 0,0 0,0-1,0 1,0 0,0 0,0 0,-1 0,1-1,0 1,0 0,0 0,0 0,-1 0,1 0,0-1,0 1,0 0,0 0,-1 0,1 0,0 0,0 0,0 0,-1 0,1 0,0 0,0 0,0 0,-1 0,1 0,0 0,0 0,0 0,-1 0,1 0,0 0,-16-2,-45 0,1 2,0 3,-1 3,2 2,-1 2,1 4,-101 36,-27 35,10-5,-67 12,-28 12,247-93,-281 131,5 3,151-76,-355 143,234-107,-241 79,-274 93,600-199,-69 26,125-64,-262 44,213-51,-59 23,204-46,-1-2,0-1,-43 2,-104-5,173-4,0 0,0 1,0-1,0-1,0 0,0 0,1-1,-1 0,0 0,1-1,-1 0,1 0,-9-6,15 7,1 1,0 0,-1-1,1 0,0 1,0-1,0 0,0 0,0 1,1-1,-1 0,1 0,-1 0,1 0,-1 0,1 0,0 0,0 0,0 0,0 0,1 0,-1 0,0 0,1 0,-1 0,1 0,0 1,-1-1,1 0,0 0,0 1,2-3,4-9,1 1,0 0,12-12,-19 21,44-45,86-75,-11 13,-83 75,2 2,53-36,92-47,-84 55,192-106,-180 118,-9 4,365-144,-14 7,-377 147,132-42,87 0,-156 39,162-69,-80 26,-188 69,300-94,-296 95,223-54,194-61,-58 11,-282 88,131-51,-209 67,1 1,44-6,-17 4,-63 12,1-1,-1 0,1 1,-1 0,1-1,-1 1,1 0,-1 1,1-1,-1 0,1 1,-1-1,1 1,-1 0,0-1,1 1,-1 0,2 2,-2-1,0 0,0 0,0 0,-1 0,0 1,1-1,-1 0,0 1,0-1,0 1,0 0,0-1,-1 1,1-1,-1 1,0 4,1 5,-2 0,1 0,-2 0,1 0,-2 0,1 0,-2-1,1 1,-2-1,1 0,-2 0,1-1,-14 19,2-6,-1 0,-2-1,0-1,-38 31,-37 22,-80 69,118-94,-2-4,-70 42,69-47,0 4,-99 94,113-96,24-24,-1-1,-1-2,0 0,-1-2,-52 21,37-17,-49 28,-128 89,162-97,1 2,-72 69,18-14,99-86,1 0,0 1,0 0,1 0,0 1,0-1,1 1,1 1,-1-1,2 1,-1 0,2 0,-4 16,5-16,0-1,1 0,0 0,1 0,0 1,1-1,0 0,0 0,1 0,1 0,-1 0,2 0,-1 0,1-1,10 16,26 34,2-1,3-3,3-2,69 62,49 30,-92-73,-55-51,1-2,1 0,0-1,30 19,-17-18,-1 0,0 1,30 26,-32-20,45 39,2-4,107 63,175 107,-343-220,0-1,1-1,0 0,1-1,0-1,0-1,0-1,1 0,38 3,11-4,108-8,-52-1,-92 4,-1-1,0-1,-1-2,1-1,-1-2,0-1,34-15,-1-6,-2-4,-1-3,77-60,-5 4,-116 81,0 0,-1-2,-1 1,0-2,-1 0,-1-1,0 0,14-25,-22 34,1 0,0 0,0 0,0 0,1 1,0 0,0 1,1 0,0 0,0 0,0 1,17-6,-11 3,0 1,0-2,23-16,-28 16,0-1,-1 0,0 0,0 0,-1-1,0 0,-1-1,0 1,-1-1,0 0,-1-1,0 1,0-1,-2 0,1 0,-1 0,-1 0,0 0,-1 0,0 0,-1 0,-2-13,2 19,-1-1,1 1,-1-1,0 1,0 0,-1-1,0 1,0 0,0 1,-1-1,0 1,0-1,0 1,-1 0,1 1,-1-1,-1 1,1 0,0 0,-1 1,0-1,0 1,0 1,-9-4,-7 0,1 0,-1 2,1 0,-1 2,0 0,-24 2,8-2,0-2,-70-16,61 10,-57-5,-29 1,-57-3,-469 17,301 1,335 0,0 1,0 0,1 2,0 1,-42 14,-100 54,123-53,-39 12,59-26,1 2,0 0,-31 19,-118 98,47-33,-14 9,119-91,0-1,0-1,-1-1,0 0,-30 6,19-4,-48 23,6-2,-25 8,-128 73,202-100,-2 0,1-1,-1-2,-1 0,0-2,0-1,0-1,0 0,-1-2,-28-2,48 0,1 0,0-1,0 1,-1-1,1-1,0 1,0-1,0 0,0 0,1 0,-6-3,7 2,0 1,0-1,1 1,-1-1,1 0,-1 0,1 0,0 0,0-1,1 1,-1 0,1-1,-1 0,1 1,-1-8,-3-26,2 1,1-1,2 0,6-44,-1-13,-4 61,1-1,1 1,8-33,-8 53,1 0,0 1,1 0,0 0,1 0,1 1,-1 0,2 0,-1 1,19-19,104-83,-53 49,57-45,5 7,5 5,252-124,-318 183,1 4,164-44,84-35,-252 83,-28 15,0 1,1 3,1 1,84-3,-128 12,-1 0,1 0,0 0,0 0,0 1,0 0,0 0,0 0,-1 0,1 1,6 3,-9-4,1 1,0 0,-1 1,0-1,1 0,-1 1,0-1,0 1,0-1,-1 1,1 0,-1 0,1 0,-1 0,0 0,0 0,1 6,1 8,-1 0,-1 0,0 0,-1 0,-1 1,0-1,-2 0,0-1,0 1,-2 0,0-1,-1 0,0 0,-2-1,0 1,0-2,-1 1,-1-1,-1-1,0 0,0 0,-1-1,-1 0,-25 17,-57 40,-108 58,144-87,44-29,1-1,-26 14,-135 49,-99 40,152-65,-346 153,401-175,-2-3,0-3,-98 15,20-4,62-12,-279 72,284-73,1-4,-145 8,163-17,2-1,0-1,-109 21,103-11,-1-2,-86 1,-135-12,135-2,145 2,-3 0,0 0,0 0,-1-1,1-1,-15-4,23 6,1-1,-1 1,1-1,-1 0,1 1,0-1,-1 0,1 0,0 0,0 0,0 0,0-1,0 1,0 0,0 0,0-1,-1-1,1 0,1 1,0 0,-1 0,1 0,0 0,0 0,0 0,1-1,-1 1,1 0,-1 0,1 0,-1 0,1 0,0 0,2-3,13-23,1 2,36-44,7-9,70-94,-59 84,-39 50,1 1,50-42,87-61,-77 66,-6 10,166-94,-177 114,170-115,95-53,-205 148,-68 35,92-57,2-6,24-16,-99 55,11-7,-79 49,1 0,0 2,36-14,-40 18,0 0,0-1,-1-1,0 0,-1-1,1-1,18-17,-20 16,1 0,1 0,0 1,0 1,24-10,-19 9,-1 0,0-2,19-14,-36 25,-1 0,1 0,-1 0,1-1,-1 1,0 0,1-1,-1 1,0-1,0 1,0-1,0 0,0 1,0-1,-1 0,1 0,0 0,-1 1,0-1,1-3,-1 4,-1-1,1 1,-1-1,0 1,1 0,-1-1,0 1,0 0,0 0,0 0,0 0,0 0,0 0,0 0,0 0,0 0,-1 0,1 1,0-1,-2 0,-8-4,0 1,0 1,0 0,-1 1,-14-2,-52-1,-94 5,106 1,17 3,0 1,-60 16,52-10,-74 7,-219 6,287-20,-106 21,-145 33,230-44,0-3,-169-1,126-8,-173 22,168 2,-24 2,-280-20,246-11,179 3,0 0,1 0,-1-1,0-1,1 0,-16-4,23 4,0 0,-1 1,1-1,0 0,0 0,0-1,0 1,0-1,0 1,1-1,-1 0,1 0,0 0,0 0,0 0,0-1,1 1,-1-1,1 1,0-1,0 1,0-6,-3-11,1 0,1-1,1 1,1-1,0 0,2 1,1-1,0 1,1 0,1 0,1 0,1 1,1 0,1 0,0 0,1 1,1 1,1 0,15-17,132-114,-87 86,-47 41,40-24,11-8,-48 32,1 2,38-18,-39 22,0-2,51-38,-17 8,2 3,2 3,80-37,-101 54,58-25,-56 28,68-42,-52 22,1 3,2 2,2 4,73-25,-108 44,-1-2,0-2,-2 0,0-3,33-26,-22 16,67-38,-47 40,84-27,25-10,-121 42,15-6,76-46,61-41,-9 6,-169 96,43-19,-47 25,0-1,-1-1,25-17,-42 27,-1 0,0-1,1 1,-1 0,0 0,1 0,-1 0,0-1,0 1,1 0,-1 0,0 0,0-1,1 1,-1 0,0-1,0 1,0 0,0 0,0-1,1 1,-1 0,0-1,0 1,0 0,0-1,0 1,0 0,0-1,0 1,0 0,0-1,0 1,0 0,0-1,0 1,0 0,-1-1,1 1,0-1,-16-5,-27 3,41 3,-16 0,1 0,0 1,0 0,0 2,0 0,0 1,0 1,1 0,0 1,-26 14,-30 19,-135 81,168-95,25-17,-1 1,1 1,1 0,-16 16,16-14,-1-1,0 1,0-2,-1 0,-1-1,0-1,0 0,0-1,-1-1,-28 7,4 1,-52 27,52-22,-50 16,-141 32,125-42,67-17,-51 17,45-11,0-1,-1-3,0-2,-52 3,-191-5,287-6,-30 2,1 1,0 1,-52 15,45-9,-70 8,36-14,-84-6,152 2,-1-1,1 0,-1 0,1 0,-1-1,1 0,0 0,0 0,0 0,0-1,0 0,1 0,-9-7,11 8,0 0,0-1,0 1,1 0,-1-1,1 0,-1 1,1-1,0 0,0 1,0-1,0 0,0 0,1 0,0 0,-1 0,1 0,0 0,0 0,1 0,-1 0,1 0,-1 0,1 1,0-1,0 0,1-3,8-13,1 1,1-1,0 2,1 0,1 0,16-14,-11 10,0-1,25-37,-23 26,41-49,-53 69,-1 0,0-1,0 0,-2 0,0 0,5-19,17-35,16-14,-24 48,30-71,-48 101,-1 0,0 1,0-1,-1 0,1-1,-1 1,0 0,0 0,0 0,0 0,-1 0,1 0,-1 0,0 0,-1 0,1 0,-1 1,1-1,-4-5,3 7,0 0,0 0,0 0,0 0,0 0,0 0,-1 0,1 1,0-1,-1 1,0 0,1 0,-1 0,0 0,1 0,-1 1,0-1,0 1,1-1,-1 1,0 0,0 0,0 1,0-1,1 0,-1 1,0 0,0-1,-3 3,-6 2,-1 2,1-1,0 2,1-1,-19 17,0 0,-10 9,-64 68,36-33,37-36,20-20,-1 0,-1 0,0-1,0 0,-26 14,14-12,1 2,1 0,0 1,-31 28,-17 13,46-39,-28 26,31-25,-35 24,38-30,1 1,0 0,-24 27,32-30,1 0,-2-1,1 0,-1-1,-1 0,0-1,-16 9,3-2,0 0,-22 21,-26 16,59-43,9-7,0 1,0 0,0 0,0 0,1 1,0-1,0 1,0 0,0 1,0-1,-4 8,7-11,1-1,0 1,0 0,-1 0,1-1,0 1,0 0,0-1,-1 1,1 0,0 0,0-1,0 1,0 0,1 0,-1-1,0 1,0 0,0 0,1-1,-1 1,0 0,0-1,1 1,-1 0,1 0,1 0,-1 1,1-1,-1 0,1 0,0 0,-1 0,1 0,0-1,0 1,2 0,50 6,-49-6,224-1,-121-2,-59-1,0-3,72-16,-41 6,232-49,-205 42,-20 7,1 3,142-1,139-12,-50 0,502 22,-422 7,-330-3,186 7,-220-3,0 1,0 2,-1 1,-1 2,44 18,-8 5,0 4,98 69,-99-55,100 96,-54-29,-97-101,-1 1,0 0,-2 2,18 28,40 90,-14-26,-45-86,-2 0,0 0,-2 1,-1 0,9 51,5 143,-17 281,-8-273,4-190,-1-8,-3 40,2-60,-1-1,0 0,-1 0,0 0,-1 0,0 0,-9 16,-26 36,-3-2,-2-2,-3-2,-2-2,-3-2,-61 47,-13 13,93-79,-1-2,-2-1,-1-2,-71 42,-82 13,-50 16,221-91,-1-1,1-2,-2 0,1-1,0 0,-1-2,0-1,1 0,-39-5,52 3,0-1,0 1,0-1,0-1,0 0,1 0,-1 0,1 0,0-1,0 0,0-1,0 1,1-1,-1 0,2-1,-1 1,0-1,1 0,-4-7,1 0,0 1,2-2,-1 1,2-1,0 1,0-1,1 0,-1-24,3 36,1 0,0 0,-1 0,1-1,0 1,0 0,1 0,-1 0,0 0,1-1,-1 1,1 0,0 0,-1 0,1 0,0 0,0 0,1 0,-1 1,0-1,1 0,-1 1,1-1,-1 1,1-1,0 1,2-2,0 2,-1 0,1 0,0 1,0-1,0 1,0 0,0 0,0 0,0 0,0 1,0 0,0 0,0 0,5 2,180 63,-153-54,3 2,2-2,0-1,0-3,51 5,268-12,-166-3,1052 2,-1228 0,0 0,-1 2,29 5,-39-5,0 0,0 1,0-1,0 2,0-1,0 1,-1-1,0 2,0-1,0 1,7 7,-3 0,0 0,0 1,-2 0,0 0,0 1,-1 0,-1 0,0 1,-1 0,-1 0,0 0,-1 0,-1 1,1 23,-1-16,1 0,2 1,0-1,1-1,1 1,2-1,16 34,-17-44,0-1,0 1,1-1,16 16,20 25,-31-34,0-1,30 27,-24-26,21 27,-34-37,-1 0,1-1,0 0,1 0,-1-1,1 0,1-1,-1 1,1-2,14 7,-8-6,0-1,0 0,0-1,1-1,-1 0,17-1,291-4,-88 0,-189 3,-1 3,0 2,0 2,-1 1,57 20,-57-17,-1-1,1-3,0-1,1-2,62-3,-90-1,1 1,-1 1,0 1,0 0,0 1,0 1,-1 1,27 12,-42-17,0-1,0 0,-1 1,1-1,0 0,0 1,-1-1,1 1,0-1,-1 1,1 0,-1-1,1 1,-1-1,1 1,-1 0,1 0,-1-1,1 1,-1 0,0 0,1-1,-1 1,0 0,0 0,0 0,0 0,0-1,0 1,0 0,0 1,-1 0,0 0,0 0,0 0,0 0,0-1,-1 1,1 0,-1-1,1 1,-1-1,0 0,-2 2,-6 4,-1-1,1 0,-22 7,8-6,0-1,0-1,0-1,-37 1,-104-7,78-1,-1051 1,612 3,503-2,0 0,0-2,1-1,-31-9,-86-36,93 31,-1 2,-57-12,59 17,1-2,-1-1,-51-26,89 37,-60-24,-37-16,72 29,23 11,0 0,0-1,1-1,0 1,-15-12,23 16,0 0,0 0,0 0,-1 0,1 0,0 0,0-1,0 1,0 0,0 0,-1 0,1 0,0-1,0 1,0 0,0 0,0 0,0-1,0 1,0 0,0 0,0 0,0-1,0 1,0 0,0 0,0 0,0-1,0 1,0 0,0 0,0 0,0-1,0 1,0 0,0 0,0 0,0 0,1-1,-1 1,0 0,0 0,0 0,0 0,0 0,1-1,13-4,15 2,110 5,-97 1,0-2,-1-2,74-11,-67 2,13-2,102-35,-135 38,0 1,1 1,0 1,54-3,120 8,-133 3,611 0,-515-2,-2928 0,2724 2,1 2,0 2,-43 11,36-7,-68 7,-177-14,168-5,2357 3,-2210 0,44 8,-49-5,0-1,0-1,39-1,-51-2,0-1,1-1,-1 0,-1 0,1-1,0 0,-1 0,0-1,0 0,0 0,10-9,10-12,37-42,-47 47,-12 15,16-19,2 0,0 2,2 0,29-19,-19 16,0 0,44-45,-25 23,100-67,-47 38,-84 60,1 1,0 0,32-13,-30 19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2:40.3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1351 1642,'0'-6,"1"-1,0 0,0 1,1-1,0 0,0 1,0 0,1 0,0-1,6-8,6-7,26-29,3-5,-29 33,17-26,77-90,85-66,-164 171,-2-2,34-55,6-9,4-11,-7 10,-48 76,-1 0,-2-1,0 0,12-35,-8 15,-9 25,0-1,-2 0,0-1,5-36,-10 39,2-19,-4 39,0 0,0 0,0 0,0 0,0 1,0-1,0 0,0 0,0 0,0 0,0 0,0 0,0 0,0 0,0 1,0-1,0 0,-1 0,1 0,0 0,0 0,0 0,0 0,0 0,0 0,0 0,0 0,0 1,0-1,0 0,0 0,-1 0,1 0,0 0,0 0,0 0,0 0,0 0,0 0,0 0,0 0,-1 0,1 0,0 0,0 0,0 0,0 0,0 0,0 0,0 0,0 0,-1 0,1 0,0 0,0-1,0 1,0 0,0 0,0 0,0 0,-11 26,-64 162,36-99,-5-3,-68 103,29-51,39-66,-94 114,109-148,-25 46,2-2,-2-7,-46 70,74-108,0-2,-45 44,-15 18,76-84,0-1,-1-1,0 0,-1 0,-26 17,38-28,-1 0,1 0,-1 0,0 1,1-1,-1 0,1 0,-1 0,0 0,1 0,-1 0,0-1,1 1,-1 0,1 0,-1 0,0-1,1 1,-1 0,1 0,-1-1,1 1,-1-1,1 1,-1 0,1-1,-1 1,1-1,-1 1,1-1,0 1,-1-1,1 1,-1-2,-10-24,8 20,-40-90,25 61,2-2,1 0,-13-51,19 41,-3 1,-2 0,-39-86,43 109,1-1,1 0,-9-48,10 38,-15-42,-14-49,24 76,-39-101,43 125,0 0,1 0,-5-38,8 35,-1 1,-2 0,-16-45,-41-76,10 28,50 109,-22-47,23 53,0 1,1-1,-2 1,1 0,0 0,-1 0,0 0,0 0,-6-4,9 7,-1 1,1-1,-1 0,1 1,0-1,-1 1,1 0,-1-1,1 1,-1 0,1 0,-1 0,1 0,-1 0,1 0,-1 0,1 1,-1-1,1 0,-3 2,0 0,1 0,-1 0,1 0,0 1,0-1,0 1,-5 5,-1 4,0 0,1 0,-9 19,4-2,2 0,2 1,0 0,2 0,-4 41,-14 58,16-103,-1 0,-1-1,-19 32,-13 27,-22 49,-1 3,57-114,1 1,1 0,0 1,-3 29,-12 53,21-105,1 0,0 0,-1 0,1-1,0 1,0 0,0 0,-1 0,1 0,0 0,0 0,0 0,0 0,1-1,-1 1,0 0,0 0,0 0,1 0,-1 0,0-1,1 1,-1 0,1 0,-1 0,1-1,0 1,-1 0,1-1,-1 1,1-1,0 1,0 0,-1-1,1 0,0 1,0-1,0 1,-1-1,1 0,0 0,0 1,0-1,0 0,0 0,0 0,0 0,0 0,-1 0,1 0,0 0,0-1,1 1,3-1,0-1,0 1,0-1,-1 0,1 0,-1 0,1-1,5-3,1-4,1 1,-1-2,-1 1,1-1,-2-1,0 0,0 0,-1-1,9-20,-7 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0:34.9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0 238,'8'1,"0"1,0 0,-1 0,0 0,1 1,-1 0,0 1,0 0,8 5,7 4,5 0,1-1,1-2,0 0,0-2,1-1,0-2,37 3,219-8,-133-4,580 4,-700-1,-1-3,1-1,47-13,-42 8,74-8,32 16,-92 3,-1-2,57-9,-75 4,22-3,57-17,-74 16,2 2,-1 1,56-2,122 7,-133 4,-61-4,0 0,-1-2,1 0,37-13,-33 9,0 1,47-6,-33 8,67-18,23-3,-33 13,128-8,1064 20,-594 3,-673-4,-1 0,1-2,-1 0,36-13,-32 9,1 1,50-7,-20 10,1 1,97 10,-133-3,-1 1,32 12,-33-9,1-2,32 6,24-3,-44-6,-1 1,0 1,0 2,0 1,32 13,-25-7,0-2,0-2,60 9,-37-12,-38-5,36 7,-51-7,-1 1,0 0,1 0,-2 0,1 1,0 1,-1-1,8 6,-2 0,1-1,-1 0,2-1,-1-1,1-1,0 0,1-1,23 5,-45-13,-11-5,-33-13,14 12,-2 1,1 2,-54-1,-119 8,94 2,-1379-2,773-2,683 3,-56 10,76-9,-16 2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0:36.6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1,'21'0,"23"-1,-1 2,1 2,-1 1,48 12,-34-3,1-2,110 5,122-17,-117-2,1021 3,-999 15,-14-1,-62-16,-60 0,83 7,-120-1,0 1,33 12,-33-10,0-1,26 5,-6-7,60-3,24 3,-107-1,-1 1,32 11,24 5,28-9,1-4,133-9,-78-1,-30 2,157 3,-174 12,11-1,283-11,-209-3,-176 2,1 2,-1 0,-1 1,37 12,-30-8,46 9,14-10,153-6,-111-4,-82 1,56-10,27-2,-64 13,-39 2,0-1,0-2,0-1,0 0,40-12,-30 3,-4 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0:38.2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90,'34'0,"0"1,0 2,0 1,39 11,-18-3,-1-2,108 5,114-15,-116-3,2385 3,-2352-14,-11-1,-110 15,-31 1,0-2,0-1,-1-2,49-12,-39 5,1 2,53-2,-27 4,40-17,-78 14,42-5,41 7,144 8,-100 3,568-3,-688 2,57 10,25 2,113-12,-160-3,-38 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0:41.0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592 22,'949'0,"-818"-11,-27 1,-99 9,-1 1,1 0,-1 0,1 1,-1-1,0 1,1 0,-1 0,0 1,0-1,0 1,6 3,-7-3,-1 0,1 0,-1 0,0 1,0-1,0 1,0-1,0 1,-1 0,1 0,-1 0,0 0,0 0,0 0,0 0,0 0,0 5,3 33,-1 0,-3 1,-6 56,1 1,2 813,5-483,-2-419,0-1,-1 1,0-1,0 1,-1-1,-4 12,5-17,-1-1,0 1,0 0,0-1,0 1,-1-1,1 0,-1 0,0 0,0 0,0 0,0-1,0 1,-1-1,1 0,-1 0,-5 2,-13 4,-1 0,0-2,0-1,0 0,-34 1,-123-4,112-4,-31-1,34 1,-98 7,143-1,0 0,-38 14,38-10,0-2,-31 6,-43-4,-169-8,115-3,-172 3,283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0:42.7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1450 1356,'0'-1355,"1"1367,0 1,1-1,0 0,1 1,1-1,-1 0,2-1,11 23,7 6,32 41,-15-22,10 11,20 35,-63-93,0 1,-2 0,1 0,-2 1,0-1,4 27,-7-33,-1 0,-1 0,1 1,-1-1,-1 0,1 0,-1 0,0 0,-1-1,1 1,-1-1,-1 1,1-1,-1 0,0 0,-1 0,-5 5,0 0,0-1,-1 0,0-1,-1 0,0 0,0-1,-23 10,-32 4,50-18,0 1,-27 12,-24 18,-128 59,175-83,0 0,1 1,-34 28,34-25,5-6,1-1,-1 0,-1-1,1-1,-1 0,-29 5,23-5,1 0,-41 19,5 9,39-23,0 0,0-1,-26 9,5-7,-1-2,0-2,-1-2,0-2,-67 0,71-2,2 2,-1 2,0 1,1 2,1 1,-1 1,-58 30,92-40,0-1,0 1,0-1,0 1,0-1,0 1,0-1,0 1,0 0,0 0,0-1,1 1,-1 0,0 0,1 0,-2 1,2-2,0 1,1-1,-1 0,0 1,0-1,0 0,1 1,-1-1,0 0,0 1,1-1,-1 0,0 0,1 1,-1-1,0 0,1 0,-1 0,0 1,1-1,-1 0,0 0,1 0,-1 0,0 0,1 0,-1 0,1 0,-1 0,41 0,-23-3,0-2,0 0,0-1,-1-1,27-15,77-54,-3-7,-108 75,0 0,-1 0,0-1,12-15,-15 17,0 0,0 0,1 0,0 1,0 0,1 0,-1 0,1 1,11-5,41-12,-27 10,0-1,43-25,112-55,-172 84,0 0,-1-1,0-1,24-21,-23 18,1 0,0 2,24-15,6 6,72-24,-96 37,39-23,-47 22,0 1,1 1,0 0,0 1,22-4,-15 4,40-14,-48 15,-14 4,1 0,0 0,0 1,0-1,0 1,0-1,0 1,0 0,0 0,0-1,0 1,0 1,0-1,0 0,0 0,0 1,-1-1,1 1,0 0,0 0,0-1,0 1,-1 0,1 0,0 1,-1-1,1 0,-1 0,1 1,-1-1,0 1,0 0,0-1,1 1,-2 0,1-1,0 1,0 0,0 0,-1 0,1 2,2 10,0-1,-1 1,-1 0,-1 25,0-28,0 28,-2 91,0-110,0-1,-2 1,0-1,-9 28,-9 12,-16 74,34-121,0 0,0 0,-2-1,1 1,-1-1,-8 10,7-11,1 0,0 1,0-1,1 1,1 0,0 1,-3 13,7-23,-3 16,0-1,0 1,-2-1,0 0,-1 0,-1-1,-13 24,5-16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2:46.0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1,'26'9,"-7"-1,7-2,10 1,36 14,-21-4,1-3,-1-3,2-1,77 4,218-13,-169-4,3158 4,-3317 0,0 1,0 1,0 1,36 13,-30-9,46 8,45-9,-92-8,-1 2,1 0,-1 2,0 1,38 10,-4 4,102 18,-123-32,70 0,6 0,-91-1,-1 2,37 12,-35-9,0-2,24 5,160 8,-114-7,-45-7,64 17,-60-10,1-2,107 5,109-16,-107-2,531 3,-674 2,0 0,-1 1,1 0,-1 2,20 7,-13-4,-1-1,32 4,62-2,162-9,-116-3,1081 3,-1236 0,0-1,0 1,0-2,0 1,0-1,-1-1,1 0,0 0,10-6,-16 8,-1 0,0-1,1 1,-1-1,0 0,0 0,0 0,0 0,0 0,-1 0,1 0,0-1,-1 1,0-1,0 1,0-1,0 1,0-1,0 0,0 1,-1-1,0 0,1 0,-1 1,0-1,0 0,-1 0,1 0,0 1,-1-1,0 0,0 1,1-1,-4-4,2 3,-1-1,0 0,0 1,0 0,-1 0,1 0,-1 0,0 0,0 1,-1 0,-7-5,-56-27,66 34,-52-25,27 12,0 2,-1 0,-50-13,7 13,0 2,-1 4,-82 3,-861 4,976-1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2:48.3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59 0,'7822'-59'0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2:49.9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0,'3467'0,"-3443"2,-1 0,0 2,-1 1,36 11,-31-8,0-1,48 7,144-11,-166-4,-15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2:54.0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0 834,'6'-1,"-1"0,1 0,-1-1,0 1,0-1,0 0,0-1,0 1,0-1,0 0,-1 0,1-1,-1 1,0-1,6-6,1-3,1-1,-2 0,16-25,-11 11,-4 8,1 0,15-21,-7 16,-2 0,-1-2,-1 0,16-38,-21 42,1 1,1 1,1 0,26-30,0 0,49-47,-71 75,-6 6,1 1,0 1,26-23,-34 34,0 0,0 1,1-1,-1 1,1 0,0 1,0-1,0 1,0 0,1 1,-1 0,0 0,1 0,-1 0,12 2,-11-1,0 2,0-1,0 1,0 0,0 0,0 0,-1 1,1 0,-1 1,0-1,0 1,0 1,0-1,-1 1,0 0,0 0,0 0,5 9,6 10,-1 0,-2 2,16 37,-16-32,20 35,-13-31,-2 1,-2 0,21 68,17 27,-50-122,0-1,0 0,1-1,1 1,-1-1,1 0,0 0,1-1,0 1,0-1,13 8,-15-11,-1-1,0 1,1-1,-1 0,1 0,0 0,0-1,0 1,0-1,0-1,0 1,0-1,0 0,0 0,0 0,0 0,0-1,0 0,0 0,0-1,0 1,5-4,6-5,-1-1,-1 0,0-1,0-1,-1 0,18-24,-12 15,35-33,186-171,-232 218,0 0,0 0,1 1,0 0,0 1,0 0,1 0,0 1,0 1,1-1,-1 2,1-1,0 1,21-2,-23 4,0 1,0 0,0 1,0 0,0 0,-1 1,1 0,0 0,0 1,-1 0,0 1,0 0,0 0,0 1,0 0,-1 0,0 1,11 11,-1 1,-1 0,-1 1,-1 1,18 33,-8-9,3 0,43 56,-58-84,0 1,11 24,-17-28,1 0,1-1,0 0,0 0,1-1,20 20,-18-24,0 0,0 0,0-2,1 1,0-1,0-1,0 0,1-1,-1 0,1-1,24 2,10-3,87-8,-120 7,1-2,-1 0,0-1,0 0,0-1,0 0,-1-1,0-1,0 0,0-1,0 0,-1-1,13-12,-8 6,1 1,0 0,0 1,2 1,26-12,-1 3,-28 11,1 1,0 0,0 1,1 2,34-8,-35 11,-1 1,1 1,-1 0,1 1,-1 1,1 0,21 7,-27-5,0 0,-1 1,1 0,-1 1,0 0,-1 1,1 0,-1 1,-1 0,18 18,-9-4,0 0,-2 1,0 0,15 34,-24-45,0 1,0-1,2-1,-1 0,1 0,1 0,20 16,-23-21,1 0,1 0,-1-1,1 0,0-1,0 0,1 0,-1-1,1 0,0-1,15 3,-19-5,0 1,0-1,0-1,0 1,0-1,-1 1,1-2,0 1,0-1,-1 0,1 0,-1 0,0-1,1 0,4-3,-2-1,0-1,0 0,-1 0,0 0,0-1,-1 0,6-11,-12 20,65-99,-56 86,1 1,1 0,0 1,1 0,19-13,-28 21,1 1,0 0,0 0,0 0,1 1,-1-1,0 1,1 0,-1 0,1 1,-1-1,1 1,6 1,-2 0,-1 0,0 1,0 0,0 0,0 1,14 7,-2 1,0 2,0 0,-2 1,24 23,3 0,-30-26,-1 0,22 24,-28-27,-1-1,2 0,-1-1,1 1,0-2,0 1,1-1,0-1,0 0,0 0,12 3,12 1,-1-2,44 3,-45-6,1-2,-1-1,58-8,-71 5,0-1,0-1,0-1,-1-1,1 0,-2-1,27-17,198-119,-19 21,-81 53,-101 50,-31 16,-1 0,1 0,0 0,0 2,0-1,1 1,-1 1,0-1,20 2,-24 0,1 1,-1 1,0-1,1 1,-1 0,0 0,0 0,0 1,-1 0,1 1,-1-1,1 1,-1 0,0 0,-1 0,1 1,4 5,7 11,-1 1,-1 0,-1 1,16 38,-18-44,-11-17,0 0,0 1,0-1,0 0,0 0,0 0,1 0,-1 0,0 0,0 0,0 1,0-1,0 0,1 0,-1 0,0 0,0 0,0 0,1 0,-1 0,0 0,0 0,0 0,0 0,1 0,-1 0,0 0,0 0,0 0,0 0,1 0,-1-1,0 1,0 0,0 0,0 0,0 0,1 0,-1 0,0 0,0-1,0 1,0 0,0 0,9-31,-3 4,61-142,-63 158,1 1,0-1,1 1,0 0,1 1,0 0,0 0,1 0,0 1,1 0,0 0,0 1,0 0,1 1,0 0,1 1,-1 0,1 0,0 1,0 1,0 0,12-2,-16 4,0 1,0 0,0 0,0 1,-1 0,1 0,0 1,0-1,-1 1,1 1,-1 0,0-1,0 2,9 5,6 6,-2 1,31 30,-26-22,-8-7,-1 2,0 0,-2 0,19 36,5 7,-21-36,1 0,34 42,-47-63,0 0,1 0,0 0,0-1,1 1,-1-1,1-1,0 1,0-1,0 0,0 0,0-1,12 3,-13-5,-1 0,1 0,0 0,-1-1,1 0,0 0,-1 0,1-1,-1 1,0-1,0 0,1-1,-1 1,6-6,-4 4,0-1,0 0,-1 0,1 0,-2 0,1-1,0 0,5-10,-3 1,0 1,2 0,0 0,0 1,2 0,-1 1,1 0,1 1,0 0,15-10,11-5,8-6,74-66,-107 87,1 0,0 1,1 1,0 0,0 1,30-12,-37 17,0-1,-1 0,-1-1,1 1,-1-1,0-1,0 1,0-1,5-7,-6 7,0 0,0 0,1 1,0-1,1 1,-1 1,1-1,0 1,8-4,10 1,1 1,-1 2,1 0,0 2,0 0,0 2,1 1,31 5,-45-4,-1 1,0 0,0 1,0 0,0 1,-1 0,1 1,-1 1,-1-1,1 1,12 12,-6-3,0 1,-1 1,-1 0,-1 1,13 22,-22-32,1-1,0 0,0 0,1-1,0 1,14 10,-19-16,0-1,0 1,0-1,1 1,-1-1,1 0,-1 0,1 0,-1 0,1-1,0 1,-1-1,1 1,0-1,-1 0,1 0,0 0,-1 0,1-1,0 1,-1-1,1 1,0-1,-1 0,1 0,-1 0,0-1,1 1,-1-1,2-1,2-2,0 0,-1 0,0 0,0-1,-1 0,1 0,-1 0,5-13,0-1,9-35,-15 42,1 0,0 0,1 1,0-1,1 1,0 1,1-1,10-12,-15 21,1 0,0 0,0 0,0 1,0-1,0 1,0 0,1 0,-1 0,1 0,-1 1,1 0,0-1,0 1,0 0,-1 1,1-1,0 1,0 0,0 0,0 0,0 0,0 0,0 1,0 0,-1 0,1 0,4 2,1 1,0 1,-1 0,1 0,-1 1,0 0,0 0,-1 1,0 0,12 15,-17-19,21 27,52 50,-69-74,1 1,1-1,-1-1,1 0,0 0,0 0,0-1,1 0,-1 0,1-1,0-1,0 1,14 1,-19-4,0 0,0 0,-1 0,1 0,0-1,0 0,-1 0,1 0,0 0,-1 0,1-1,-1 1,0-1,1 0,-1 0,0-1,0 1,0 0,0-1,-1 0,1 0,-1 0,0 0,3-3,2-8,0-1,-1 1,-1-1,7-26,10-28,-13 51,0 1,1 0,1 1,25-29,-32 40,0-1,1 2,0-1,0 0,1 1,-1 0,1 0,0 1,0 0,0 0,0 0,1 1,-1 0,1 0,0 0,-1 1,11-1,-13 3,1-1,-1 1,0 1,0-1,0 0,0 1,0 0,0 0,0 0,0 1,-1-1,1 1,-1 0,0 0,4 4,7 9,23 33,-17-20,155 198,-168-217,-3-4,1 1,0-2,0 1,0-1,9 8,-13-12,0-1,0 1,0 0,1-1,-1 1,0 0,1-1,-1 0,0 1,1-1,-1 0,0 0,1 1,-1-1,1 0,-1-1,0 1,1 0,-1 0,0 0,1-1,-1 1,0-1,1 1,-1-1,0 0,0 1,1-1,-1 0,0 0,0 0,0 0,0 0,0 0,1-2,5-6,0-1,-1 0,0-1,7-18,-9 18,1 0,1 0,0 0,0 1,9-10,-12 17,-1 0,1 1,0-1,0 1,0 0,0 0,1 0,-1 0,0 1,1-1,-1 1,1 0,0 0,-1 0,1 0,0 1,-1-1,1 1,0 0,7 1,-7 0,1-1,0 1,-1 0,1 0,-1 1,1 0,-1-1,0 1,0 1,1-1,-2 1,1-1,0 1,0 0,3 5,1 2,0 0,-1 1,0 0,5 13,-7-15,-1 1,2-1,-1 0,1-1,0 0,1 1,0-2,9 8,-15-14,0 0,0 0,0 0,0 0,1 0,-1-1,0 1,0-1,1 1,-1-1,0 1,1-1,-1 0,1 0,-1 1,1-1,-1 0,0 0,1-1,-1 1,1 0,-1 0,0-1,1 1,-1-1,0 1,1-1,-1 1,0-1,0 0,1 0,-1 1,0-1,0 0,0 0,0 0,0 0,0-1,0 1,-1 0,1 0,0 0,-1-1,1 1,-1 0,1-2,3-6,0 0,-1-1,-1 1,1-1,1-12,0-21,-3 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2:59.1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1 178 9830,'1'10'276,"1"-1"0,-1 1 0,2 0 0,0-1 0,4 12 0,4 13 261,6 41 218,-14-54-498,2 0 1,0 0 0,1 0 0,1 0-1,1-1 1,13 23 0,6 9 885,-2 1 1,35 105-1,9 23 977,-61-160-1838,-1-1 0,0 1 1,-1 1-1,3 27 0,5 90 1181,-9-65-675,5 149 1313,-9-237-2380,1 1 0,1 0-1,0 0 1,0 0 0,9-21 0,9-32-412,-13 32 82,15-37 0,-13 45 105,-2 0-1,10-53 1,-8 25-473,2 0 1,37-101-1,-42 136 840,21-50-651,5-15-290,-21 45 792,1 0 1,22-43-1,-27 65 183,-2 0 0,0-1 0,5-25 1,4-14-149,22-101-218,-5 18 58,-27 126 502,0 1 0,14-24 0,-5 12-102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2:59.67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4 1 9830,'-2'85'1683,"1"-23"-750,6 64 1,-2-104-535,2-1 1,13 38 0,-11-37-57,0 1 1,4 27 0,-6-22 344,19 54-1,-15-55-235,-2 0 0,7 38-1,-8 14 830,-6 103 0,-1-139-839,0-33-208,-2-14-282,-2-25-352,1 13 347,-2-9 20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2:59.90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00.89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114 554 9830,'1'11'238,"1"0"1,0 0-1,1-1 0,0 1 1,1 0-1,0-1 0,0 0 1,1 0-1,1 0 0,0-1 1,12 16-1,15 28 195,30 55 744,24 48 934,-76-126-1588,0-1 1,8 44 0,13 37 689,-27-96-984,0 0-1,-2 0 1,1 1 0,1 26-1,-4-38-184,-1 0-1,0 1 1,0-1-1,-1 0 1,1 0-1,-1 1 1,1-1-1,-1 0 1,0 0-1,0 0 1,-1 0-1,-1 4 0,2-6-5,0 1-1,-1-1 0,1 0 0,0 0 1,-1 0-1,1 0 0,0 0 0,-1 0 1,0 0-1,1 0 0,-1 0 0,1-1 1,-1 1-1,0-1 0,1 1 0,-1-1 0,0 0 1,0 0-1,1 1 0,-1-1 0,0 0 1,0-1-1,1 1 0,-4-1 0,1 1-7,1-1 0,-1 0 0,0 0 0,1-1-1,-1 1 1,1-1 0,-1 0 0,1 0-1,0 0 1,-1 0 0,1 0 0,0-1 0,-4-4-1,-32-45-277,22 26 124,-4-7-268,1 0 0,2-1 1,2-1-1,1-1 1,2-1-1,-15-61 1,15 29-423,-6-89 0,13 94 375,-3-254-1803,9 267 1815,1 34 433,0-1 0,1 1-1,1 0 1,1 0 0,1 0-1,0 0 1,1 0 0,0 1-1,2 0 1,0 1 0,1-1-1,0 2 1,1-1 0,1 1-1,0 1 1,23-21 0,-27 28 85,2 0 0,-1 1 1,1 1-1,-1-1 1,1 2-1,0-1 1,1 1-1,-1 0 1,0 1-1,1 0 1,0 1-1,-1-1 1,19 2-1,-15 0 48,0 1 0,0 1-1,0 0 1,0 1 0,-1 1-1,1 0 1,-1 0 0,0 1-1,20 11 1,-19-8-2,11 5 360,-1 2-1,37 30 1,-42-30-252,0-2 0,23 13 1,-28-19-69,0 1 1,-1 0 0,0 1-1,-1 0 1,1 1-1,-2 0 1,17 20 0,-20-20-45,0 1 0,-1-1 0,0 1 0,6 18 0,-11-26-98,0 0 1,0-1-1,-1 1 1,1 0-1,-1 0 0,1 0 1,-1-1-1,0 1 1,0 0-1,0 0 0,-1 0 1,1 0-1,-1-1 1,1 1-1,-1 0 1,0 0-1,0-1 0,0 1 1,0-1-1,-1 1 1,1-1-1,-1 1 1,1-1-1,-1 0 0,-3 4 1,-7 2 138,0 1 0,0-2 0,-1 1-1,0-2 1,-1 0 0,-13 5 0,-16 6 86,21-8-31,1-2 1,-1-1-1,0 0 0,-1-2 1,-26 3-1,-1 0 125,33-3-271,-1 1 0,1 0 0,0 2 0,0 0 0,-26 16 0,24-13-90,1-1 0,-2 0 0,-31 9 1,13-11 6,0-1 0,-1-2 0,-77-3 0,73-2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01.34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9830,'1570'0'15420,"-865"0"-14456,-665 0-964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15.83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730 1846 9830,'0'-2'31,"-1"1"0,0-1-1,0 1 1,1-1 0,-1 1 0,0-1 0,0 1-1,-1 0 1,1 0 0,0-1 0,-2 0 0,-7-9 129,-3-9-171,1-2 1,2 1-1,0-1 1,0-1-1,2 0 1,1 0 0,1-1-1,-3-23 1,3-14-26,2-123 0,7-487-190,-4 431 164,0 191 38,-2 1-1,-16-83 1,9 95 22,-21-52 1,19 59 1,10 22 93,-1 1 0,0 0 0,0 0 0,-1 0 0,-6-8 0,9 13-71,1 0 0,-1 1 0,0-1 0,1 0 0,-1 1 0,0-1 0,0 1 0,1-1 0,-1 1 0,0-1 0,0 1 0,0-1 0,1 1 0,-1 0 0,0 0 0,0-1 0,0 1 0,0 0 0,-1 0 0,1 0-8,0 1 0,0-1 0,0 1 0,0-1 0,0 1 0,0 0 0,0-1 0,0 1 0,1 0 0,-1 0 0,0-1 0,1 1 0,-1 0 0,0 0 0,1 0 0,-1 0 0,1 0 0,0 0 0,-1 0 0,1 0 0,0 0 0,-1 1 0,-5 22 281,2 1-1,0-1 1,2 1 0,0 0 0,2 0-1,3 33 1,0 0 190,-4 37 368,0-34-45,2-1 0,13 82 0,27 27 1474,-9-39-957,7 3 145,-26-96-1012,-2 1 0,-1 0 0,6 52 0,-14-68-199,2-1-1,1 1 1,1-1 0,0 0 0,2-1 0,0 0 0,1 0 0,20 30 0,-16-24-259,-1 1 0,-1 0 0,9 39 0,13 31 0,-15-56 0,1-1 0,2 0 0,1-2 0,2 0 0,2-2 0,53 58 0,-69-85 0,0-2 0,1 1 0,0-1 0,0 0 0,0-1 0,1-1 0,0 0 0,0 0 0,1-1 0,-1-1 0,1 0 0,-1-1 0,25 2 0,-35-4 0,-1 1 0,0-1 0,0 0 0,1 0 0,-1 0 0,0 1 0,0-1 0,1 0 0,-1 0 0,0-1 0,0 1 0,1 0 0,-1 0 0,0-1 0,0 1 0,0 0 0,1-1 0,-1 0 0,2 0 0,-3 0 0,0 0 0,-1 0 0,1 0 0,0 0 0,-1 1 0,1-1 0,0 0 0,-1 0 0,1 1 0,-1-1 0,1 0 0,-1 1 0,0-1 0,1 0 0,-1 1 0,0-1 0,1 1 0,-1-1 0,0 1 0,-1-1 0,-50-29 0,-45-8 0,19 10 0,42 16 0,0 1 0,0 3 0,-1 0 0,-44-2 0,33 4 0,-33-1 0,57 6 0,0-1 0,0-1 0,1-1 0,-38-11 0,31 6 0,0 2 0,0 1 0,-1 1 0,0 2 0,-32 0 0,-55-6 0,112 8-33,0 0 0,0 0 0,0-1 0,0 1 1,0-2-1,0 1 0,1-1 0,-1 1 0,1-1 1,-1-1-1,1 1 0,0-1 0,0 0 0,1 0 1,-1-1-1,1 1 0,-4-7 0,2 2-101,1 0 0,0 0 0,0-1 0,1 1 0,1-1 0,-1 0 0,2-1 0,-1 1 0,0-15 0,-2-17-423,2 1-1,3-1 1,6-72-1,-3 102 555,-1 0 1,2 1-1,-1-1 0,1 1 0,1 0 1,0 0-1,1 0 0,0 1 0,1-1 0,0 1 1,0 1-1,1 0 0,0 0 0,1 0 1,0 1-1,0 0 0,1 1 0,0 0 0,0 1 1,21-10-1,29-19 228,0-3-1,63-53 1,60-40 238,24 1 169,-121 73-323,-69 43-234,1 1 0,0 1 0,1 1 0,0 0 0,1 2 0,32-12 0,-24 14 41,-1-1-1,1-2 1,-2 0-1,1-2 1,-2-1-1,1-1 1,35-27-1,-91 69 46,2 2 0,2 0 0,-37 54 0,32-41-137,-53 56 0,-101 107-24,93-102 0,71-83 0,-31 43 0,4-3 0,39-50 0,2 0 0,-1 0 0,-5 13 0,8-14 0,-1-1 0,0 1 0,0-1 0,-1-1 0,-9 11 0,-7 2 0,8-8 0,0 1 0,1 0 0,1 0 0,0 2 0,1 0 0,-19 33 0,23-30 0,1 0 0,0 0 0,2 1 0,-5 23 0,-6 84 0,11-79 0,-3 74 0,7-87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17.1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1055 1869 9830,'0'-1291'0,"2"1245"0,10-57 0,2-25 0,-13-128 13,-1 212 20,0 404 4336,-1-350-4225,1 1 1,1-1 0,0 1-1,0-1 1,1 1-1,0-1 1,1 0 0,1 0-1,-1 0 1,1 0 0,9 14-1,-5-12-9,3 4 92,-1 1-1,-1 0 1,0 0 0,-1 1-1,-1 0 1,7 24 0,9 68 1334,38 169 1113,-49-235-2034,2-1-1,2 0 0,29 53 0,24 70 1060,-66-159-1696,0-1 0,0 1 0,0 0 1,-1 0-1,0 0 0,2 11 0,-4-16-3,0 0 0,0 0 0,0 0 0,-1 0 0,1 0 0,0 0 0,-1 0 0,1 0 0,-1 0 0,0 0 0,1 0 0,-1 0 0,0-1 0,0 1-1,0 0 1,-1-1 0,1 1 0,0 0 0,-1-1 0,1 0 0,0 1 0,-1-1 0,0 0 0,1 0 0,-1 0 0,0 0 0,0 0 0,1 0 0,-4 1 0,-5 1 0,0 0 0,0 0 0,-1-1 0,1 0 0,-1 0 0,-11-1 0,-70-3 0,52 0 0,-187 0 0,-64-2 0,179-9 0,-10-1 0,-118 12 0,157 3 0,72-1-2,0 0 1,0-1 0,0-1 0,1 1-1,-1-2 1,-15-4 0,24 6-28,0 0 0,0 1 0,0-1 0,0 0 0,0 0 0,0 0 0,1-1 0,-1 1 0,0 0 0,0-1 0,1 1 0,-1-1 0,1 1 0,0-1 0,-1 0 0,1 0 1,0 0-1,0 0 0,0 1 0,0-1 0,0-1 0,0 1 0,1 0 0,-1 0 0,1 0 0,-1 0 0,1 0 0,0-1 0,0 1 0,0 0 0,0 0 0,0 0 0,1 0 0,-1-1 0,1 1 0,-1 0 0,1 0 0,0 0 0,1-3 0,6-10-118,0 1-1,1 0 1,1 0-1,0 0 1,1 1-1,1 1 1,0 0-1,14-11 1,15-16-402,-14 14 622,2 2 0,1 0-1,44-25 1,38-28-531,-59 37 733,106-60 0,-146 91-222,-1-1-1,0-1 1,0 0 0,11-13-1,-10 11 24,0-1 0,20-13-1,-11 12 32,3-2-200,0-2-1,-1 0 1,24-25-1,-16 10-11,120-114 511,-123 118-293,-25 24-99,0 0 0,1 0-1,0 1 1,-1-1 0,2 1 0,-1 0 0,0 0 0,1 0-1,0 1 1,-1 0 0,1 0 0,1 1 0,8-3 0,-13 4-10,-1 1 1,1 0-1,-1 1 1,0-1 0,1 0-1,-1 0 1,0 0 0,0 1-1,1-1 1,-1 1-1,0-1 1,0 1 0,1 0-1,-1-1 1,0 1 0,0 0-1,0 0 1,0-1-1,0 1 1,0 0 0,0 0-1,0 0 1,0 1 0,-1-1-1,1 0 1,0 0-1,-1 0 1,1 0 0,-1 1-1,1-1 1,-1 0 0,0 1-1,1-1 1,-1 0-1,0 1 1,0-1 0,0 0-1,0 3 1,1 3 10,-1 1 1,-1 0-1,1 0 1,-1 0-1,-3 11 0,-12 43 158,-4 0 1,-2-2-1,-53 103 0,-53 109 388,114-243-444,-17 28 1,-5 7-49,-32 60-69,-16 32 0,67-116 0,-2-2 0,-1-1 0,-2 0 0,-1-1 0,-53 60 0,62-78 0,1 1 0,0 0 0,1 1 0,1 0 0,1 1 0,-13 42 0,-18 33 0,27-68 0,1 1 0,-16 56 0,20-43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17.81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0 483 9830,'2'26'614,"1"0"1,1 0-1,11 35 1,11 15 463,-18-56-790,-1 1 0,0 0 0,4 29 0,22 184 2282,-24-195-1982,2 0 1,2-1 0,1-1 0,24 48 0,28 71 758,26 164 1883,-84-295-2760,1 0 0,15 30 0,0 3-275,13 21-195,-28-62 0,0 1 0,-1 0 0,-1 0 0,0 1 0,-1 0 0,3 25 0,-6-17 0,1-1 0,2 1 0,0-1 0,16 40 0,-22-65-7,0-1 1,0 1-1,0-1 1,0 1-1,0-1 1,0 1 0,0-1-1,1 0 1,-1 1-1,0-1 1,0 1-1,0-1 1,1 1 0,-1-1-1,0 0 1,0 1-1,1-1 1,-1 0 0,0 1-1,1-1 1,-1 0-1,0 1 1,1-1-1,-1 0 1,1 0 0,-1 0-1,1 1 1,-1-1-1,0 0 1,1 0-1,-1 0 1,1 0 0,-1 0-1,1 0 1,-1 0-1,1 0 1,6-17-419,-3-29-232,-4-490-4202,-2 239 1617,2-397-2902,3 657 6007,1-1 0,2 1 0,1 0 0,14-36 0,7-39 3,-22 68 134,3-80 0,-2 14 0,-5 95 46,1 0-1,0 0 1,1 0-1,1 1 1,0-1-1,14-25 1,-19 40-36,0 0 0,0 0 0,0 0 0,0-1 0,0 1 0,0 0 0,0 0 0,0 0 0,1 0 0,-1-1 0,0 1 0,0 0 0,0 0 0,0 0 0,0 0 0,0-1 0,0 1 1,1 0-1,-1 0 0,0 0 0,0 0 0,0 0 0,0-1 0,1 1 0,-1 0 0,0 0 0,0 0 0,0 0 0,0 0 0,1 0 0,-1 0 0,0 0 0,0 0 0,0 0 0,1 0 0,-1 0 0,0 0 1,0 0-1,0 0 0,1 0 0,-1 0 0,0 0 0,0 0 0,0 0 0,1 0 0,-1 0 0,0 0 0,0 1 0,0-1 0,0 0 0,1 0 0,2 10 196,0 6-161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18.0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9830,'0'0'0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18.29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1 9830,'0'4'273,"0"13"273,5 2-273,6-2 0,2 6 274,-1 0-547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19.01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0 791 9830,'1'2'81,"0"-1"0,-1 1-1,1 0 1,0-1 0,0 1 0,0-1-1,0 1 1,0-1 0,1 0 0,-1 1-1,0-1 1,2 1 0,6 8 272,26 32 516,27 35 89,34 55 1134,-94-128-2023,1 0-1,0 0 1,0 0 0,0 0-1,0-1 1,0 1 0,5 3-1,-8-7-64,0 0 0,1 0 0,-1 1 0,0-1 0,1 0 0,-1 0 0,0 0 0,1 0 0,-1 0 0,0 0 0,1 0 0,-1 0 0,0 0-1,1 0 1,-1 0 0,0 0 0,1 0 0,-1 0 0,0 0 0,1 0 0,-1 0 0,0 0 0,1 0 0,-1 0 0,0-1 0,0 1 0,1 0 0,-1 0 0,0 0 0,1-1 0,-1 1-1,0 0 1,0 0 0,1-1 0,-1 1 0,0 0 0,7-27-195,9-273-978,-11 208 834,-4 50 105,3 1 0,1 0 1,13-55-1,-2 43 30,-3 12-29,-2 0 0,-2-1-1,5-50 1,-14 81 170,1-1 1,1 1 0,0 0-1,1-1 1,0 1-1,0 0 1,8-14 0,-9 19 94,2 1 1,-1 0-1,0 0 1,1 0-1,0 0 1,0 1-1,1 0 1,-1 0 0,1 0-1,0 0 1,0 1-1,0-1 1,1 1-1,-1 1 1,11-5-1,2 2 160,1 0 0,0 1 0,1 1 0,-1 0 0,26 1 0,-7 3 442,66 8 1,-92-7-489,0 1 0,0 0-1,0 1 1,0 0 0,-1 1 0,0 1 0,0-1 0,0 2-1,19 14 1,0 6 775,48 51 0,4 5 421,-56-60-875,-2 2-1,0 0 1,-2 2-1,0 1 1,28 50 0,-38-60-216,-9-15-178,-1 0 1,1 0-1,-1 0 1,0 1-1,0-1 0,0 1 1,-1 0-1,2 4 1,-3-8-62,0 1 1,0-1 0,0 1-1,0 0 1,0-1 0,0 1-1,0-1 1,0 1 0,0-1-1,-1 1 1,1 0-1,0-1 1,0 1 0,-1-1-1,1 1 1,0-1 0,0 1-1,-1-1 1,1 0 0,-1 1-1,1-1 1,0 1-1,-2 0 1,1 0 20,-1 0 0,0 0 0,0-1 0,0 1 0,0 0 0,0-1 0,0 1 0,0-1-1,0 0 1,-3 1 0,-51 3 714,1 4 0,-103 26 0,112-21-751,4-2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19.69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775 0 9830,'-3'1'112,"0"-1"1,1 1-1,-1 0 0,0 0 0,1 0 1,-1 0-1,0 1 0,1-1 1,-5 4-1,-9 4 129,1-2-70,-33 14 667,0 1 0,2 3 0,-49 34 0,37-19-231,36-26-133,1 1 0,0 0 0,-24 25 0,34-30-218,0 0 0,-1-2 0,0 1 0,-21 11 0,-28 19 649,52-32-740,-1-1 1,1 0-1,-1 0 1,0-1-1,-1 0 1,1-1-1,-1 0 1,0 0-1,0-1 1,-17 2-1,-10-1-74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3:20.47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95 0 9830,'2'152'2703,"-4"172"10,-3-269-1735,-18 80 1,17-114-661,0 0 1,-1-1-1,-1 0 1,-18 30 0,13-28-274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09.92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2 9830,'77'0'1540,"-15"-2"-688,0 3 0,73 12 0,-16 0 805,-1-6 0,145-8 1,-92-1-77,548 2 4074,-284 0-5575,-268-15-80,-10 1 0,726 12 0,-426 4 0,466-2 0,-726 15 0,-18 0 0,282-16 0,-437 2 0,-1 2 0,0 1 0,0 0 0,33 12 0,-29-8 0,0-1 0,48 6 0,-20-9 0,-18-3 0,0 3 0,64 13 0,-48-5 0,1-2 0,103 5 0,114-16 0,-112-1 0,439 2 0,-431 14 0,-10 1 0,325-14 0,-224-3 0,-237 4 0,-1 0 0,0 1 0,0 1 0,35 13 0,-28-9 0,45 8 0,-42-12 0,19 3 0,51 13 0,-54-9 0,1-3 0,87 6 0,97-13 0,-128-3 0,-71 4 0,-1 1 0,1 2 0,52 14 0,-46-9 0,74 8 0,154-15 0,-170-5 0,144 14 0,-133-1 0,116-3 0,-182-6 0,1 2 0,75 18 0,-72-12 0,1-2 0,49 3 0,19-12 0,-64-1 0,60 6 0,-90-1 0,0 2 0,39 13 0,-38-11 0,-1-1 0,30 5 0,44-3 0,170-7 0,-117-4 0,1143 3 0,-1251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5:13.1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0,'8'1,"-1"0,0 1,0 0,0 0,-1 0,1 1,0 0,-1 0,9 6,18 8,5-4,0-1,1-2,43 5,10 3,-15 8,-60-19,1 0,1-2,28 6,5-5,-4 0,48 12,-39-6,0-3,94 5,119-15,-110-1,1815 2,-1945-2,-1-1,1-2,46-13,42-6,-103 22,14-1,0-1,-1-2,34-10,-7 0,1 3,82-9,-120 20,90-7,178 7,-139 4,2155-2,-2105 15,-18-1,764-12,-454-4,-403 0,-27 0,72 7,-111-1,0 0,38 14,-37-10,0-2,30 6,34-5,157-6,-113-4,1072 3,-1181 2,1 0,-1 1,0 1,35 13,-29-9,47 8,20-8,169-7,-114-4,1416 3,-1522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5:17.84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1 523,'1'-2,"-1"0,1 0,1 0,-1 1,0-1,0 0,1 1,-1-1,0 1,1-1,1 0,4-5,4-4,1 0,0 0,1 1,0 1,0 0,24-11,-8 7,1 0,42-10,8 7,-55 12,-1-1,31-10,170-84,-201 93,-1 0,1 1,0 1,0 2,0 0,29 3,-27-1,0 0,0-2,0-1,0-1,26-7,-16 0,0 3,1 1,73-5,116 13,-99 2,-3-2,168-3,-185-12,-27 3,-63 8,-13-2,-5 4,-1 0,1 0,0 0,0 0,-1 0,1 0,0 0,-1 0,1 1,-1-1,1 0,-2 0,-59-18,18 10,-1 2,-80-3,-95 12,82 1,-811-3,1969 0,-1001-1,1 0,0-1,-1-2,0 0,0 0,36-16,-53 20,-1 0,0 0,0-1,0 1,0-1,0 1,0-1,0 1,0-1,0 0,-1 1,1-1,0 0,0 0,0 0,-1 0,2-1,-3 2,1 0,0-1,0 1,0-1,-1 1,1 0,0-1,0 1,-1 0,1-1,0 1,-1 0,1-1,0 1,-1 0,1 0,-1-1,1 1,-1 0,1 0,0 0,-1-1,1 1,-1 0,1 0,-1 0,-45-5,-382 4,197 3,229-2,-54 0,50 0,7 0,30 0,1294 0,-1337 2,0 0,1 0,-1 1,1 1,0 0,0 1,-15 8,-25 9,-107 33,134-47,0 0,-1-2,1-1,-1-1,-36 1,-34 6,-6 0,-1-4,-125-8,84-2,-283 3,1989 0,-1651-1,-119 4,166 3,-54 15,56-11,-74 9,-153-16,162-5,74 4,1 1,-1 2,-50 13,-30 6,99-23,-21 4,31-4,18 0,953-4,-1593 3,1169 0,-878 0,474 2,169-4,-294 1,0-1,-1 0,0-1,19-6,-30 4,-14 2,-15 0,-36 2,-1 2,-110 16,133-12,3-1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5:27.0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3,'3427'0,"-3407"2,0 0,0 1,0 1,35 12,-29-8,47 9,20-9,169-8,-114-3,1238 3,-1363-1,0-2,0 0,0-2,33-11,-29 8,0 1,48-6,300 10,-195 5,4200-2,-4356 2,0 0,-1 2,1 1,31 10,-28-6,1-2,47 5,299-8,-195-7,-98 2,-20 0,1 2,81 12,-37-1,1-4,148-9,-102-1,401 2,-511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29.1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 0,'10159'289'0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3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134 543 24575,'0'1'0,"1"0"0,-1 0 0,1 0 0,-1 0 0,1 0 0,-1 0 0,1 0 0,0-1 0,0 1 0,-1 0 0,1 0 0,0 0 0,0-1 0,0 1 0,0 0 0,1 0 0,8 8 0,-3 3 0,0 0 0,-1 1 0,-1 0 0,0 0 0,0 1 0,4 21 0,2 7 0,34 87 0,-37-110 0,0 0 0,1-1 0,0 0 0,2-1 0,0 1 0,1-2 0,27 29 0,-16-17 0,28 40 0,-45-57 0,0-1 0,-1 1 0,0 0 0,0 0 0,-1 0 0,-1 1 0,0-1 0,2 15 0,-2 8 0,-1-12 0,1 0 0,1 0 0,10 33 0,-9-41 0,-1 0 0,0 0 0,-1 0 0,-1 1 0,2 23 0,-4-38 0,0 1 0,0-1 0,0 1 0,0 0 0,0-1 0,0 1 0,0 0 0,0-1 0,0 1 0,0-1 0,0 1 0,0 0 0,-1-1 0,1 1 0,0-1 0,0 1 0,-1 0 0,1-1 0,0 1 0,-1-1 0,1 1 0,0-1 0,-1 1 0,1-1 0,-1 0 0,1 1 0,-1-1 0,1 1 0,-2-1 0,1 0 0,1 0 0,-1 0 0,0 0 0,0-1 0,0 1 0,0 0 0,0-1 0,0 1 0,0-1 0,0 1 0,0-1 0,1 1 0,-1-1 0,0 1 0,0-1 0,0-1 0,-30-34 0,31 36 0,-54-97 0,-23-42 0,62 112 0,-17-42 0,-11-20 0,22 54 0,2-1 0,1-1 0,2 0 0,-14-51 0,18 52 0,-1 0 0,-21-41 0,21 51 0,1-1 0,1 0 0,1-1 0,1 0 0,-5-36 0,7-83 0,7 100 0,-8-68 0,6 103 0,0 0 0,1 0 0,1 0 0,0 0 0,0 0 0,4-22 0,-3 32 0,0-1 0,-1 1 0,1 0 0,0-1 0,0 1 0,1-1 0,-1 1 0,0 0 0,1 0 0,-1 0 0,1 0 0,0 0 0,0 0 0,-1 0 0,1 1 0,1-1 0,-1 1 0,0-1 0,0 1 0,0 0 0,1 0 0,-1 0 0,1 0 0,-1 0 0,1 0 0,-1 1 0,1-1 0,-1 1 0,1 0 0,-1 0 0,1 0 0,-1 0 0,1 0 0,0 0 0,-1 1 0,1-1 0,-1 1 0,4 1 0,9 2 0,0 1 0,0 0 0,0 1 0,-1 1 0,0 0 0,0 1 0,16 13 0,88 78 0,-62-49 0,7 5 0,87 70 0,121 110-14,-165-138-5625,-1 8 3965,-41-39 2307,3-5 4845,-56-51-5358,-1 0 0,0 1 0,0 0 1,-1 1-1,0 0 0,-1 0 1,-1 1-1,0 0 0,-1 0 1,8 24-1,-7-13-138,0 0 0,-2 1 1,-1-1-1,-1 1 0,-1 36 0,-2-53 18,0 1 0,0-1 0,-2 0 0,1 1 0,-1-1 0,0 0 0,0 0 0,-6 11 0,6-15 0,0-1 0,0 1 0,0-1 0,-1 1 0,1-1 0,-1 0 0,0 0 0,0 0 0,0 0 0,-1-1 0,1 1 0,-1-1 0,1 0 0,-1 0 0,0 0 0,0 0 0,0-1 0,-6 2 0,-54 17 0,42-12 0,-1-1 0,1-1 0,-36 5 0,51-11 0,1 1 0,-1-1 0,1 0 0,-1-1 0,1 0 0,0 0 0,-1 0 0,1-1 0,0 0 0,0 0 0,0 0 0,0-1 0,0 0 0,1 0 0,-1 0 0,1-1 0,-7-5 0,-9-11 0,2 0 0,0-2 0,1 0 0,-28-46 0,28 43-1365,1 5-5461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4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62 550 24575,'-12'0'0,"13"-2"0,23 1 0,-5 2 0,0 1 0,1-2 0,-1 0 0,39-5 0,-52 4 0,1-1 0,-1 0 0,0 0 0,0-1 0,0 1 0,0-1 0,-1 0 0,1-1 0,-1 0 0,1 1 0,-1-2 0,-1 1 0,1-1 0,0 1 0,-1-1 0,4-6 0,11-20 0,-2 0 0,21-49 0,-16 31 0,-15 35 0,-1-1 0,-1 0 0,7-29 0,-11 39 0,0-1 0,0 1 0,-1 0 0,0-1 0,0 1 0,0-1 0,-1 1 0,0 0 0,0-1 0,0 1 0,0 0 0,-1 0 0,0 0 0,0 0 0,-3-5 0,-1-1 0,-1 1 0,-1-1 0,0 1 0,0 1 0,-1-1 0,0 2 0,-10-9 0,13 13 0,0 1 0,1 0 0,-1 0 0,-1 0 0,1 1 0,0 0 0,0 0 0,-1 0 0,1 1 0,-1 0 0,0 0 0,1 1 0,-1 0 0,0 0 0,-8 2 0,8-1 0,1 0 0,0 0 0,0 1 0,0 0 0,-1 0 0,2 0 0,-1 1 0,0 0 0,1 0 0,-1 1 0,1-1 0,0 1 0,0 0 0,0 1 0,1-1 0,-7 9 0,5-5 0,1 0 0,0 0 0,0 1 0,1 0 0,0 0 0,1 0 0,0 0 0,0 1 0,1-1 0,-2 15 0,-2 16 0,-18 58 0,1-4 0,10-32 0,4 1 0,-3 86 0,11-92 0,0 1 0,6 59 0,-4-109 0,0 0 0,0 0 0,1 0 0,1 0 0,-1 0 0,1-1 0,0 1 0,1-1 0,4 8 0,-5-11 0,0 0 0,1 0 0,-1 0 0,0-1 0,1 0 0,0 0 0,0 0 0,0 0 0,0 0 0,0-1 0,1 0 0,-1 0 0,1 0 0,-1 0 0,1-1 0,6 2 0,33 2 0,0-2 0,0-2 0,1-2 0,49-7 0,-76 6 0,-1 0 0,1-1 0,-1-1 0,32-11 0,-40 11 0,0 0 0,0 0 0,-1-1 0,0-1 0,0 1 0,-1-1 0,1 0 0,-1-1 0,0 0 0,8-11 0,55-66 0,-63 74-151,0 0-1,0 1 0,1 0 0,0 1 1,1 0-1,0 0 0,0 0 1,18-10-1,6 2-6674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5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233 692 24575,'10'0'0,"22"1"0,1-2 0,54-9 0,-76 8 0,0-1 0,0 0 0,-1-1 0,1 0 0,-1-1 0,0 0 0,0-1 0,-1 0 0,0 0 0,0-1 0,13-12 0,-2-3 0,-1 0 0,25-41 0,-27 37 0,0 2 0,31-33 0,-41 49 0,-1-1 0,1 1 0,-1-2 0,-1 1 0,0-1 0,0 1 0,-1-1 0,0-1 0,-1 1 0,0 0 0,-1-1 0,3-21 0,-2-4 0,-2 1 0,-5-57 0,4 86 0,-1 1 0,0 0 0,0 0 0,0 0 0,0 0 0,-1 0 0,0 0 0,0 0 0,0 0 0,-1 1 0,0-1 0,-6-7 0,8 11 0,-1-1 0,1 1 0,-1 0 0,0-1 0,1 1 0,-1 0 0,0 0 0,0 0 0,0 0 0,0 1 0,0-1 0,0 0 0,0 1 0,0 0 0,0-1 0,0 1 0,-1 0 0,1 0 0,0 0 0,0 0 0,0 0 0,0 1 0,0-1 0,0 1 0,0-1 0,0 1 0,0 0 0,0 0 0,0 0 0,0 0 0,0 0 0,0 0 0,-2 3 0,-14 11 0,2 0 0,0 1 0,0 1 0,2 1 0,0 0 0,-22 39 0,-27 33 0,37-58 0,7-11 0,2 1 0,-28 44 0,31-43 0,-22 29 0,23-36 0,0 1 0,2 1 0,-15 30 0,-50 95 0,5-12 0,63-114 0,1 1 0,0 1 0,2-1 0,0 1 0,-3 32 0,-19 103 0,16-106 0,-7 77 0,15 277 0,6-204 0,-3-153-1365,0-6-5461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6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1 145 24575,'94'2'0,"-30"0"0,0-3 0,95-13 0,-116 7 0,-23 5 0,0-1 0,0-1 0,-1-1 0,0 0 0,0-1 0,0-2 0,0 0 0,29-17 0,-35 17-151,-1 0-1,2 1 0,-1 1 0,1 0 1,0 1-1,0 0 0,0 1 1,21-3-1,3 2-6674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7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381 47 24575,'-1'-1'0,"-1"1"0,1-1 0,0 0 0,-1 1 0,1-1 0,0 0 0,0 0 0,0 0 0,-1 0 0,1 0 0,0 0 0,-1-2 0,-10-7 0,6 7 0,0-1 0,0 1 0,-1 1 0,1-1 0,-1 1 0,0 0 0,1 1 0,-1 0 0,0 0 0,0 0 0,0 1 0,0 0 0,0 0 0,0 1 0,0 0 0,0 0 0,1 0 0,-1 1 0,0 0 0,1 0 0,-1 1 0,1 0 0,0 0 0,0 1 0,0-1 0,0 1 0,1 1 0,-1-1 0,1 1 0,-7 8 0,0 1 0,0 0 0,1 1 0,1 0 0,1 0 0,-13 29 0,12-23 0,0-1 0,1 1 0,1-1 0,1 2 0,0-1 0,-4 35 0,5 22 0,3-1 0,9 88 0,-5-159 0,-1 0 0,1 0 0,0 0 0,0 0 0,1 0 0,0 0 0,0 0 0,6 10 0,-8-15 0,1 0 0,0 1 0,0-1 0,1 0 0,-1 0 0,0 0 0,0 0 0,0 0 0,1 0 0,-1 0 0,1 0 0,-1 0 0,0-1 0,1 1 0,0 0 0,-1-1 0,1 0 0,-1 1 0,1-1 0,-1 0 0,1 0 0,0 0 0,-1 0 0,1 0 0,0 0 0,-1 0 0,1 0 0,-1-1 0,1 1 0,-1-1 0,1 1 0,-1-1 0,1 1 0,-1-1 0,1 0 0,-1 0 0,3-2 0,7-3 0,-1-1 0,1 0 0,-1-1 0,-1 0 0,1-1 0,-1 0 0,-1 0 0,0-1 0,0 0 0,-1 0 0,8-16 0,73-120 0,-73 123 0,1 1 0,27-30 0,-25 30 0,0 0 0,16-26 0,-17 22 0,-12 19 0,0 0 0,0-1 0,-1 1 0,0-1 0,0 0 0,3-11 0,0-17 0,-1 0 0,1-39 0,-3 58 0,1 22 0,4 29 0,3 26 0,20 60 0,-29-110 0,6 16 0,2 1 0,1-2 0,28 46 0,-24-46 0,-1 1 0,-2 0 0,15 41 0,35 95 0,1 3 0,-63-160 0,0 0 0,1 0 0,0-1 0,0 1 0,1-1 0,-1 1 0,1-1 0,0 0 0,0 0 0,0 0 0,1 0 0,6 5 0,-8-8 0,0 0 0,0 1 0,1-1 0,-1 0 0,0 0 0,1 0 0,-1-1 0,1 1 0,-1-1 0,1 1 0,-1-1 0,1 0 0,0 0 0,-1 0 0,1 0 0,-1 0 0,1-1 0,-1 1 0,1-1 0,-1 0 0,1 0 0,-1 0 0,1 0 0,-1 0 0,0 0 0,3-2 0,2-1 0,-1-1 0,1 0 0,-1-1 0,0 1 0,0-1 0,-1-1 0,9-11 0,28-54 0,-36 60-273,-1 1 0,-1-1 0,0 0 0,2-13 0,1-12-6553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8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24575,'3'0'0,"-1"1"0,0-1 0,0 1 0,1 0 0,-1 0 0,0 0 0,0 0 0,0 0 0,0 0 0,0 0 0,0 1 0,0-1 0,0 1 0,0 0 0,-1-1 0,1 1 0,-1 0 0,1 0 0,-1 0 0,1 3 0,26 49 0,-20-36 0,24 53-3910,42 142 0,-40-87 4499,-28-100-496,1 5 407,20 54 1,-20-62 236,0 0 1,-2 0 0,0 0 0,-2 1-1,0 0 1,-2 36 0,4 30 220,1-62-955,1 0-1,0-1 1,2 0-1,2 0 1,21 41-1,-31-65-2,1 0 0,-1 0 0,1-1 0,-1 1 0,1 0 0,0-1 0,0 0 0,0 1 0,0-1 0,1 0 0,-1 0 0,0 0 0,1-1 0,-1 1 0,1-1 0,0 1 0,0-1 0,-1 0 0,1 0 0,0 0 0,0 0 0,0 0 0,5 0 0,-3-1 0,0-1 0,0 1 0,0-1 0,-1 0 0,1 0 0,0-1 0,0 1 0,-1-1 0,1 0 0,-1 0 0,1 0 0,-1-1 0,7-5 0,12-10 0,-1 0 0,-2-1 0,1-1 0,-2-1 0,-1-1 0,-1 0 0,22-38 0,-18 26 0,-9 16 0,-2 0 0,14-31 0,6-51 0,2-2 0,-4 8 0,2-1 0,-22 71 0,0-1 0,-2-1 0,0 1 0,-2-1 0,1-35 0,-6-132 0,-1 112 0,2 149 56,3 106-347,-1-139-70,2 1 0,2-1 0,11 39 0,-2-17 417,-2 1 0,-2 0 0,-3 0 0,1 97 0,-9-146 165,-1 3-104,1-1 1,0 0 0,1 1 0,0-1 0,1 0 0,0 0 0,1 0 0,0 0-1,7 16 1,-9-26-118,-1 0 0,1 0 0,-1 0 0,1 0 0,0 0 0,-1 0 0,1-1 0,0 1 0,0 0 0,-1 0 0,1 0 0,0-1 0,0 1 0,0-1 0,0 1 0,0 0 0,2 0 0,-2-1 0,-1 0 0,1 0 0,0 0 0,-1 0 0,1 0 0,0-1 0,0 1 0,-1 0 0,1 0 0,0 0 0,-1-1 0,1 1 0,-1 0 0,1-1 0,0 1 0,-1-1 0,1 1 0,-1 0 0,1-1 0,0-1 0,3-2 0,-1-1 0,0 0 0,0 0 0,-1 0 0,3-7 0,-3 9 0,58-138 0,-50 118 57,20-32 1,-19 36-552,0 0 1,8-22 0,-10 13-6333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24575,'1'4'0,"0"-1"0,0 0 0,0 1 0,0-1 0,1 0 0,-1 0 0,1 0 0,0 0 0,0 0 0,3 3 0,4 7 0,8 21-13,-1 1-1,13 42 0,-13-33-395,48 152-1918,-42-117 2123,-14-46 118,18 46 0,-13-44 302,-1 1 0,-2 1 0,-1 0 0,-2 0 0,2 41 0,-3 189 1209,-5-241-1371,1 1 0,1-1 0,1 0 0,1 0 0,2 0 0,1 0 0,16 36 0,-13-43-1419,-2-9-5461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9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24575,'1'22'0,"0"0"0,2 0 0,0 0 0,2-1 0,0 1 0,1-1 0,1 0 0,17 33 0,-2 1 0,-3 0 0,16 77 0,-6-23 0,-5-15 0,-15-54 0,2-1 0,1 0 0,22 47 0,-5-20 29,26 88-1,-19-50-1450,-22-65-5404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39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0 202 24575,'43'0'0,"-13"2"0,-1-2 0,1-1 0,-1-2 0,1-1 0,47-12 0,-26-1 0,6 0 0,75-35 0,-112 44 0,0 1 0,1 0 0,-1 2 0,1 1 0,31-3 0,-24 3 0,-1 0 0,38-12 0,-38 8-455,1 0 0,30-3 0,-23 7-6371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4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24575,'22'0'0,"-1"-2"0,1 2 0,-1 1 0,1 1 0,-1 0 0,0 2 0,0 0 0,34 12 0,-20-2 0,1-2 0,0-2 0,1-1 0,0-2 0,1-2 0,-1-1 0,72-2 0,-78 0 0,0 1 0,0 1 0,44 12 0,50 7 0,-68-18-1365,-5-2-5461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50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0 213 24575,'30'-1'0,"-1"1"0,1 1 0,-1 2 0,0 1 0,1 2 0,44 13 0,-1 7 0,-34-14 0,0 3 0,64 32 0,-94-42 0,0 1 0,0 0 0,0 1 0,0-1 0,-1 2 0,0-1 0,-1 1 0,0 0 0,0 1 0,0 0 0,-1 0 0,-1 0 0,0 1 0,0-1 0,4 14 0,-5-10 0,0 0 0,-1 0 0,-1 0 0,1 17 0,-2-24 0,-1-1 0,-1 1 0,1 0 0,-1-1 0,0 1 0,0 0 0,0-1 0,-1 1 0,0-1 0,0 0 0,-1 0 0,-4 8 0,-3 2 0,0-1 0,-1 0 0,-1 0 0,0-1 0,-18 14 0,-16 16 0,38-34 0,-1 0 0,-1 0 0,0-1 0,0 0 0,0 0 0,-16 7 0,7-6 0,1-2 0,-39 11 0,51-16 0,-1 0 0,0-1 0,1 0 0,-1-1 0,0 1 0,0-1 0,1 0 0,-1-1 0,0 0 0,1 0 0,-1 0 0,-11-5 0,14 4 0,0 0 0,1-1 0,0 1 0,0-1 0,0 0 0,0 0 0,0 0 0,0 0 0,1-1 0,0 1 0,0-1 0,-1 1 0,2-1 0,-1 0 0,0 0 0,1 0 0,0 0 0,0 0 0,0 0 0,0-5 0,-2-11 0,2 0 0,2-38 0,-1 43 0,1-8 0,1-1 0,0 1 0,2 1 0,1-1 0,12-38 0,-7 32 12,-2 0 0,-1 0 0,-2-1 0,3-48-1,-7-121-379,-3 114-688,2 46-5770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5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24575,'801'0'0,"-750"-2"-341,0-1 0,-1-2-1,67-16 1,-86 12-6485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5:52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24575,'0'3'0,"1"1"0,0-1 0,0 1 0,0-1 0,0 1 0,1-1 0,-1 0 0,1 0 0,0 0 0,0 0 0,0 0 0,0 0 0,0-1 0,1 1 0,-1-1 0,1 1 0,4 2 0,2 2 0,1 0 0,-1-1 0,1-1 0,13 6 0,87 32 0,135 33 0,-201-67 0,58 5 0,-58-9 0,55 13 0,-95-17 0,0 1 0,-1-1 0,1 1 0,0 0 0,0 0 0,-1 1 0,1-1 0,-1 1 0,0-1 0,1 1 0,-1 0 0,-1 1 0,1-1 0,0 0 0,-1 1 0,0-1 0,0 1 0,0 0 0,0 0 0,0 0 0,-1 0 0,0 0 0,2 6 0,-1 4 0,1-1 0,-2 0 0,0 1 0,-1-1 0,0 1 0,-3 15 0,2-22 0,-1 1 0,0-1 0,0 0 0,0 0 0,-1-1 0,0 1 0,-1 0 0,1-1 0,-1 0 0,-1 0 0,1 0 0,-1 0 0,0-1 0,0 0 0,0 0 0,-12 8 0,7-6 0,0-1 0,0 0 0,0-1 0,-1 0 0,0 0 0,0-1 0,0-1 0,-1 0 0,-21 3 0,5-3 0,0-1 0,-1-1 0,-38-4 0,58 2 0,-1-1 0,0 0 0,1 0 0,-1-1 0,1-1 0,0 1 0,0-1 0,0-1 0,0 0 0,1 0 0,0 0 0,0-1 0,-9-9 0,-7-11 0,-23-31 0,-6-8 0,45 56-341,1-1 0,0 0-1,-8-14 1,2 0-6485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6:58.2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3262 0,'-1366'0,"1330"2,0 2,0 2,-41 11,33-7,-68 7,67-11,0 2,-72 22,-20 4,128-32,1 0,-1 0,1 1,-1 0,1 0,0 1,-10 6,16-9,1 0,-1 0,1 0,0 1,-1-1,1 0,0 1,0-1,0 1,0-1,0 1,0-1,0 1,0 0,1 0,-1-1,1 1,-1 0,1 0,0 0,0-1,-1 1,1 0,1 0,-1 0,0 0,0-1,1 1,-1 0,1 0,-1-1,1 1,0 0,0-1,0 1,0 0,0-1,0 1,0-1,0 0,2 2,5 6,1 0,0-1,0 0,0 0,1-1,0-1,0 0,1 0,0-1,13 5,0-2,0 0,1-2,45 5,33-4,128-10,-77 0,2326 3,-2394 4,119 20,30 4,340-25,-302-5,-43 2,-648 0,380 2,-1 2,-59 14,-14 2,-79-6,-206-12,192-5,-112 1,-450 5,272 23,118 4,-1 0,-164-28,316-4,172 5,-1 2,-62 15,-41 4,126-20,1 0,0 3,1 0,-38 15,64-21,1 1,0-1,-1 0,1 1,0-1,0 1,0 0,0 0,0 1,0-1,1 0,-1 1,1 0,0 0,0-1,0 1,0 0,0 1,0-1,1 0,0 0,-1 1,1-1,1 1,-1-1,0 1,1 5,0-4,1 0,0 1,0-1,1 0,-1-1,1 1,0 0,1 0,-1-1,1 1,0-1,0 0,0 0,1 0,-1 0,1-1,0 1,7 4,6 4,2-1,0-1,0-1,0 0,1-2,1 0,-1-1,1-1,0-1,23 2,30-1,117-8,-81 0,1758 0,-973 5,1708-2,-2599 0,-1 0,1-1,0 1,0-1,-1 1,1-1,3-2,-7 3,0 0,0 0,0 0,1 0,-1 0,0 0,0 0,0 0,0 0,0 0,0 0,1 0,-1 0,0-1,0 1,0 0,0 0,0 0,0 0,0 0,0 0,1 0,-1-1,0 1,0 0,0 0,0 0,0 0,0 0,0 0,0-1,0 1,0 0,0 0,0 0,0 0,0 0,0-1,0 1,0 0,0 0,0 0,0 0,0 0,-1-1,1 1,0 0,0 0,0 0,0 0,0 0,-17-7,-112-13,31 5,-20-2,-162-4,-122 22,161 2,-2380-4,2165 31,85-2,143-27,-149 10,-344 38,694-50,11 0,0 1,-1 1,1 0,0 0,0 2,0 0,-26 9,-22 17,39-16,0-2,0-1,-1-1,-50 11,-65-11,98-8,-66 10,108-11,0 0,0 0,0 0,0 1,0-1,-1 0,1 1,0-1,0 1,0-1,0 1,0-1,0 1,1 0,-1-1,0 1,-1 1,2-1,0-1,-1 1,1-1,0 1,0-1,0 1,0-1,0 1,0-1,0 1,0 0,0-1,1 1,-1-1,0 1,0-1,0 1,1-1,-1 1,0-1,0 0,1 1,-1-1,0 1,1-1,2 3,0 0,0 0,0-1,1 1,-1-1,1 0,-1 0,5 1,33 14,1-2,0-2,1-1,1-3,0-1,61 2,466-11,-231-1,1682 2,-1928-4,118-21,40-4,-100 27,-82 2,-1-2,105-18,-29-1,-44 8,-74 7,42-14,-45 12,1 1,32-5,9 7,88 4,-59 2,-304-2,-125 4,167 23,18-2,-9-16,101-8,1 3,-91 17,35 7,29-6,-139 17,10-29,120-7,-130 18,57 12,-152 20,223-45,-176 17,-327 36,357-32,53-3,120-17,2 3,0 3,-108 38,140-43,-1-1,0-1,-65 3,22-3,66-6,0 1,0 1,0 0,1 0,-1 1,1 0,0 1,-11 6,20-10,-1-1,1 1,0 0,0 0,0 0,-1 0,1 0,0 0,0 0,1 0,-1 0,0 0,0 0,0 0,1 1,-1-1,1 0,-1 1,1-1,-1 0,1 1,0-1,0 1,-1 2,2-2,0 0,-1 0,1 0,0-1,0 1,0 0,0 0,0-1,1 1,-1 0,0-1,1 0,-1 1,1-1,2 2,4 2,0 0,0 0,1-1,0 0,0 0,10 2,14 0,1-1,-1-2,36-1,-27-2,53 9,-52-2,53 9,135 6,624-21,-391-3,2631 2,-4636 0,1497 2,-1 2,-60 15,-12 0,-71 14,118-18,-115 9,-117 2,280-23,0 0,1 2,-39 12,35-9,-1-1,-28 4,44-9,-1-1,-1 0,0 1,-13 4,23-5,1-1,-1 1,1 0,0-1,-1 1,1 0,-1 0,1 0,0 0,0 0,0 0,-1 0,0 2,2-2,-1 0,1-1,0 1,0 0,0 0,-1 0,1 0,0-1,0 1,0 0,0 0,0 0,1 0,-1 0,0-1,0 1,1 0,-1 0,0 0,1-1,-1 1,0 0,1 0,-1-1,1 1,0 0,2 3,1-1,-1 0,1 0,0 0,-1-1,1 1,0-1,1 0,-1 0,0 0,1-1,-1 1,8 0,64 8,-67-9,365 2,-194-6,135 4,303-3,-345-12,48-1,-2-14,-36 1,7 0,4-1,-234 25,0-2,-1-4,103-28,-97 21,1 3,0 3,81-3,209 9,-337 6,39-4,0-2,72-15,57-7,-48 12,35-1,-1755 19,835-5,686 3,1 3,-1 2,1 2,-83 24,104-21,-1-3,0-1,-77 4,107-11,0 1,-1 0,1 0,0 1,-1 0,1 0,0 1,1 0,-1 1,0 0,-10 7,1 0,-1 0,0-1,-1 0,0-2,0-1,-1 0,0-1,0-1,-1-2,-30 3,-31-4,-66 5,-491 11,424-20,-349 2,533 2,1 1,0 2,-37 10,-31 4,-39-6,-225-10,178-6,-106 3,1507 0,-984-14,-34 0,-54 12,263-19,-226-1,96-15,-128 18,1 6,165 8,-229 2,126-22,55-3,130 28,-181 1,-170-3,1-3,70-15,27-4,243 17,-287 8,-2625-1,2478-3,0-2,1-2,-70-19,54 10,-69-7,-288 14,321 10,74-3,0-1,0-1,1-1,-1-1,1-1,-24-11,41 16,0-1,1 0,-1 0,1 0,0 0,0-1,0 0,1 0,-1 0,1-1,0 0,0 1,-6-11,9 12,-1 0,0-1,1 1,0 0,0-1,0 1,0-1,1 1,-1-1,1 1,0-1,0 1,0-1,0 1,1-1,-1 0,1 1,0 0,0-1,0 1,1 0,-1-1,1 1,0 0,3-4,3-3,0 0,1 1,1 0,0 1,0 0,0 1,18-10,86-37,-78 38,313-119,-197 75,-75 27,327-123,10 33,-303 93,199-80,-242 81,1 3,2 4,115-23,-159 42,-1-2,1 0,-1-2,48-19,-5-5,0 3,2 4,1 2,0 4,1 3,1 3,125-4,-172 13,0 0,-1-2,1-1,32-11,7-2,7-1,-34 9,1 1,0 1,44-2,175 10,-9 1,-241 0,1-1,-1 0,0 0,0-1,10-3,-19 5,0 0,0 0,0 0,0 0,0 0,1 0,-1 0,0 0,0 0,0 0,0 0,0 0,0 0,1 0,-1 0,0-1,0 1,0 0,0 0,0 0,0 0,0 0,0 0,1 0,-1 0,0 0,0-1,0 1,0 0,0 0,0 0,0 0,0 0,0 0,0-1,0 1,0 0,0 0,0 0,0 0,0 0,0-1,0 1,0 0,0 0,0 0,0 0,0 0,0 0,0-1,0 1,0 0,0 0,0 0,0 0,0 0,-1 0,-10-5,-15 0,-37 0,0 3,1 3,-1 2,-112 21,152-17,0 1,-40 18,39-15,0-1,-27 8,13-6,0 2,1 2,-55 33,-20 7,107-53,-1 0,1 0,0 0,0 1,0 0,1 0,-1 0,1 0,0 1,-4 6,-3 5,-15 34,22-39,-1-1,-1 1,1-1,-2 0,1-1,-1 1,-1-2,-10 11,-8-1,0-1,-2-1,1-2,-50 19,41-19,1 2,-46 28,62-32,-1-1,0-1,-1-1,-1-1,1 0,-39 7,18-8,0-2,-73 0,105-6,0 1,1 1,-1-1,0 1,0 1,0 0,1 0,-1 1,1 0,0 1,0 0,0 0,0 1,-10 8,8-5,0 0,-1 0,0-1,0-1,0 0,-1-1,0 0,0-1,0 0,-1-1,1 0,-1-1,-18 0,-373 0,191-6,-121 34,72-3,-76-26,-1 0,309 1,1 1,-34 8,54-9,0 1,1 0,-1 0,1 1,0 0,0 1,0 0,1 0,0 1,-10 8,13-9,1 1,-1 0,1 0,1 1,-1-1,1 1,0 0,1-1,-1 1,1 0,1 1,-2 12,0 11,3 53,0-60,1-14,-1 0,1 0,1 0,0 0,0-1,1 1,0-1,1 1,0-1,0 0,6 8,-2-5,1-1,0-1,1 1,0-1,0-1,1 0,15 9,-4-3,0-1,1-1,1-1,43 16,57 20,-93-34,0-1,1-2,0-1,1-2,58 8,43-4,108 4,-212-14,0 1,0 2,42 12,46 8,-15-17,-65-7,0 3,63 13,-34-3,134 9,-54-8,-78-8,90-3,-191 18,13-15,0 0,0-1,-1-1,1-1,-1-1,-24 1,-127-3,105-3,-832 1,857 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7:03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0,'1'2,"0"0,0 0,0 0,0-1,1 1,-1 0,0-1,1 1,-1-1,1 1,1 0,4 5,1-1,0 1,0-1,1 0,0-1,0 0,1-1,-1 0,1 0,0-1,0 0,18 2,10 5,24 6,0-4,1-2,81 2,198-12,-151-3,2275 3,-2274 13,-75-2,114 19,-21-1,20 1,45 2,-169-29,-15-1,116 17,81 37,-222-43,1-2,83 2,136-12,-227-2,-14 3,-1 2,75 17,29 2,-41-12,261 14,-337-23,0 1,0 2,36 10,30 4,7-9,159-5,-223-6,-17 3,0 0,0 1,-1 2,37 11,-32-8,1-1,44 5,92-10,-112-3,0 2,77 10,-26 1,0-4,156-8,-106-3,1924 3,-2036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7:06.3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2,'88'-1,"81"1,-135 2,-1 2,66 15,-36 5,-48-17,1-1,26 7,-9-4,31 12,-40-11,1-2,0-1,31 5,170 5,-35-3,210-11,-201-5,670 2,-687-15,-17 1,-30 13,-94 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7:09.8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529 349,'-1'0,"0"0,0-1,0 1,0-1,0 0,0 1,0-1,0 0,0 1,0-1,0 0,1 0,-1 0,0 0,0 0,0-1,-7-7,1 4,0 1,0 0,0 1,-1-1,1 1,-1 1,0 0,0 0,0 0,-8 0,-17-1,-36 2,42 1,-258 2,1804-2,-1324-15,-15 1,-148 13,1-1,-1-1,58-14,24-6,-41 10,11-11,-61 16,-1 1,40-6,5 7,69 4,-69 3,74-10,-26-2,-64 8,0-3,61-15,-65 10,-1 2,84-4,96 11,-189 2,-15-1,0-1,0-2,0 0,39-13,-35 9,1 1,47-6,301 9,-195 7,2215-3,-2348 2,56 10,26 2,-106-14,1 2,-1 0,0 2,0 0,24 9,-18-4,1-1,0-2,0-1,54 3,-56-6,-1 2,0 1,35 11,-32-7,-1-2,47 5,204 15,-258-24,1 0,-2 2,38 13,-33-10,0-1,28 5,18-6,125-6,-8 0,-74 13,3 1,-95-12,-1 1,0 2,40 12,-35-8,49 8,-28-13,72-4,29 3,-128 1,0 0,38 13,-36-9,45 8,17-8,160-7,-119-4,-89 3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7:13.1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1 378,'68'-1,"64"1,-114 2,-1 0,0 1,0 1,0 0,25 10,185 72,-88-35,6-9,-57-20,-24-5,0-4,89 8,132-11,863-11,-1091-2,-1-2,65-14,-92 11,49-17,0-2,38 5,-81 17,0-2,42-13,-26 5,102-16,-62 15,-8-8,-62 16,1 2,38-8,-29 9,-1-2,33-11,-28 7,38-7,-53 14,191-24,-175 24,0-2,0-1,-1-2,0-1,48-23,-64 26,29-8,65-14,-19 7,-32 8,116-11,-69 13,-59 7,62 3,25-3,-101 0,50-15,31-4,-32 18,96 5,-124 2,-35-3,0 0,0-1,0-2,39-12,-34 9,-1 1,50-6,264 9,-179 7,-132-1,0 1,0 1,49 15,40 6,29 5,-103-19,1-2,49 4,212-13,-12 0,-162 14,18 0,-127-12,0 1,0 2,40 12,-34-8,47 8,-42-11,-1 2,57 21,-59-17,1-2,0-1,36 4,41-5,142-8,-99-3,1920 3,-1906-15,-9 1,756 12,-440 4,-465-2,85 0,146 18,-223-16,33 4,-42-3,-29-2,-1511 0,707-3,-635 2,1249-14,40 0,-81 13,174 1,48-2,0-2,0-1,0-1,1-2,0-1,-35-16,32 12,0 2,-1 1,-1 1,-53-6,54 11,0-2,1-1,-50-18,50 14,-1 1,0 2,-56-6,-274 12,173 5,-1562-3,1586 14,10 1,-355-15,239-1,250 3,-1 0,2 2,-1 0,-33 12,29-8,0-1,-49 6,-299-9,195-7,123 3,15-2,-83 10,93-2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09:28.4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09:44.74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1511 9830,'-1'144'2288,"3"159"567,23-112-898,-20-152-1019,20 78 0,-15-78-435,-2 1 1,4 42-1,-11-13 139,-2-48-343,2 1 1,0-1-1,1 0 1,9 38-1,-11-57-252,1 0 0,-1 0 0,1 0 0,0 0 0,0 0 0,0 0 0,0 0 0,0 0 0,0 0 0,0 0 0,1-1 0,-1 1 0,1 0-1,-1-1 1,1 1 0,0-1 0,-1 0 0,1 0 0,0 1 0,0-1 0,0 0 0,0-1 0,4 2 0,-4-2-44,0 0 0,0 0-1,0 0 1,0-1 0,-1 1 0,1-1 0,0 0-1,0 1 1,0-1 0,0 0 0,-1 0 0,1 0-1,0 0 1,-1 0 0,1-1 0,-1 1 0,1 0 0,-1-1-1,0 1 1,1-1 0,-1 0 0,0 1 0,0-1-1,0 0 1,0 0 0,1-3 0,21-42-698,26-75 0,30-84-1602,-32 89 1317,-32 83 560,3 2-1,0 0 0,2 1 0,47-56 0,22-34-1019,31-59-541,-111 169 2022,0-1 0,0 1 0,1 1 0,1-1 0,14-9-1,-11 7 158,0 1 0,17-21-1,-4-4-416,-2-1-1,20-43 1,29-44-156,-36 68 260,38-48 630,12-16-535,-71 97-7,0-1 0,-3 0 1,0-1-1,12-30 0,8-18 255,20-49-260,-49 114 182,1 0-1,0 1 1,1 0 0,-1 0-1,1 0 1,1 1-1,15-12 1,7-8 291,-27 24-415,35-33 163,38-49-1,-66 72-227,0-1 1,-1 0-1,-1 0 0,0-1 1,-1 0-1,0 0 0,-2 0 1,6-19-1,17-58-419,-19 65 295,-1 1-1,8-44 0,-12 34 148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12.17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13.50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1 599 9830,'0'394'4597,"-1"-385"-4486,2-1 0,-1 0 0,1 1 0,0-1 0,1 0 0,4 16-1,-4-21-59,-1 0-1,1 0 0,0 1 0,0-1 0,0 0 0,1-1 0,-1 1 1,0 0-1,1-1 0,0 1 0,0-1 0,0 0 0,0 0 0,0 0 0,0 0 1,0 0-1,1-1 0,4 2 0,7 1 121,0 0 1,-1-2-1,1 0 0,0 0 0,1-1 1,-1-1-1,0-1 0,19-3 0,-14 1 111,1-1 0,-1 0-1,-1-2 1,1 0 0,30-16-1,-38 15-29,0-2 0,0 0 0,-1 0 0,0-1 0,-1 0 0,15-20 0,24-22 715,114-109 653,-70 68-1748,-52 47 252,-32 34-83,0 1 1,1 1-1,0 0 0,0 0 0,21-13 0,-9 9-18,-9 7-40,1 0 1,-2-1 0,1-1-1,-1 0 1,-1-1-1,0 0 1,12-15 0,-12 12 40,0 1 0,0 0 0,1 0 0,0 1 0,1 0 0,15-9 0,1 2 95,59-25-1,-57 27 2,30-19 0,20-11 24,-66 38-112,-1-1-1,0 0 1,-1-1-1,15-14 1,-16 14 9,0 0 1,0 0-1,1 1 0,26-13 0,-35 20-33,19-7 54,0-2 0,0 0 0,-1-2-1,27-20 1,-28 14-48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15.37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59 163 9830,'0'38'746,"-1"-1"1,-2 1-1,-1-1 1,-10 38-1,2-20-15,2 1 1,-2 81 0,10 115 1544,3-165-1422,-1-78-739,-1 0 48,1 0 0,1 1 1,0-1-1,3 17 1,-4-25-138,1 0 0,-1 0 0,0 0 0,1 0-1,-1 0 1,1 0 0,-1 0 0,1 0 0,-1 0 0,1 0 0,0 0 0,0 0 0,-1 0 0,1-1 0,0 1 0,0 0 0,0 0 0,0-1 0,0 1 0,0-1 0,0 1 0,0-1-1,0 1 1,0-1 0,0 0 0,0 1 0,0-1 0,0 0 0,1 0 0,-1 0 0,0 0 0,0 0 0,0 0 0,0 0 0,0 0 0,1 0 0,-1 0 0,0-1 0,0 1-1,0-1 1,0 1 0,0-1 0,0 1 0,0-1 0,0 1 0,0-1 0,0 0 0,1-1 0,5-3 27,0 0-1,0-1 1,-1 0 0,1 0 0,-1-1 0,-1 0-1,9-12 1,0-2-362,15-34 0,20-31-238,-14 27-47,-25 43 542,1 1-1,0-1 1,15-14-1,7-10 349,-10 15-247,1 0-1,1 2 1,1 0-1,32-20 1,35-32 558,-50 33-810,-3-2 1,40-55-1,-2 1-172,-71 90 361,-1-2 1,0 1-1,-1-1 0,0 1 0,4-13 0,-6 14-21,0 1-1,0-1 1,1 1-1,0-1 0,0 1 1,1 1-1,0-1 1,0 1-1,8-8 1,12-4 74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16.38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0 397 9830,'2'15'345,"0"0"1,0 0-1,2 1 0,0-2 1,0 1-1,1 0 0,14 24 1,-8-14 189,11 35 1,1 39 501,-13-53-163,22 62-1,-24-82-462,-1 0 0,4 35 0,-2-14 40,-8-43-394,0 0 1,0 0-1,0 1 0,1-1 1,-1-1-1,1 1 1,0 0-1,0 0 0,0-1 1,1 1-1,-1-1 1,1 0-1,0 1 0,5 3 1,-6-6-9,0 0 0,0 0 0,0 1 0,0-1 1,1-1-1,-1 1 0,1 0 0,-1-1 0,0 1 0,1-1 0,-1 0 1,1 1-1,-1-1 0,1 0 0,-1-1 0,1 1 0,-1 0 1,1-1-1,-1 1 0,1-1 0,-1 0 0,0 0 0,0 0 0,1 0 1,3-3-1,14-9 326,0-2-1,-1 0 1,-1-1 0,0-1 0,-1-1 0,21-27 0,27-29 824,-2-1-1377,-49 57-31,0-1 1,2 2-1,0 0 1,29-23-1,-2 9-140,-1-3 1,-2-1-1,58-64 0,-36 35 697,-45 48-372,-1 0 0,-1-1 0,-1-1 0,17-24 0,-11 7-106,0 3-126,-2-2 1,17-42-1,-31 65 277,0 0 0,1 1 0,0 0 1,1 0-1,0 0 0,0 1 0,1 0 0,0 0 0,1 0 0,0 1 1,0 0-1,1 1 0,9-7 0,9-1-5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19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1280 3258,'0'-679,"3"649,0-1,2 1,2-1,0 2,2-1,16-34,22-81,-24 38,29-113,-37 166,3 2,28-56,61-132,-9 30,-89 182,-1 0,-1-1,-2 1,3-40,7-36,-5 68,22-58,-21 69,-2 0,-1-1,-1-1,7-50,-13-21,-3 78,1 0,1-1,1 1,1-1,1 1,1 0,10-33,21-19,-26 57,-1 0,0-1,-1-1,-1 1,-1-1,0 0,4-31,-5-28,39 192,0 1,-24-68,-2 0,-2 0,14 82,-17-65,3 0,46 120,-52-159,14 44,-14-41,1 0,2-1,0 0,21 34,-17-34,-1 1,-1 0,-2 1,-1 0,-1 1,7 49,5 1,48 121,-48-145,23 77,15 38,-26-89,43 97,-69-167,0-2,1 1,1-1,0 0,0-1,15 12,26 30,-36-37,1 0,1-1,0 0,1-2,1 0,0-1,23 10,-25-14,1-1,0-1,0-1,0-1,1 0,-1-1,27 0,12-1,63-8,-111 5,-1 0,1 0,0 0,-1-1,1-1,-1 1,13-7,-17 7,-1 0,0-1,0 1,0-1,0 1,0-1,0 0,-1 0,1 0,-1-1,0 1,0-1,0 1,-1-1,1 1,-1-1,0 0,0 0,1-4,0-3,-1 0,0-1,-1 1,0 0,-1 0,0-1,-1 1,0 0,-1 0,0 1,0-1,-1 0,-1 1,0 0,0 0,-1 0,0 1,-1 0,0 0,0 0,-1 1,0 1,-1-1,1 1,-1 0,-1 1,-9-6,-126-67,117 64,0 1,-1 2,-1 0,0 2,-54-11,-29-10,-87-42,171 63,-46-10,43 13,-40-16,22 3,-1 2,-1 3,0 1,-1 3,0 3,-87-4,76 11,-116-17,-23-11,-1 8,-257 8,-508 14,1018 0,76-4,-110 2,0-1,1-1,-1-1,0 0,-1-1,17-7,4-5,2 1,0 2,71-17,-35 16,229-53,-63 20,-163 37,146-43,39-15,-157 44,268-38,-305 51,-1-3,93-33,-67 19,-61 19,43-13,0 2,134-18,-180 35,0-1,43-15,-41 11,57-10,-50 12,-1-1,56-21,-57 17,2 1,51-9,-73 18,6-1,-43 2,11 1,0 0,0 1,-1 0,1 1,0 0,0 0,1 1,-1 1,1 0,-1 0,1 1,0 0,1 1,-1 0,1 1,-12 11,-49 43,45-41,-28 30,14-13,-1-1,-80 54,6-6,50-35,36-29,0 1,-42 44,24-15,-2-1,-2-3,-67 47,76-68,-53 25,12-7,-134 101,112-74,-40 31,133-91,-366 284,38-67,316-209,-40 38,-6 5,15-15,-93 104,147-149,-2 1,-3 2,1 1,0-1,1 1,-1 0,-4 9,50-25,-4-6,-2-1,68-46,-67 38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28.3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3,'106'-2,"124"5,-188 3,52 15,-56-11,74 8,291-14,-207-7,1892 3,-1997 4,130 24,-72-7,-40-13,143-8,-104-2,-18 0,165 4,-152 12,43 1,478-14,-312-3,-305 5,0 1,74 18,-64-11,61 5,-67-13,-26-3,-1 2,1 0,-1 2,43 11,-38-6,0-2,0 0,58 3,91-7,-147-3,3 1,-1 3,0 0,50 14,-42-8,66 7,90-16,-126-4,78 8,-116 0,54 16,-52-12,41 6,161-5,-32-3,255 11,-425-16,1 2,-1 1,46 13,-37-8,66 8,262-14,-194-7,-157 2,-1 2,1 0,-1 1,0 1,0 1,25 9,4 1,1-2,0-2,70 5,-89-12,287 7,-265-10,-30 1,0 2,0 0,-1 1,37 13,-32-9,1-1,46 6,302-9,-198-7,-117 5,-34 0,-1-2,1-1,49-7,-64 2,-18 1,-20-2,-25 2,-58 2,91 3,-25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29.3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0 290,'2058'0,"-1960"-4,105-19,19-1,40 19,85-7,-328 10,606-44,864 46,-581 2,-718-15,-86 4,-66 4,1-2,49-14,-54 11,1 2,0 1,45-2,395 8,-212 4,-253-3,18 0,0 0,0-1,0-2,0-1,39-11,-34 6,1 1,1 2,43-2,108 4,-45 2,89-24,360 23,-304 6,80-3,-326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31.0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62,'3890'0,"-3820"-3,120-22,-7 0,402 17,-355 10,1966-1,-2168 0,0 2,0 2,52 13,36 7,20 4,-92-17,57 6,232 39,-211-32,187 15,-122-28,83 4,-233-14,-1 2,65 16,35 5,-5-21,3 1,-113-2,-1 1,-1 1,21 8,-20-6,1-1,28 5,147 14,-77-15,186-8,-144-5,36 6,204-6,-210-22,-166 21,-1 0,1-1,34-13,37-9,-84 25,0-1,0 0,-1-1,1 0,11-7,8-9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32.4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3,'27'2,"1"2,-1 0,1 2,-1 0,26 12,-15-6,59 11,62 5,-75-11,167 10,451-26,-296-4,3748 3,-3958-15,-17 1,367 13,-257 2,-253-3,0-2,0-1,46-13,-40 8,71-8,266 14,-198 7,1364-3,-1512-2,-1-2,1 0,47-15,-41 10,72-9,296 14,-212 6,497-2,-651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37.6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1 291,'89'2,"-25"0,67-7,-100 0,48-14,6 0,-3 10,1 3,84 6,-115 1,-17-3,1-1,66-16,6-1,75 7,212 11,-198 5,3261-3,-3429 1,1 3,-1 0,48 14,40 6,-2-15,159-9,-108-3,13 5,188-5,-175-22,-166 21,0 0,0-2,48-18,-38 12,9-3,-9 2,-1 2,2 1,0 2,46-5,282 12,-173 3,454-2,-600-2,57-10,26-2,460 11,-302 6,-249-3,-1-1,0-1,0-3,45-10,-29 3,0 2,109-6,110 17,-113 2,-49-4,-3-1,139 16,-138-3,112-4,-197-5,0 0,-1 2,1 0,32 12,-28-8,-1-1,47 5,80-11,-98-3,58 7,-93-2,0 1,-1 1,22 8,-20-5,0-2,28 5,94-3,-98-7,65 8,2 3,0-4,131-9,-89-1,4226 2,-4348 0,-1 2,1 1,-1 2,0 1,0 1,0 2,30 13,-21-2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40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1 408,'453'0,"-436"-1,0-1,0-1,0-1,0 0,-1-1,1-1,22-11,-19 8,0 1,1 1,40-9,13 10,-48 4,48-8,-12-5,2 3,-1 3,79-1,-106 7,-1-1,1-1,35-12,-29 7,68-7,-54 14,-16 1,1-2,57-12,-18-7,-51 13,0 2,1 0,49-4,-13 9,-36 3,0-2,0 0,0-3,34-8,-15 2,0 1,1 3,-1 2,101 3,-130 1,0-1,0-1,0-1,-1-1,20-7,-12 4,44-8,21 8,172 7,-117 4,870-3,-998 2,1 0,-1 1,0 1,0 1,19 7,-12-4,48 9,182 2,-118-9,-17-2,-98-4,0 1,32 11,-31-8,0-2,26 5,14-5,-38-4,0 1,0 1,36 10,-21 2,66 35,-71-33,-21-12,1 0,0-1,0 0,17 1,-19-3,0 0,0 0,0 1,-1 1,0 0,19 10,-4 1,1-1,49 17,9 4,-41-17,65 19,-73-26,53 12,25 10,-46-6,-41-15,0-2,1-1,0-1,40 7,2-10,124-7,0 0,-163 4,1 2,-1 2,0 1,59 22,-66-20,-4-4,1 0,0-1,0-1,32 1,96-6,-85 0,-1 1,125 16,-144-11,49-1,18 2,-91-3,-1 2,35 11,-34-8,0-2,27 4,41-2,148-7,-109-4,-105 5,-1 0,0 2,1 0,32 12,-28-8,-1-1,47 6,94-10,-114-5,1 3,64 10,-18 0,1-4,113-7,-107-1,-80 3,0 1,0 1,52 15,-42-9,41 5,15-8,122-6,-110-3,-82 3,-1 2,0 0,1 2,33 11,-30-8,1-1,46 6,296-10,-193-5,237 2,-380-2,0-2,-1-1,46-13,-39 8,70-7,265 13,-195 7,790-4,-924 4,58 9,24 2,-94-11,-1 1,55 16,-47-10,42 5,184-8,-207-8,-41 3,0 0,1 0,-1 2,0 1,21 8,-14-5,45 8,-15-11,80-2,-85-4,100 12,-38 3,-80-12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41.63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2,'83'-2,"101"5,-145 3,48 14,-48-11,44 6,43-6,143-10,-103-1,3343 2,-3455 2,59 11,44 3,480-16,-304-1,-292 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42.9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0,'93'2,"165"24,-152-1,-68-15,56 9,19-12,134-7,-102-3,3401 2,-1787 2,-1730 1,0 1,0 2,47 13,41 6,-13-17,129-6,-106-3,-95 3,-1 3,0 0,53 16,-46-11,74 10,264-15,-197-7,30 18,-4 0,1150-15,-584-1,-747 3,0 0,-1 2,1 1,31 10,-27-7,-1-1,47 6,124-12,-130-4,80 8,-108 1,53 15,-57-12,1-1,39 4,114 16,-122-16,77 5,-81-10,79 16,-84-11,101 6,377-17,-246-4,836 3,-926 15,-14 0,720-14,-437-3,-8 2,-420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45.8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1 725,'0'-3,"0"1,1 0,-1 0,1 0,0 0,-1 0,1 0,0 0,0 0,1 0,-1 0,0 1,1-1,-1 0,1 1,-1-1,1 1,0-1,-1 1,1 0,0 0,0 0,0 0,0 0,0 0,0 1,0-1,4 0,7-2,1 0,0 1,16-1,-23 2,374-2,-199 5,-82-3,-42-2,0 3,106 15,-66 3,0-4,137 3,2073-20,-1646 4,-642-3,0 0,0-1,0-1,36-13,-30 9,46-8,252-18,-296 31,0-1,0-2,31-10,-31 7,2 2,49-6,292 9,-190 7,1602-3,-1737 3,0 1,76 18,-71-11,96 8,-41-18,-36-1,69 9,42 7,246-12,-226-6,2479 2,-2660 2,0 0,1 1,-1 1,35 12,-28-7,44 7,23-8,168-7,-114-4,2594 3,-2686 2,0 2,62 13,-12 9,-65-15,65 10,7-13,136-9,-96-2,263 4,-387 0,0 2,0 2,49 13,40 7,23-14,17 2,-45-2,196-9,-152-4,622 2,-733-2,58-10,24-2,-100 11,0-2,-1 0,1-2,32-12,48-12,-31 18,-48 10,-1-2,53-17,-53 14,0 1,0 1,1 2,-1 1,36 0,25-2,-63 0,1 0,37-14,9-1,-20 9,-1-3,85-33,-133 46,0-1,0 0,0 0,0 0,-1-1,1 1,-1-1,0 0,0 0,0 0,0 0,-1-1,1 1,-1-1,0 1,4-9,-5 10,-1-1,1 0,-1 0,0 0,0 1,0-1,0 0,0 0,-1 0,1 1,-1-1,0 0,0 0,0 1,0-1,0 1,0-1,-1 1,1-1,-1 1,0 0,0 0,1 0,-2 0,1 0,-3-2,-2-2,-1 2,1-1,-1 1,1 0,-1 1,0 0,-1 0,1 0,0 1,-1 1,-8-2,-17 1,-49 1,58 1,-1205 5,1033-20,13 0,147 12,1-1,-67-17,61 11,-69-7,-308 13,217 7,-444-3,595-3,1-2,-73-17,66 10,-96-6,-326 17,222 3,-2013-2,2159-4,-118-19,101-4,87 17,-1 1,-52-4,-380 10,237 6,216-3,-2 1,0-1,0-1,0-1,0-1,0-1,-30-10,23 5,0 1,0 1,-1 1,-51-2,-128 9,98 2,-3501-1,1831-4,1739 0,-62-11,-21-2,62 14,26 0,-1 0,1-3,-59-12,45 4,0 2,-97-4,-108 14,119 2,109-4,-1-1,1-2,-48-13,-41-6,3 15,-159 9,109 3,-1272-3,1417 2,1 0,-1 1,1 1,-35 12,-10 2,28-11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49.9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0 122,'1526'0,"-1360"15,-8 0,-147-15,27 0,-1 1,1 2,68 16,-54-7,0-3,105 7,107-16,-122-2,-119 3,0 2,0 0,0 2,34 11,-30-8,0-1,46 6,52-10,-81-4,1 3,45 7,18 3,0-5,142-7,-97-3,-17 5,143-4,-133-12,38-1,139 16,-293-3,-1-1,0-1,40-12,29-4,39 8,226 9,-178 6,4024-3,-4190-1,0-1,1-1,-2 0,1-2,0 0,-1-1,26-12,-5-1,0-2,42-31,-64 42,0 1,0 0,1 1,0 1,0 0,1 2,0 0,0 1,29-2,18 2,97 7,-60 0,686-2,-423-1,-338 2,1 1,-1 1,48 14,-39-9,45 6,20-7,-63-7,1 3,66 13,146 36,-177-45,0-3,104-7,-64 0,256 2,-359 0,-1 0,1 1,-1 0,0 1,16 4,4 7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51.5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1 177,'17'-1,"0"-2,-1 1,1-2,-1 0,0-1,0-1,21-10,-17 7,0 1,1 1,39-9,67 7,5-1,-50-1,-35 6,72-19,-71 13,0 1,0 3,59-1,150 8,-110 3,2069-3,-2143 2,136 23,-28 24,-177-48,67 25,-51-17,1-1,0-2,42 9,29-6,-56-7,0 2,-1 1,42 12,-31-3,1-2,0-2,1-2,96 3,-136-11,28 0,1 0,-1 3,1 1,39 10,-23-2,0-2,107 6,110-17,-114-1,995 2,-1092 3,1 3,63 14,-55-8,86 5,322-15,-218-5,713 3,-925 2,57 10,26 2,461-11,-304-5,304 2,-563 2,0 0,0 3,0 0,29 10,-24-6,1-1,39 3,271-7,-181-7,3586 3,-3705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2:53.7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138 70,'-3'-1,"-1"0,1 0,-1-1,1 1,-1-1,1 1,0-1,0 0,0 0,0-1,0 1,0-1,-3-3,-13-10,14 13,0-1,0 2,0-1,0 1,-1-1,0 1,1 1,-1-1,0 1,-10-1,136 13,-63-7,93 20,14 1,328-17,-296-10,2843 2,-2961 4,150 27,-159-19,42 7,10 3,147 7,-103-28,-81-2,-1 4,101 16,-50 3,76 15,16-6,-21-3,-133-15,-1-3,132 1,-28 1,-46 0,574-7,-390-8,796 3,-1034 4,119 21,-18-1,187-17,-242-8,-78 3,-1 3,76 16,17 3,7-15,144-10,-106-2,1550 3,-1665 5,-1 2,115 27,-147-26,65 16,-59-12,0-3,75 9,251-16,-175-5,273 3,-436-1,0-2,0-1,48-14,9-1,46-12,-87 19,-1 2,77-8,-62 15,-32 3,1 0,-1-2,1-2,-1 0,0-1,0-1,25-11,-15 4,0 2,49-11,-51 13,49-21,-60 21,1 0,0 2,0 0,0 2,33-5,29 6,-46 4,0-3,75-13,176-68,-179 38,-80 35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56.28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1 739 9830,'0'33'789,"12"303"3311,6 234 860,-18-569-4949,0 13 185,1 0 0,3 23 1,-4-35-167,0 0 1,0 0 0,1 0-1,-1 0 1,1 0-1,-1 0 1,1 0 0,0 0-1,0 0 1,0 0-1,0-1 1,0 1 0,0 0-1,0-1 1,0 1-1,1 0 1,-1-1 0,1 0-1,-1 1 1,1-1-1,-1 0 1,1 0-1,0 0 1,0 0 0,0 0-1,-1 0 1,5 1-1,-5-2-13,1-1-1,-1 1 0,0 0 1,1-1-1,-1 1 0,1 0 1,-1-1-1,0 0 0,0 1 0,1-1 1,-1 0-1,0 0 0,0 0 1,0 0-1,0 0 0,0 0 0,0 0 1,0 0-1,0 0 0,1-3 1,17-29-491,-15 26 380,109-237-2037,-41 76 804,2-5-277,-51 129 1324,-12 25 48,-1 0 0,0-1 0,7-24 0,-1-2-486,1 1 0,38-67-1,-13 29 93,-15 30 46,3 2-1,36-49 0,79-89 567,-124 166 651,26-23-1,-34 35-527,-1 0 1,0-1-1,-1 0 0,0 0 0,-1-1 1,-1-1-1,0 0 0,10-20 0,24-57 222,-28 64-347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56.6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1 9830,'0'0'0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56.8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9830,'0'0'0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57.756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318 0 9830,'2'130'2122,"1"-32"-585,-13 121 0,6-194-1142,-1 1 0,-1-1 0,-17 44 0,-40 69 1125,23-55-789,33-63-440,1 0-1,1 0 0,1 0 1,0 0-1,2 1 0,0 39 1,1-37 5,0 0 1,-1 0 0,-1 0 0,-2 0 0,-7 24 0,-18 28 656,18-47-553,0 0 1,3 0-1,-13 55 1,-7 111 587,26-161-988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58.13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0 9830,'4'0'273,"3"10"273,9 3 0,2-1-546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2:58.832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261 607 9830,'0'316'3868,"0"-295"-3556,-2 0 0,-1-1 0,0 1 0,-11 30 0,-33 82 1442,6-23-540,25-67-497,-3 0 0,-1-2 0,-34 53 0,52-90-653,-5 9 174,1 0 1,0 1 0,1 0 0,1 0 0,0 0 0,1 0 0,-2 24 0,8-207-1920,-4 88 1007,1-252-1812,2 319 2312,-1 0 0,2 0-1,0 1 1,1-1 0,0 1-1,1-1 1,0 2 0,9-16-1,-6 11-54,0-1 0,-1-1 0,7-25 0,-4-33-345,-9 61 371,1 0 0,0 0 0,2 0 0,-1 0 0,2 0 0,0 0 0,8-15 0,13-13 133,1 1 1,3 2-1,1 0 0,2 3 0,57-53 0,-76 76 83,0-1-1,12-18 0,-19 24 112,0-1 0,1 1 0,1 1 0,-1 0 0,2 0 0,-1 0 0,1 1 0,20-12 0,188-77 2337,-169 74-1875,-36 16-356,0 0 0,1 2-1,26-9 1,-25 11-94,0 0-1,-1 1 0,1 1 1,0 0-1,19 2 1,-28-1-76,0 1 0,-1 0 0,1 0 0,-1 1 1,1-1-1,-1 1 0,0 1 0,0-1 0,0 1 1,0 0-1,0 0 0,0 0 0,-1 0 1,1 1-1,-1 0 0,6 7 0,1 5 159,0 0-1,-1 1 1,-1 0 0,0 1-1,-2 0 1,0 0-1,-1 0 1,-1 1 0,0 0-1,2 26 1,-1 25 754,-2 106 0,-5-149-734,1-26-234,-5 97 811,4-88-731,-1 1 0,-1-1 0,1 1-1,-2-1 1,0 0 0,0 0 0,-6 10 0,1-6-79,0-1 1,-1 0-1,-1 0 1,0-1-1,-1 0 1,-24 19-1,-89 50-9,6-4 4,104-67-1,0 0 0,-1-1 0,-1 0 0,1-2 0,-1 0 0,-1 0 0,-26 5 0,35-10 0,1 1 0,0 0 0,0 0 0,1 1 0,-1 0 0,1 1 0,-12 7 0,-9 13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3:40.2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1 292 9830,'39'-2'862,"1"-2"-1,45-11 0,-72 12-639,91-23 962,-65 15-316,76-11 1,29 13 361,-71 6 20,78-13 0,153-39 1935,-220 40-1997,1 4 1,121-2-1,-120 9-1094,86-18-1,32-2-103,492 16 10,-401 11 0,4917-3 0,-5167-3 0,58-9 0,23-1 0,464 10 0,-303 5 0,310-2 0,-557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19:13:36.23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0 465 9830,'545'0'6007,"-514"-2"-5418,-1-2 0,1 0-1,36-12 1,33-4 561,-62 15-870,372-33 3600,-186 40-1803,166-4-1442,-195-25-635,10-1 0,-115 25 0,-14 1 0,108-18 0,-92 6 0,114-3 0,92 14 0,-77-12 0,-29 0 0,-159 12 0,1-1 0,-1-2 0,0-2 0,0-1 0,45-19 0,-43 15 0,0 2 0,1 0 0,0 3 0,48-6 0,40 15 0,-91 1 0,-1-2 0,1-1 0,-1-1 0,38-8 0,73-36 0,-104 31 0,0 2 0,74-14 0,-72 22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4:14.9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4 438,'0'0,"0"0,-1-1,1 1,0 0,0 0,0 0,-1 0,1-1,0 1,0 0,0 0,-1 0,1-1,0 1,0 0,0 0,0-1,0 1,0 0,0 0,0-1,0 1,-1 0,1 0,0-1,0 1,0 0,0 0,1-1,-1 1,0 0,0-1,0 1,0 0,10-3,20 5,-25-2,21 4,1 2,39 13,28 5,-14-14,0-3,143-8,-90-2,3996 2,-2070 2,-2012-4,0-1,66-16,40-5,62-6,-133 17,149-7,-163 21,-28 1,0-1,1-2,-1-2,54-11,-39 2,1 3,111-6,117 17,-112 2,1011-3,-1144 2,0 2,0 2,40 11,-32-7,65 7,273-13,-200-7,2364 3,-2530 1,0 1,0 1,0 1,-1 1,20 7,-12-4,-1-1,31 4,-54-11,422 36,-398-34,0 1,0 1,0 1,30 11,46 9,-111-17,-24 9,-43 17,-32 0,71-23,0 1,-38 18,50-19,0 0,0-2,-1-1,0-1,-44 6,-119 15,18 16,163-41,-65 23,52-17,0-1,-1-1,-39 7,-22-7,-152-8,97-2,-1106 3,1210-2,0-3,0 0,0-2,-38-13,48 13,-50-16,40 12,-1 1,0 1,-38-3,-57 6,75 6,-69-11,-78-8,179 15,-1-2,-23-8,24 6,0 1,-28-4,20 7,-119-22,89 14,-2 3,1 2,-80 2,72 3,-54-10,21 1,54 6,-76-19,-26-3,7 21,93 6,-86-11,90 3,-220-28,221 31,-77-19,79 14,-87-9,-199 16,308 1,0-2,0-1,1 0,-1-2,-25-11,21 8,-1 1,-46-10,-5 11,-1 4,-103 6,64 1,79-2,1-3,0-1,-73-15,55 6,-1 2,0 3,-78-1,86 5,0-2,-66-16,63 11,-94-8,54 18,61 2,0-2,0-1,-59-10,-32-15,-1 5,-1 6,-205 0,234 18,27 0,-86-8,120-1,-51-14,49 11,-40-7,52 13,-28-3,-59-16,59 10,0 3,-102-6,-108 16,116 1,-1612-2,1704 3,0 1,-71 17,105-16,1 1,0 1,1 1,-1 0,-19 14,22-12,0-2,-1 1,0-2,-1 0,1-1,-25 5,-190 21,124-7,72-15,-1-1,-54 4,61-9,1 1,0 2,-52 18,-37 9,52-19,1 4,0 2,-63 31,54-15,53-26,1 0,-2-1,1-1,-1-1,0-1,-26 4,33-9,-1 1,1 0,0 1,1 1,-1 0,1 1,-16 9,24-12,1 1,-1 0,1 0,0 1,0-1,0 1,0 0,1 1,0-1,0 1,0 0,1 0,0 0,0 0,0 0,1 1,0-1,-2 10,2-5,1 1,0-1,0 1,1 0,1-1,0 1,3 15,-2-21,-1 0,2 0,-1 0,0-1,1 1,0-1,1 1,-1-1,1 0,0 0,0-1,0 1,1-1,0 0,6 5,8 3,0-1,0-1,1 0,0-2,0 0,42 9,-25-11,1-1,0-1,45-3,20-3,-29-2,0 4,-1 4,107 17,-95-6,167 8,89-24,-133-2,2567 4,-2714-5,105-17,-31 1,367 6,-453 11,0-1,81-19,-75 12,92-7,348 17,-229 4,67-3,-320 0,0 0,-1 2,0-1,1 1,-1 1,0 1,19 7,-4 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9T19:14:15.9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0 523,'442'0,"-386"-3,0-3,61-13,50-6,16-6,-120 18,77-6,12 6,115-4,802 18,-1019-4,-1-1,68-17,-59 10,80-6,515 13,-334 7,-295-3,-13 1,-1 0,1-1,-1-1,1 0,-1 0,1-1,16-6,-26 8,0 0,-1 0,1 0,-1 0,1 0,0-1,-1 1,1 0,-1-1,1 1,-1 0,1-1,-1 1,1 0,-1-1,1 1,-1-1,0 1,1-1,-1 1,0-1,1 0,-1 1,0-1,0 1,1-1,-1 1,0-1,0 0,0 1,0-1,0 0,0 0,-1 0,1 0,-1 0,0 0,0 0,0 0,0 0,0 0,-1 0,1 0,0 1,0-1,0 0,-1 1,0-1,-49-13,-35 6,-171 7,120 4,40-7,-124-21,-58-4,-303 28,265 3,-203-2,483-3,0-1,0-1,1-3,-44-14,35 9,-90-14,-257 20,234 9,129-4,0-1,-1-1,-46-14,-42-7,84 19,-61-18,66 15,0 1,-1 2,-33-4,-2 8,51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CEA62-A421-4F25-A698-5F1706FA157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75F2E4-1819-4274-992E-FD4BEB867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0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95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  <p:sp>
        <p:nvSpPr>
          <p:cNvPr id="1495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C81F8CD0-F591-4FDA-9464-3503D08C0AD1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05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  <p:sp>
        <p:nvSpPr>
          <p:cNvPr id="1505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AF3A572E-06D0-4D06-A065-0EEF239E1344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1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  <p:sp>
        <p:nvSpPr>
          <p:cNvPr id="1515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963DA74B-1EC8-4F6E-934D-E0CDAEEA56E6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25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  <p:sp>
        <p:nvSpPr>
          <p:cNvPr id="1525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4A806A4F-5FA8-4848-80C3-8CAF2FD4B831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36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73638E90-C44F-49A0-B45A-EAEDC78F2084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  <p:sp>
        <p:nvSpPr>
          <p:cNvPr id="1546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716D987D-1B1F-4E12-ADAE-9120B972D7C5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  <p:sp>
        <p:nvSpPr>
          <p:cNvPr id="1556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cs typeface="Arial" charset="0"/>
              </a:defRPr>
            </a:lvl9pPr>
          </a:lstStyle>
          <a:p>
            <a:fld id="{C8BE42D1-A91F-4661-8F28-E5E774F50AA6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3AB8-3710-400B-BC79-081A10D36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A66AC9-4AF5-4788-AFF3-88A8BF8BA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6747E-108F-4A74-9AAD-967CB5E35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064EF-5F4C-4749-817C-9EB61DF26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F5C67-2996-442C-8A0F-F1A0C16A9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54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352A-11F2-4B89-9B86-F0424E35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ED180-DF59-4B40-B51C-9A6BD3F15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C9EEB-5152-4BB2-B1F1-63DA51126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A7B47-9A51-4DC1-8A85-9CF0FF056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632DD-262E-4763-8B77-F17FFE94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11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C72CA-8FDD-4A34-B078-9B96F7A2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DAC14-CD70-4BA6-B4E6-6FE747FF4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72B1B6-8C6E-4B7F-9C6D-956AC366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5A1AB-1820-4BDF-AD39-9B3C87D00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FE412-28CF-4E64-A2F0-5B9E8471E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0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6D46F-95D1-4369-A565-8A2399CBC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2E8BF-5390-4868-AE4A-164D6A07F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F539C-0FFA-4AF1-A4B3-3D43E6F1C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30F0BB-71DC-4F2A-963D-3CD03AF46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DC901-227B-4596-97CD-8F62111ED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7A975-865E-43D0-BEAD-A8204839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286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FD487-0BFF-41E2-B0BF-73F84558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3E9E5-63C6-4821-93E6-957E30C5F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48EFB1-E372-4B74-A5B0-BC81D3038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6F6640-B1E4-43F9-987B-2F12C7F97A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DEB322-55BC-4FDF-ADDB-F167671C7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8D7E6A-B49F-40A3-B29C-37B4555D5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EA235E-611C-4504-90C2-37B28BA9F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A69C7C-B790-4B9A-B4B8-FB746401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4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752AA-9A65-408F-9F84-A6025059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80640E-F14F-40D3-B9AE-71D2D7DBB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9BC11-E4C5-4F8D-BFB2-6A7B1BF4D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B636C-E512-4B96-9CB5-716E3433D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293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219275-00D4-4F14-B73C-B3C88FBAD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3A0A6-9EAF-4915-85F4-922D5FB34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D12A6-BC5B-4CB7-9E3F-49D2331CA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988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4157-6FCF-418A-A38C-37E17D7BE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A7643-86D4-4EC4-A144-0226796FA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2AF58-5F2A-4586-941B-B8D01447E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D6D11B-88FD-4478-A6E5-5AB738C03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F7DC8-F983-4198-956B-DB75A50F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7E1CA-DB78-413D-A235-ED8C2F660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197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CDF7E-3133-4596-A534-0AEEC5A3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CD341-27EA-4CE7-8808-F8F51AA54D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1AF7A-3766-42BF-8B7A-FA1359656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6FB4D7-124F-44BF-BF56-56E6C17C9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A0E0B-F02E-4233-BCA0-1859A9D64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4DD84-7C77-4875-9915-9F6693C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420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76CD-1798-4285-B683-3E58C8B8C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CFAEC-170E-4F11-9924-40B990016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B0511-4219-4A90-B1AA-560FCA623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73208-93C7-48B4-8908-A8BA8096F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34E74-E082-4700-A3EE-52E0358D4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19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2E9B3A-1DD5-4775-BC9B-837A8CF6B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7140F-9DA7-4564-A60A-408F561E7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26C52-EC67-42A2-8C7F-17472C941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59838F-F981-4A11-A3EA-B7AE61C02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CF05F8-7954-4A97-B332-EDDBD0F0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23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440BE-8DDC-46FC-BF8E-CF000AA9C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A16E3-BF24-4E97-B875-C7926701C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ADAB7-0D37-4EF6-BD60-26A7E9EAF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318C4-0D56-484F-AB5A-27673DC92A62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EA6C1-B9BC-4526-B360-7A331700FF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D234A7-B9C2-4E0B-93ED-4668E25DA1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B1A1-19E0-455F-B420-F60F5A70B6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23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.png"/><Relationship Id="rId4" Type="http://schemas.openxmlformats.org/officeDocument/2006/relationships/customXml" Target="../ink/ink2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customXml" Target="../ink/ink10.xml"/><Relationship Id="rId18" Type="http://schemas.openxmlformats.org/officeDocument/2006/relationships/image" Target="../media/image15.png"/><Relationship Id="rId3" Type="http://schemas.openxmlformats.org/officeDocument/2006/relationships/customXml" Target="../ink/ink5.xml"/><Relationship Id="rId21" Type="http://schemas.openxmlformats.org/officeDocument/2006/relationships/customXml" Target="../ink/ink14.xml"/><Relationship Id="rId7" Type="http://schemas.openxmlformats.org/officeDocument/2006/relationships/customXml" Target="../ink/ink7.xml"/><Relationship Id="rId12" Type="http://schemas.openxmlformats.org/officeDocument/2006/relationships/image" Target="../media/image12.png"/><Relationship Id="rId17" Type="http://schemas.openxmlformats.org/officeDocument/2006/relationships/customXml" Target="../ink/ink12.xml"/><Relationship Id="rId2" Type="http://schemas.openxmlformats.org/officeDocument/2006/relationships/image" Target="../media/image7.wmf"/><Relationship Id="rId16" Type="http://schemas.openxmlformats.org/officeDocument/2006/relationships/image" Target="../media/image14.png"/><Relationship Id="rId20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customXml" Target="../ink/ink9.xml"/><Relationship Id="rId24" Type="http://schemas.openxmlformats.org/officeDocument/2006/relationships/image" Target="../media/image18.png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10" Type="http://schemas.openxmlformats.org/officeDocument/2006/relationships/image" Target="../media/image11.png"/><Relationship Id="rId19" Type="http://schemas.openxmlformats.org/officeDocument/2006/relationships/customXml" Target="../ink/ink13.xml"/><Relationship Id="rId4" Type="http://schemas.openxmlformats.org/officeDocument/2006/relationships/image" Target="../media/image8.png"/><Relationship Id="rId9" Type="http://schemas.openxmlformats.org/officeDocument/2006/relationships/customXml" Target="../ink/ink8.xml"/><Relationship Id="rId14" Type="http://schemas.openxmlformats.org/officeDocument/2006/relationships/image" Target="../media/image13.png"/><Relationship Id="rId22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image" Target="../media/image21.png"/><Relationship Id="rId12" Type="http://schemas.openxmlformats.org/officeDocument/2006/relationships/customXml" Target="../ink/ink22.xml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13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12" Type="http://schemas.openxmlformats.org/officeDocument/2006/relationships/customXml" Target="../ink/ink28.xml"/><Relationship Id="rId17" Type="http://schemas.openxmlformats.org/officeDocument/2006/relationships/image" Target="../media/image32.png"/><Relationship Id="rId2" Type="http://schemas.openxmlformats.org/officeDocument/2006/relationships/customXml" Target="../ink/ink23.xml"/><Relationship Id="rId16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5" Type="http://schemas.openxmlformats.org/officeDocument/2006/relationships/image" Target="../media/image31.png"/><Relationship Id="rId10" Type="http://schemas.openxmlformats.org/officeDocument/2006/relationships/customXml" Target="../ink/ink27.xml"/><Relationship Id="rId4" Type="http://schemas.openxmlformats.org/officeDocument/2006/relationships/customXml" Target="../ink/ink24.xml"/><Relationship Id="rId9" Type="http://schemas.openxmlformats.org/officeDocument/2006/relationships/image" Target="../media/image28.png"/><Relationship Id="rId14" Type="http://schemas.openxmlformats.org/officeDocument/2006/relationships/customXml" Target="../ink/ink2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0" Type="http://schemas.openxmlformats.org/officeDocument/2006/relationships/customXml" Target="../ink/ink35.xml"/><Relationship Id="rId4" Type="http://schemas.openxmlformats.org/officeDocument/2006/relationships/customXml" Target="../ink/ink32.xml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43.png"/><Relationship Id="rId18" Type="http://schemas.openxmlformats.org/officeDocument/2006/relationships/customXml" Target="../ink/ink44.xml"/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12" Type="http://schemas.openxmlformats.org/officeDocument/2006/relationships/customXml" Target="../ink/ink41.xml"/><Relationship Id="rId17" Type="http://schemas.openxmlformats.org/officeDocument/2006/relationships/image" Target="../media/image45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42.png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10" Type="http://schemas.openxmlformats.org/officeDocument/2006/relationships/customXml" Target="../ink/ink40.xml"/><Relationship Id="rId19" Type="http://schemas.openxmlformats.org/officeDocument/2006/relationships/image" Target="../media/image46.png"/><Relationship Id="rId4" Type="http://schemas.openxmlformats.org/officeDocument/2006/relationships/customXml" Target="../ink/ink37.xml"/><Relationship Id="rId9" Type="http://schemas.openxmlformats.org/officeDocument/2006/relationships/image" Target="../media/image41.png"/><Relationship Id="rId14" Type="http://schemas.openxmlformats.org/officeDocument/2006/relationships/customXml" Target="../ink/ink4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7.xml"/><Relationship Id="rId13" Type="http://schemas.openxmlformats.org/officeDocument/2006/relationships/image" Target="../media/image51.png"/><Relationship Id="rId18" Type="http://schemas.openxmlformats.org/officeDocument/2006/relationships/customXml" Target="../ink/ink52.xml"/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12" Type="http://schemas.openxmlformats.org/officeDocument/2006/relationships/customXml" Target="../ink/ink49.xml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5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6.xml"/><Relationship Id="rId11" Type="http://schemas.openxmlformats.org/officeDocument/2006/relationships/image" Target="../media/image44.png"/><Relationship Id="rId5" Type="http://schemas.openxmlformats.org/officeDocument/2006/relationships/image" Target="../media/image48.png"/><Relationship Id="rId15" Type="http://schemas.openxmlformats.org/officeDocument/2006/relationships/image" Target="../media/image52.png"/><Relationship Id="rId10" Type="http://schemas.openxmlformats.org/officeDocument/2006/relationships/customXml" Target="../ink/ink48.xml"/><Relationship Id="rId19" Type="http://schemas.openxmlformats.org/officeDocument/2006/relationships/image" Target="../media/image54.png"/><Relationship Id="rId4" Type="http://schemas.openxmlformats.org/officeDocument/2006/relationships/customXml" Target="../ink/ink45.xml"/><Relationship Id="rId9" Type="http://schemas.openxmlformats.org/officeDocument/2006/relationships/image" Target="../media/image50.png"/><Relationship Id="rId14" Type="http://schemas.openxmlformats.org/officeDocument/2006/relationships/customXml" Target="../ink/ink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53.xml"/><Relationship Id="rId7" Type="http://schemas.openxmlformats.org/officeDocument/2006/relationships/customXml" Target="../ink/ink5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customXml" Target="../ink/ink54.xml"/><Relationship Id="rId4" Type="http://schemas.openxmlformats.org/officeDocument/2006/relationships/image" Target="../media/image55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.png"/><Relationship Id="rId18" Type="http://schemas.openxmlformats.org/officeDocument/2006/relationships/customXml" Target="../ink/ink64.xml"/><Relationship Id="rId26" Type="http://schemas.openxmlformats.org/officeDocument/2006/relationships/customXml" Target="../ink/ink68.xml"/><Relationship Id="rId3" Type="http://schemas.openxmlformats.org/officeDocument/2006/relationships/image" Target="../media/image58.png"/><Relationship Id="rId21" Type="http://schemas.openxmlformats.org/officeDocument/2006/relationships/image" Target="../media/image67.png"/><Relationship Id="rId7" Type="http://schemas.openxmlformats.org/officeDocument/2006/relationships/image" Target="../media/image60.png"/><Relationship Id="rId12" Type="http://schemas.openxmlformats.org/officeDocument/2006/relationships/customXml" Target="../ink/ink61.xml"/><Relationship Id="rId17" Type="http://schemas.openxmlformats.org/officeDocument/2006/relationships/image" Target="../media/image65.png"/><Relationship Id="rId25" Type="http://schemas.openxmlformats.org/officeDocument/2006/relationships/image" Target="../media/image69.png"/><Relationship Id="rId33" Type="http://schemas.openxmlformats.org/officeDocument/2006/relationships/image" Target="../media/image73.png"/><Relationship Id="rId2" Type="http://schemas.openxmlformats.org/officeDocument/2006/relationships/customXml" Target="../ink/ink56.xml"/><Relationship Id="rId16" Type="http://schemas.openxmlformats.org/officeDocument/2006/relationships/customXml" Target="../ink/ink63.xml"/><Relationship Id="rId20" Type="http://schemas.openxmlformats.org/officeDocument/2006/relationships/customXml" Target="../ink/ink65.xml"/><Relationship Id="rId29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8.xml"/><Relationship Id="rId11" Type="http://schemas.openxmlformats.org/officeDocument/2006/relationships/image" Target="../media/image62.png"/><Relationship Id="rId24" Type="http://schemas.openxmlformats.org/officeDocument/2006/relationships/customXml" Target="../ink/ink67.xml"/><Relationship Id="rId32" Type="http://schemas.openxmlformats.org/officeDocument/2006/relationships/customXml" Target="../ink/ink71.xml"/><Relationship Id="rId5" Type="http://schemas.openxmlformats.org/officeDocument/2006/relationships/image" Target="../media/image59.png"/><Relationship Id="rId15" Type="http://schemas.openxmlformats.org/officeDocument/2006/relationships/image" Target="../media/image64.png"/><Relationship Id="rId23" Type="http://schemas.openxmlformats.org/officeDocument/2006/relationships/image" Target="../media/image68.png"/><Relationship Id="rId28" Type="http://schemas.openxmlformats.org/officeDocument/2006/relationships/customXml" Target="../ink/ink69.xml"/><Relationship Id="rId10" Type="http://schemas.openxmlformats.org/officeDocument/2006/relationships/customXml" Target="../ink/ink60.xml"/><Relationship Id="rId19" Type="http://schemas.openxmlformats.org/officeDocument/2006/relationships/image" Target="../media/image66.png"/><Relationship Id="rId31" Type="http://schemas.openxmlformats.org/officeDocument/2006/relationships/image" Target="../media/image72.png"/><Relationship Id="rId4" Type="http://schemas.openxmlformats.org/officeDocument/2006/relationships/customXml" Target="../ink/ink57.xml"/><Relationship Id="rId9" Type="http://schemas.openxmlformats.org/officeDocument/2006/relationships/image" Target="../media/image61.png"/><Relationship Id="rId14" Type="http://schemas.openxmlformats.org/officeDocument/2006/relationships/customXml" Target="../ink/ink62.xml"/><Relationship Id="rId22" Type="http://schemas.openxmlformats.org/officeDocument/2006/relationships/customXml" Target="../ink/ink66.xml"/><Relationship Id="rId27" Type="http://schemas.openxmlformats.org/officeDocument/2006/relationships/image" Target="../media/image70.png"/><Relationship Id="rId30" Type="http://schemas.openxmlformats.org/officeDocument/2006/relationships/customXml" Target="../ink/ink70.xml"/><Relationship Id="rId8" Type="http://schemas.openxmlformats.org/officeDocument/2006/relationships/customXml" Target="../ink/ink5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75.xml"/><Relationship Id="rId3" Type="http://schemas.openxmlformats.org/officeDocument/2006/relationships/image" Target="../media/image74.png"/><Relationship Id="rId7" Type="http://schemas.openxmlformats.org/officeDocument/2006/relationships/image" Target="../media/image76.png"/><Relationship Id="rId2" Type="http://schemas.openxmlformats.org/officeDocument/2006/relationships/customXml" Target="../ink/ink7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4.xml"/><Relationship Id="rId11" Type="http://schemas.openxmlformats.org/officeDocument/2006/relationships/image" Target="../media/image10.png"/><Relationship Id="rId5" Type="http://schemas.openxmlformats.org/officeDocument/2006/relationships/image" Target="../media/image75.png"/><Relationship Id="rId10" Type="http://schemas.openxmlformats.org/officeDocument/2006/relationships/customXml" Target="../ink/ink76.xml"/><Relationship Id="rId4" Type="http://schemas.openxmlformats.org/officeDocument/2006/relationships/customXml" Target="../ink/ink73.xml"/><Relationship Id="rId9" Type="http://schemas.openxmlformats.org/officeDocument/2006/relationships/image" Target="../media/image7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82.xml"/><Relationship Id="rId3" Type="http://schemas.openxmlformats.org/officeDocument/2006/relationships/customXml" Target="../ink/ink77.xml"/><Relationship Id="rId7" Type="http://schemas.openxmlformats.org/officeDocument/2006/relationships/customXml" Target="../ink/ink79.xml"/><Relationship Id="rId12" Type="http://schemas.openxmlformats.org/officeDocument/2006/relationships/image" Target="../media/image82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customXml" Target="../ink/ink81.xml"/><Relationship Id="rId5" Type="http://schemas.openxmlformats.org/officeDocument/2006/relationships/customXml" Target="../ink/ink78.xml"/><Relationship Id="rId10" Type="http://schemas.openxmlformats.org/officeDocument/2006/relationships/image" Target="../media/image81.png"/><Relationship Id="rId4" Type="http://schemas.openxmlformats.org/officeDocument/2006/relationships/image" Target="../media/image79.png"/><Relationship Id="rId9" Type="http://schemas.openxmlformats.org/officeDocument/2006/relationships/customXml" Target="../ink/ink80.xml"/><Relationship Id="rId14" Type="http://schemas.openxmlformats.org/officeDocument/2006/relationships/image" Target="../media/image8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86.xml"/><Relationship Id="rId3" Type="http://schemas.openxmlformats.org/officeDocument/2006/relationships/image" Target="../media/image84.png"/><Relationship Id="rId7" Type="http://schemas.openxmlformats.org/officeDocument/2006/relationships/image" Target="../media/image86.png"/><Relationship Id="rId2" Type="http://schemas.openxmlformats.org/officeDocument/2006/relationships/customXml" Target="../ink/ink8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5.xml"/><Relationship Id="rId5" Type="http://schemas.openxmlformats.org/officeDocument/2006/relationships/image" Target="../media/image85.png"/><Relationship Id="rId4" Type="http://schemas.openxmlformats.org/officeDocument/2006/relationships/customXml" Target="../ink/ink84.xml"/><Relationship Id="rId9" Type="http://schemas.openxmlformats.org/officeDocument/2006/relationships/image" Target="../media/image8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customXml" Target="../ink/ink92.xml"/><Relationship Id="rId18" Type="http://schemas.openxmlformats.org/officeDocument/2006/relationships/image" Target="../media/image97.png"/><Relationship Id="rId26" Type="http://schemas.openxmlformats.org/officeDocument/2006/relationships/customXml" Target="../ink/ink99.xml"/><Relationship Id="rId3" Type="http://schemas.openxmlformats.org/officeDocument/2006/relationships/customXml" Target="../ink/ink87.xml"/><Relationship Id="rId21" Type="http://schemas.openxmlformats.org/officeDocument/2006/relationships/customXml" Target="../ink/ink96.xml"/><Relationship Id="rId7" Type="http://schemas.openxmlformats.org/officeDocument/2006/relationships/customXml" Target="../ink/ink89.xml"/><Relationship Id="rId12" Type="http://schemas.openxmlformats.org/officeDocument/2006/relationships/image" Target="../media/image94.png"/><Relationship Id="rId17" Type="http://schemas.openxmlformats.org/officeDocument/2006/relationships/customXml" Target="../ink/ink94.xml"/><Relationship Id="rId25" Type="http://schemas.openxmlformats.org/officeDocument/2006/relationships/image" Target="../media/image99.png"/><Relationship Id="rId2" Type="http://schemas.openxmlformats.org/officeDocument/2006/relationships/image" Target="../media/image89.png"/><Relationship Id="rId16" Type="http://schemas.openxmlformats.org/officeDocument/2006/relationships/image" Target="../media/image96.png"/><Relationship Id="rId20" Type="http://schemas.openxmlformats.org/officeDocument/2006/relationships/image" Target="../media/image98.png"/><Relationship Id="rId29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11" Type="http://schemas.openxmlformats.org/officeDocument/2006/relationships/customXml" Target="../ink/ink91.xml"/><Relationship Id="rId24" Type="http://schemas.openxmlformats.org/officeDocument/2006/relationships/customXml" Target="../ink/ink98.xml"/><Relationship Id="rId5" Type="http://schemas.openxmlformats.org/officeDocument/2006/relationships/customXml" Target="../ink/ink88.xml"/><Relationship Id="rId15" Type="http://schemas.openxmlformats.org/officeDocument/2006/relationships/customXml" Target="../ink/ink93.xml"/><Relationship Id="rId23" Type="http://schemas.openxmlformats.org/officeDocument/2006/relationships/customXml" Target="../ink/ink97.xml"/><Relationship Id="rId28" Type="http://schemas.openxmlformats.org/officeDocument/2006/relationships/customXml" Target="../ink/ink100.xml"/><Relationship Id="rId10" Type="http://schemas.openxmlformats.org/officeDocument/2006/relationships/image" Target="../media/image93.png"/><Relationship Id="rId19" Type="http://schemas.openxmlformats.org/officeDocument/2006/relationships/customXml" Target="../ink/ink95.xml"/><Relationship Id="rId4" Type="http://schemas.openxmlformats.org/officeDocument/2006/relationships/image" Target="../media/image90.png"/><Relationship Id="rId9" Type="http://schemas.openxmlformats.org/officeDocument/2006/relationships/customXml" Target="../ink/ink90.xml"/><Relationship Id="rId14" Type="http://schemas.openxmlformats.org/officeDocument/2006/relationships/image" Target="../media/image95.png"/><Relationship Id="rId22" Type="http://schemas.openxmlformats.org/officeDocument/2006/relationships/image" Target="../media/image44.png"/><Relationship Id="rId27" Type="http://schemas.openxmlformats.org/officeDocument/2006/relationships/image" Target="../media/image10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customXml" Target="../ink/ink10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customXml" Target="../ink/ink10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customXml" Target="../ink/ink10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5.png"/><Relationship Id="rId4" Type="http://schemas.openxmlformats.org/officeDocument/2006/relationships/customXml" Target="../ink/ink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Course Title: Programming Fundamentals</a:t>
            </a:r>
            <a:br>
              <a:rPr lang="en-US" sz="3200" b="1" dirty="0"/>
            </a:br>
            <a:r>
              <a:rPr lang="en-US" sz="3200" b="1" dirty="0"/>
              <a:t>Course Code: CS141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953003" y="3892214"/>
            <a:ext cx="3759362" cy="43531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lnSpc>
                <a:spcPct val="101000"/>
              </a:lnSpc>
              <a:buFont typeface="Times New Roman" charset="0"/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ahoma" charset="0"/>
                <a:cs typeface="Microsoft YaHei" charset="0"/>
              </a:rPr>
              <a:t>Prof. Khaled F. Hussain</a:t>
            </a:r>
          </a:p>
        </p:txBody>
      </p:sp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0001250" y="1247775"/>
            <a:ext cx="1333500" cy="381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</a:pPr>
            <a:r>
              <a:rPr lang="en-US" sz="900" b="1" dirty="0" err="1">
                <a:latin typeface="Calibri" pitchFamily="34" charset="0"/>
                <a:ea typeface="Arial" pitchFamily="34" charset="0"/>
                <a:cs typeface="Arial" pitchFamily="34" charset="0"/>
              </a:rPr>
              <a:t>Assiut</a:t>
            </a:r>
            <a:r>
              <a:rPr lang="en-US" sz="900" b="1" dirty="0">
                <a:latin typeface="Calibri" pitchFamily="34" charset="0"/>
                <a:ea typeface="Arial" pitchFamily="34" charset="0"/>
                <a:cs typeface="Arial" pitchFamily="34" charset="0"/>
              </a:rPr>
              <a:t> University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8172" y="334327"/>
            <a:ext cx="866775" cy="1103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1" descr="Description: Assiut Univ">
            <a:extLst>
              <a:ext uri="{FF2B5EF4-FFF2-40B4-BE49-F238E27FC236}">
                <a16:creationId xmlns:a16="http://schemas.microsoft.com/office/drawing/2014/main" id="{2B9C1A82-8595-4121-B86E-D438A21B666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7709" y="457676"/>
            <a:ext cx="542925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WordArt 3">
            <a:extLst>
              <a:ext uri="{FF2B5EF4-FFF2-40B4-BE49-F238E27FC236}">
                <a16:creationId xmlns:a16="http://schemas.microsoft.com/office/drawing/2014/main" id="{FDBEE558-F756-4756-A81D-D251A5EF5D1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401366" y="1317171"/>
            <a:ext cx="1357312" cy="2857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ArchDown">
              <a:avLst>
                <a:gd name="adj" fmla="val 0"/>
              </a:avLst>
            </a:prstTxWarp>
          </a:bodyPr>
          <a:lstStyle/>
          <a:p>
            <a:pPr algn="ctr" rtl="1">
              <a:buNone/>
            </a:pPr>
            <a:r>
              <a:rPr lang="ar-EG" sz="900" kern="1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كلية معتمدة من الهيئة القومية</a:t>
            </a:r>
          </a:p>
          <a:p>
            <a:pPr algn="ctr" rtl="1">
              <a:buNone/>
            </a:pPr>
            <a:r>
              <a:rPr lang="ar-EG" sz="900" kern="10" spc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لضمان جودة التعليم والاعتماد</a:t>
            </a:r>
            <a:endParaRPr lang="en-GB" sz="900" kern="10" spc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9946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B1C79-659A-4339-B980-071E4160B1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Basic Elements of C++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9A055-E5BE-426F-A657-5A4CD7AAC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295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B1C7A-54D1-4CC2-A84E-F065FF872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D4ADD-046A-4F26-A55A-E6AD00ED4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D. S. Malik, “C++ Programming: From Problem Analysis to Program Design”, Cengage Learning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371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6EF3-FB7B-4876-85F7-940A00A47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6597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Comments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52191-2561-4CA9-9C43-EC0496C79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9028"/>
            <a:ext cx="10515600" cy="4351338"/>
          </a:xfrm>
        </p:spPr>
        <p:txBody>
          <a:bodyPr>
            <a:noAutofit/>
          </a:bodyPr>
          <a:lstStyle/>
          <a:p>
            <a:pPr algn="l"/>
            <a:r>
              <a:rPr lang="en-US" sz="2000" b="0" i="0" u="none" strike="noStrike" baseline="0" dirty="0">
                <a:solidFill>
                  <a:srgbClr val="211808"/>
                </a:solidFill>
                <a:latin typeface="WarnockPro-Regular"/>
              </a:rPr>
              <a:t>The program that you write should be clear not only to you, but also to the reader of your program.</a:t>
            </a:r>
          </a:p>
          <a:p>
            <a:pPr algn="l"/>
            <a:r>
              <a:rPr lang="en-US" sz="2000" b="0" i="0" u="none" strike="noStrike" baseline="0" dirty="0">
                <a:solidFill>
                  <a:srgbClr val="211808"/>
                </a:solidFill>
                <a:latin typeface="WarnockPro-Regular"/>
              </a:rPr>
              <a:t>Comments are for the reader, not for the compiler.</a:t>
            </a:r>
          </a:p>
          <a:p>
            <a:pPr lvl="1"/>
            <a:r>
              <a:rPr lang="en-US" sz="2000" b="0" i="0" u="none" strike="noStrike" baseline="0" dirty="0">
                <a:solidFill>
                  <a:srgbClr val="211808"/>
                </a:solidFill>
                <a:latin typeface="WarnockPro-Regular"/>
              </a:rPr>
              <a:t>So, when a compiler compiles a program to check for the syntax errors, it completely ignores comments.</a:t>
            </a:r>
          </a:p>
          <a:p>
            <a:pPr algn="l"/>
            <a:r>
              <a:rPr lang="en-US" sz="2000" b="0" i="0" u="none" strike="noStrike" baseline="0" dirty="0">
                <a:solidFill>
                  <a:srgbClr val="211808"/>
                </a:solidFill>
                <a:latin typeface="WarnockPro-Regular"/>
              </a:rPr>
              <a:t>There are two common types of comments in a C++</a:t>
            </a:r>
            <a:r>
              <a:rPr lang="en-US" sz="2000" b="0" i="0" u="none" strike="noStrike" baseline="0" dirty="0">
                <a:solidFill>
                  <a:srgbClr val="211808"/>
                </a:solidFill>
                <a:latin typeface="MathematicalPiLTStd-1"/>
              </a:rPr>
              <a:t> </a:t>
            </a:r>
            <a:r>
              <a:rPr lang="en-US" sz="2000" b="0" i="0" u="none" strike="noStrike" baseline="0" dirty="0">
                <a:solidFill>
                  <a:srgbClr val="211808"/>
                </a:solidFill>
                <a:latin typeface="WarnockPro-Regular"/>
              </a:rPr>
              <a:t>program</a:t>
            </a:r>
          </a:p>
          <a:p>
            <a:pPr lvl="1"/>
            <a:r>
              <a:rPr lang="en-US" sz="2000" dirty="0">
                <a:solidFill>
                  <a:srgbClr val="211808"/>
                </a:solidFill>
                <a:latin typeface="WarnockPro-Regular"/>
              </a:rPr>
              <a:t>s</a:t>
            </a:r>
            <a:r>
              <a:rPr lang="en-US" sz="2000" b="0" i="0" u="none" strike="noStrike" baseline="0" dirty="0">
                <a:solidFill>
                  <a:srgbClr val="211808"/>
                </a:solidFill>
                <a:latin typeface="WarnockPro-Regular"/>
              </a:rPr>
              <a:t>ingle-line comments</a:t>
            </a:r>
          </a:p>
          <a:p>
            <a:pPr lvl="2"/>
            <a:r>
              <a:rPr lang="en-US" b="0" i="0" u="none" strike="noStrike" baseline="0" dirty="0">
                <a:solidFill>
                  <a:srgbClr val="211808"/>
                </a:solidFill>
                <a:highlight>
                  <a:srgbClr val="FFFF00"/>
                </a:highlight>
                <a:latin typeface="WarnockPro-Regular"/>
              </a:rPr>
              <a:t>Single-line</a:t>
            </a:r>
            <a:r>
              <a:rPr lang="en-US" b="0" i="0" u="none" strike="noStrike" baseline="0" dirty="0">
                <a:solidFill>
                  <a:srgbClr val="211808"/>
                </a:solidFill>
                <a:latin typeface="WarnockPro-Regular"/>
              </a:rPr>
              <a:t> comments begin with </a:t>
            </a: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// </a:t>
            </a:r>
            <a:r>
              <a:rPr lang="en-US" b="0" i="0" u="none" strike="noStrike" baseline="0" dirty="0">
                <a:solidFill>
                  <a:srgbClr val="211808"/>
                </a:solidFill>
                <a:latin typeface="WarnockPro-Regular"/>
              </a:rPr>
              <a:t>and can be placed anywhere in the line.</a:t>
            </a:r>
            <a:endParaRPr lang="en-US" dirty="0">
              <a:solidFill>
                <a:srgbClr val="211808"/>
              </a:solidFill>
              <a:latin typeface="WarnockPro-Regular"/>
            </a:endParaRPr>
          </a:p>
          <a:p>
            <a:pPr marL="914400" lvl="2" indent="0">
              <a:buNone/>
            </a:pPr>
            <a:r>
              <a:rPr lang="fr-FR" b="1" i="0" u="none" strike="noStrike" baseline="0" dirty="0">
                <a:solidFill>
                  <a:srgbClr val="211808"/>
                </a:solidFill>
                <a:latin typeface="CourierStd-Bold"/>
              </a:rPr>
              <a:t>cout &lt;&lt; "7 + 8 = " &lt;&lt; 7 + 8 &lt;&lt; </a:t>
            </a:r>
            <a:r>
              <a:rPr lang="fr-FR" b="1" i="0" u="none" strike="noStrike" baseline="0" dirty="0" err="1">
                <a:solidFill>
                  <a:srgbClr val="211808"/>
                </a:solidFill>
                <a:latin typeface="CourierStd-Bold"/>
              </a:rPr>
              <a:t>endl</a:t>
            </a:r>
            <a:r>
              <a:rPr lang="fr-FR" b="1" i="0" u="none" strike="noStrike" baseline="0" dirty="0">
                <a:solidFill>
                  <a:srgbClr val="211808"/>
                </a:solidFill>
                <a:latin typeface="CourierStd-Bold"/>
              </a:rPr>
              <a:t>; </a:t>
            </a:r>
            <a:r>
              <a:rPr lang="fr-FR" b="1" i="0" u="none" strike="noStrike" baseline="0" dirty="0">
                <a:solidFill>
                  <a:srgbClr val="0DD767"/>
                </a:solidFill>
                <a:latin typeface="CourierStd-Bold"/>
              </a:rPr>
              <a:t>//</a:t>
            </a:r>
            <a:r>
              <a:rPr lang="fr-FR" b="1" i="0" u="none" strike="noStrike" baseline="0" dirty="0" err="1">
                <a:solidFill>
                  <a:srgbClr val="0DD767"/>
                </a:solidFill>
                <a:latin typeface="CourierStd-Bold"/>
              </a:rPr>
              <a:t>prints</a:t>
            </a:r>
            <a:r>
              <a:rPr lang="fr-FR" b="1" i="0" u="none" strike="noStrike" baseline="0" dirty="0">
                <a:solidFill>
                  <a:srgbClr val="0DD767"/>
                </a:solidFill>
                <a:latin typeface="CourierStd-Bold"/>
              </a:rPr>
              <a:t>: 7 + 8 = 15</a:t>
            </a:r>
            <a:endParaRPr lang="en-US" b="0" i="0" u="none" strike="noStrike" baseline="0" dirty="0">
              <a:solidFill>
                <a:srgbClr val="211808"/>
              </a:solidFill>
              <a:latin typeface="WarnockPro-Regular"/>
            </a:endParaRPr>
          </a:p>
          <a:p>
            <a:pPr lvl="1"/>
            <a:r>
              <a:rPr lang="en-US" sz="2000" b="0" i="0" u="none" strike="noStrike" baseline="0" dirty="0">
                <a:solidFill>
                  <a:srgbClr val="211808"/>
                </a:solidFill>
                <a:latin typeface="WarnockPro-Regular"/>
              </a:rPr>
              <a:t>multiple-line comments.</a:t>
            </a:r>
          </a:p>
          <a:p>
            <a:pPr lvl="2"/>
            <a:r>
              <a:rPr lang="en-US" b="0" i="0" u="none" strike="noStrike" baseline="0" dirty="0">
                <a:solidFill>
                  <a:srgbClr val="211808"/>
                </a:solidFill>
                <a:latin typeface="WarnockPro-Regular"/>
              </a:rPr>
              <a:t>Multiple-line comments are enclosed between </a:t>
            </a: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/* </a:t>
            </a:r>
            <a:r>
              <a:rPr lang="en-US" b="0" i="0" u="none" strike="noStrike" baseline="0" dirty="0">
                <a:solidFill>
                  <a:srgbClr val="211808"/>
                </a:solidFill>
                <a:latin typeface="WarnockPro-Regular"/>
              </a:rPr>
              <a:t>and </a:t>
            </a: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*/</a:t>
            </a:r>
            <a:r>
              <a:rPr lang="en-US" b="0" i="0" u="none" strike="noStrike" baseline="0" dirty="0">
                <a:solidFill>
                  <a:srgbClr val="211808"/>
                </a:solidFill>
                <a:latin typeface="WarnockPro-Regular"/>
              </a:rPr>
              <a:t>. The compiler ignores anything that appears between </a:t>
            </a: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/* </a:t>
            </a:r>
            <a:r>
              <a:rPr lang="en-US" b="0" i="0" u="none" strike="noStrike" baseline="0" dirty="0">
                <a:solidFill>
                  <a:srgbClr val="211808"/>
                </a:solidFill>
                <a:latin typeface="WarnockPro-Regular"/>
              </a:rPr>
              <a:t>and </a:t>
            </a: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*/</a:t>
            </a:r>
            <a:r>
              <a:rPr lang="en-US" b="0" i="0" u="none" strike="noStrike" baseline="0" dirty="0">
                <a:solidFill>
                  <a:srgbClr val="211808"/>
                </a:solidFill>
                <a:latin typeface="WarnockPro-Regular"/>
              </a:rPr>
              <a:t>.</a:t>
            </a:r>
          </a:p>
          <a:p>
            <a:pPr marL="914400" lvl="2" indent="0">
              <a:buNone/>
            </a:pP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/*</a:t>
            </a:r>
          </a:p>
          <a:p>
            <a:pPr marL="914400" lvl="2" indent="0">
              <a:buNone/>
            </a:pP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You can include comments that can</a:t>
            </a:r>
          </a:p>
          <a:p>
            <a:pPr marL="914400" lvl="2" indent="0">
              <a:buNone/>
            </a:pP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occupy several lines.</a:t>
            </a:r>
          </a:p>
          <a:p>
            <a:pPr marL="914400" lvl="2" indent="0">
              <a:buNone/>
            </a:pPr>
            <a:r>
              <a:rPr lang="en-US" b="1" i="0" u="none" strike="noStrike" baseline="0" dirty="0">
                <a:solidFill>
                  <a:srgbClr val="0DD767"/>
                </a:solidFill>
                <a:latin typeface="CourierStd-Bold"/>
              </a:rPr>
              <a:t>*/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21DC457-A750-0BD2-E239-FEF67361BCC3}"/>
                  </a:ext>
                </a:extLst>
              </p14:cNvPr>
              <p14:cNvContentPartPr/>
              <p14:nvPr/>
            </p14:nvContentPartPr>
            <p14:xfrm>
              <a:off x="1069838" y="695176"/>
              <a:ext cx="2119680" cy="96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21DC457-A750-0BD2-E239-FEF67361BC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16198" y="587536"/>
                <a:ext cx="22273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48EB3F2-D7CB-9CE9-6392-40128D5135AC}"/>
                  </a:ext>
                </a:extLst>
              </p14:cNvPr>
              <p14:cNvContentPartPr/>
              <p14:nvPr/>
            </p14:nvContentPartPr>
            <p14:xfrm>
              <a:off x="5413598" y="3598216"/>
              <a:ext cx="568080" cy="48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48EB3F2-D7CB-9CE9-6392-40128D5135A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59598" y="3490216"/>
                <a:ext cx="67572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83BA7FF-6AD7-FE7F-75E1-9F1AA64EA740}"/>
                  </a:ext>
                </a:extLst>
              </p14:cNvPr>
              <p14:cNvContentPartPr/>
              <p14:nvPr/>
            </p14:nvContentPartPr>
            <p14:xfrm>
              <a:off x="2099078" y="4519816"/>
              <a:ext cx="1275840" cy="115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83BA7FF-6AD7-FE7F-75E1-9F1AA64EA7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45078" y="4412176"/>
                <a:ext cx="13834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4B24D4A-1FDE-0BDD-A906-33EFC090083C}"/>
                  </a:ext>
                </a:extLst>
              </p14:cNvPr>
              <p14:cNvContentPartPr/>
              <p14:nvPr/>
            </p14:nvContentPartPr>
            <p14:xfrm>
              <a:off x="6961958" y="4592896"/>
              <a:ext cx="1239120" cy="167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4B24D4A-1FDE-0BDD-A906-33EFC090083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07958" y="4484896"/>
                <a:ext cx="1346760" cy="38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433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5FCA-09B0-4D44-8741-EAE590A17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US" dirty="0"/>
              <a:t>Tokens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90243-9D17-474F-B69F-2FFF13E5EA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3670"/>
            <a:ext cx="10515600" cy="4351338"/>
          </a:xfrm>
        </p:spPr>
        <p:txBody>
          <a:bodyPr>
            <a:noAutofit/>
          </a:bodyPr>
          <a:lstStyle/>
          <a:p>
            <a:r>
              <a:rPr lang="en-US" sz="1800" b="0" i="0" u="none" strike="noStrike" baseline="0" dirty="0">
                <a:solidFill>
                  <a:srgbClr val="211808"/>
                </a:solidFill>
                <a:latin typeface="WarnockPro-Regular"/>
              </a:rPr>
              <a:t>The smallest individual unit of a program written in any language is called a </a:t>
            </a:r>
            <a:r>
              <a:rPr lang="en-US" sz="1800" b="1" i="0" u="none" strike="noStrike" baseline="0" dirty="0">
                <a:solidFill>
                  <a:srgbClr val="211808"/>
                </a:solidFill>
                <a:latin typeface="WarnockPro-Bold"/>
              </a:rPr>
              <a:t>token</a:t>
            </a:r>
            <a:r>
              <a:rPr lang="en-US" sz="1800" b="0" i="0" u="none" strike="noStrike" baseline="0" dirty="0">
                <a:solidFill>
                  <a:srgbClr val="211808"/>
                </a:solidFill>
                <a:latin typeface="WarnockPro-Regular"/>
              </a:rPr>
              <a:t>.</a:t>
            </a:r>
          </a:p>
          <a:p>
            <a:r>
              <a:rPr lang="en-US" sz="1800" b="0" i="0" u="none" strike="noStrike" baseline="0" dirty="0">
                <a:solidFill>
                  <a:srgbClr val="211808"/>
                </a:solidFill>
                <a:latin typeface="WarnockPro-Regular"/>
              </a:rPr>
              <a:t>C++’s tokens are divided into</a:t>
            </a:r>
          </a:p>
          <a:p>
            <a:pPr lvl="1"/>
            <a:r>
              <a:rPr lang="en-US" sz="1800" b="1" i="0" u="none" strike="noStrike" baseline="0" dirty="0">
                <a:solidFill>
                  <a:srgbClr val="625B7D"/>
                </a:solidFill>
                <a:latin typeface="FrutigerLTStd-BoldCn"/>
              </a:rPr>
              <a:t>Special Symbols</a:t>
            </a:r>
            <a:endParaRPr lang="en-US" sz="1800" dirty="0">
              <a:solidFill>
                <a:srgbClr val="211808"/>
              </a:solidFill>
              <a:latin typeface="WarnockPro-Regular"/>
            </a:endParaRP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+ - * /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. ; ? ,</a:t>
            </a:r>
          </a:p>
          <a:p>
            <a:pPr marL="914400" lvl="2" indent="0">
              <a:buNone/>
            </a:pP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&lt;= != == &gt;=</a:t>
            </a:r>
          </a:p>
          <a:p>
            <a:pPr lvl="1"/>
            <a:r>
              <a:rPr lang="en-US" sz="1800" b="1" dirty="0">
                <a:solidFill>
                  <a:srgbClr val="625B7D"/>
                </a:solidFill>
                <a:latin typeface="FrutigerLTStd-BoldCn"/>
              </a:rPr>
              <a:t>Reserved Words (Keywords)</a:t>
            </a:r>
          </a:p>
          <a:p>
            <a:pPr lvl="2"/>
            <a:r>
              <a:rPr lang="en-US" sz="1800" b="1" i="0" u="none" strike="noStrike" baseline="0" dirty="0">
                <a:solidFill>
                  <a:srgbClr val="6A8899"/>
                </a:solidFill>
                <a:latin typeface="CourierStd-Bold"/>
              </a:rPr>
              <a:t>int</a:t>
            </a: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, </a:t>
            </a:r>
            <a:r>
              <a:rPr lang="en-US" sz="1800" b="1" i="0" u="none" strike="noStrike" baseline="0" dirty="0">
                <a:solidFill>
                  <a:srgbClr val="6A8899"/>
                </a:solidFill>
                <a:latin typeface="CourierStd-Bold"/>
              </a:rPr>
              <a:t>float</a:t>
            </a: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, </a:t>
            </a:r>
            <a:r>
              <a:rPr lang="en-US" sz="1800" b="1" i="0" u="none" strike="noStrike" baseline="0" dirty="0">
                <a:solidFill>
                  <a:srgbClr val="6A8899"/>
                </a:solidFill>
                <a:latin typeface="CourierStd-Bold"/>
              </a:rPr>
              <a:t>double</a:t>
            </a: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, </a:t>
            </a:r>
            <a:r>
              <a:rPr lang="en-US" sz="1800" b="1" i="0" u="none" strike="noStrike" baseline="0" dirty="0">
                <a:solidFill>
                  <a:srgbClr val="6A8899"/>
                </a:solidFill>
                <a:latin typeface="CourierStd-Bold"/>
              </a:rPr>
              <a:t>char</a:t>
            </a: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, </a:t>
            </a:r>
            <a:r>
              <a:rPr lang="en-US" sz="1800" b="1" i="0" u="none" strike="noStrike" baseline="0" dirty="0">
                <a:solidFill>
                  <a:srgbClr val="6A8899"/>
                </a:solidFill>
                <a:latin typeface="CourierStd-Bold"/>
              </a:rPr>
              <a:t>const</a:t>
            </a: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, </a:t>
            </a:r>
            <a:r>
              <a:rPr lang="en-US" sz="1800" b="1" i="0" u="none" strike="noStrike" baseline="0" dirty="0">
                <a:solidFill>
                  <a:srgbClr val="6A8899"/>
                </a:solidFill>
                <a:latin typeface="CourierStd-Bold"/>
              </a:rPr>
              <a:t>void</a:t>
            </a:r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, </a:t>
            </a:r>
            <a:r>
              <a:rPr lang="en-US" sz="1800" b="1" i="0" u="none" strike="noStrike" baseline="0" dirty="0">
                <a:solidFill>
                  <a:srgbClr val="6A8899"/>
                </a:solidFill>
                <a:latin typeface="CourierStd-Bold"/>
              </a:rPr>
              <a:t>return</a:t>
            </a:r>
            <a:r>
              <a:rPr lang="en-US" sz="1800" b="1" i="0" u="none" strike="noStrike" baseline="0" dirty="0">
                <a:solidFill>
                  <a:srgbClr val="625B7D"/>
                </a:solidFill>
                <a:latin typeface="FrutigerLTStd-BoldCn"/>
              </a:rPr>
              <a:t>…etc.</a:t>
            </a:r>
          </a:p>
          <a:p>
            <a:pPr lvl="1"/>
            <a:r>
              <a:rPr lang="en-US" sz="1800" b="1" dirty="0">
                <a:solidFill>
                  <a:srgbClr val="625B7D"/>
                </a:solidFill>
                <a:latin typeface="FrutigerLTStd-BoldCn"/>
              </a:rPr>
              <a:t>Identifiers</a:t>
            </a:r>
          </a:p>
          <a:p>
            <a:pPr lvl="2"/>
            <a:r>
              <a:rPr lang="en-US" altLang="en-US" sz="1800" dirty="0"/>
              <a:t>Consist of letters, digits, and the underscore character (_)</a:t>
            </a:r>
          </a:p>
          <a:p>
            <a:pPr lvl="2"/>
            <a:r>
              <a:rPr lang="en-US" altLang="en-US" sz="1800" dirty="0"/>
              <a:t>Must begin with a letter or underscore</a:t>
            </a:r>
          </a:p>
          <a:p>
            <a:pPr lvl="2"/>
            <a:r>
              <a:rPr lang="en-US" altLang="en-US" sz="1800" dirty="0"/>
              <a:t>C++ is case sensitive </a:t>
            </a:r>
          </a:p>
          <a:p>
            <a:pPr lvl="2"/>
            <a:r>
              <a:rPr lang="en-US" altLang="en-US" sz="1800" dirty="0"/>
              <a:t>The following are legal identifiers in C++:</a:t>
            </a:r>
          </a:p>
          <a:p>
            <a:pPr lvl="3"/>
            <a:r>
              <a:rPr lang="en-US" altLang="en-US" dirty="0">
                <a:latin typeface="Courier New" panose="02070309020205020404" pitchFamily="49" charset="0"/>
              </a:rPr>
              <a:t>first</a:t>
            </a:r>
          </a:p>
          <a:p>
            <a:pPr lvl="3"/>
            <a:r>
              <a:rPr lang="en-US" altLang="en-US" dirty="0">
                <a:latin typeface="Courier New" panose="02070309020205020404" pitchFamily="49" charset="0"/>
              </a:rPr>
              <a:t>conversion</a:t>
            </a:r>
          </a:p>
          <a:p>
            <a:pPr lvl="3"/>
            <a:r>
              <a:rPr lang="en-US" altLang="en-US" dirty="0" err="1">
                <a:latin typeface="Courier New" panose="02070309020205020404" pitchFamily="49" charset="0"/>
              </a:rPr>
              <a:t>payRate</a:t>
            </a:r>
            <a:endParaRPr lang="en-US" sz="1800" b="1" dirty="0">
              <a:solidFill>
                <a:srgbClr val="625B7D"/>
              </a:solidFill>
              <a:latin typeface="FrutigerLTStd-BoldCn"/>
            </a:endParaRP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5B40CA69-738A-4309-BF54-1521E0F44A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5" r="68100"/>
          <a:stretch/>
        </p:blipFill>
        <p:spPr bwMode="auto">
          <a:xfrm>
            <a:off x="7610061" y="4299986"/>
            <a:ext cx="2236304" cy="2170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0B8348A-B800-7E53-110F-BE987D178056}"/>
                  </a:ext>
                </a:extLst>
              </p14:cNvPr>
              <p14:cNvContentPartPr/>
              <p14:nvPr/>
            </p14:nvContentPartPr>
            <p14:xfrm>
              <a:off x="1470158" y="3147136"/>
              <a:ext cx="2732040" cy="137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0B8348A-B800-7E53-110F-BE987D1780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16158" y="3039136"/>
                <a:ext cx="2839680" cy="35316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F6AAD1A2-C946-1742-91D3-08AFBEBD0975}"/>
              </a:ext>
            </a:extLst>
          </p:cNvPr>
          <p:cNvSpPr txBox="1"/>
          <p:nvPr/>
        </p:nvSpPr>
        <p:spPr>
          <a:xfrm>
            <a:off x="6878782" y="2763982"/>
            <a:ext cx="3065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Main no reserved word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12A1F6-6533-BB9B-FB1C-3F0EB69EE3AC}"/>
                  </a:ext>
                </a:extLst>
              </p14:cNvPr>
              <p14:cNvContentPartPr/>
              <p14:nvPr/>
            </p14:nvContentPartPr>
            <p14:xfrm>
              <a:off x="633518" y="3241816"/>
              <a:ext cx="4320" cy="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12A1F6-6533-BB9B-FB1C-3F0EB69EE3A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9878" y="3134176"/>
                <a:ext cx="111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BA33D68-7B2C-8455-5208-765CD217C9AB}"/>
                  </a:ext>
                </a:extLst>
              </p14:cNvPr>
              <p14:cNvContentPartPr/>
              <p14:nvPr/>
            </p14:nvContentPartPr>
            <p14:xfrm>
              <a:off x="1652318" y="3740776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BA33D68-7B2C-8455-5208-765CD217C9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98318" y="363277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FB000FB-4FB8-D356-D2FB-BE14A73A4654}"/>
                  </a:ext>
                </a:extLst>
              </p14:cNvPr>
              <p14:cNvContentPartPr/>
              <p14:nvPr/>
            </p14:nvContentPartPr>
            <p14:xfrm>
              <a:off x="1995038" y="3947416"/>
              <a:ext cx="5405400" cy="1058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FB000FB-4FB8-D356-D2FB-BE14A73A465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941038" y="3839416"/>
                <a:ext cx="551304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C458A35-5970-845F-34E0-3C73CAE7C6FE}"/>
                  </a:ext>
                </a:extLst>
              </p14:cNvPr>
              <p14:cNvContentPartPr/>
              <p14:nvPr/>
            </p14:nvContentPartPr>
            <p14:xfrm>
              <a:off x="3595238" y="4362856"/>
              <a:ext cx="2058480" cy="432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C458A35-5970-845F-34E0-3C73CAE7C6F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41598" y="4255216"/>
                <a:ext cx="21661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0C4E887-54D5-F387-6EDA-FF0E67A97440}"/>
                  </a:ext>
                </a:extLst>
              </p14:cNvPr>
              <p14:cNvContentPartPr/>
              <p14:nvPr/>
            </p14:nvContentPartPr>
            <p14:xfrm>
              <a:off x="1849598" y="4602256"/>
              <a:ext cx="2147040" cy="63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0C4E887-54D5-F387-6EDA-FF0E67A9744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95598" y="4494616"/>
                <a:ext cx="22546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714A5EB-CA01-2345-A336-C798E54DD328}"/>
                  </a:ext>
                </a:extLst>
              </p14:cNvPr>
              <p14:cNvContentPartPr/>
              <p14:nvPr/>
            </p14:nvContentPartPr>
            <p14:xfrm>
              <a:off x="953918" y="4498216"/>
              <a:ext cx="916560" cy="644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714A5EB-CA01-2345-A336-C798E54DD32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0278" y="4390216"/>
                <a:ext cx="102420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259BD3B-5152-372E-DB70-4809FB1A83E7}"/>
                  </a:ext>
                </a:extLst>
              </p14:cNvPr>
              <p14:cNvContentPartPr/>
              <p14:nvPr/>
            </p14:nvContentPartPr>
            <p14:xfrm>
              <a:off x="-191242" y="4079176"/>
              <a:ext cx="1006920" cy="76284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259BD3B-5152-372E-DB70-4809FB1A83E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-244882" y="3971536"/>
                <a:ext cx="1114560" cy="9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9F3C8CB-7C41-CB83-C26F-02ABCA1A7E55}"/>
                  </a:ext>
                </a:extLst>
              </p14:cNvPr>
              <p14:cNvContentPartPr/>
              <p14:nvPr/>
            </p14:nvContentPartPr>
            <p14:xfrm>
              <a:off x="40238" y="3962896"/>
              <a:ext cx="335160" cy="554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9F3C8CB-7C41-CB83-C26F-02ABCA1A7E5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2238" y="3945256"/>
                <a:ext cx="370800" cy="58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F1B19B0-992C-3B75-CD15-57629F327734}"/>
                  </a:ext>
                </a:extLst>
              </p14:cNvPr>
              <p14:cNvContentPartPr/>
              <p14:nvPr/>
            </p14:nvContentPartPr>
            <p14:xfrm>
              <a:off x="7927838" y="4851376"/>
              <a:ext cx="1709640" cy="15588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F1B19B0-992C-3B75-CD15-57629F32773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874198" y="4743736"/>
                <a:ext cx="1817280" cy="37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25C8137-55D5-4D86-E632-60D72A1365ED}"/>
                  </a:ext>
                </a:extLst>
              </p14:cNvPr>
              <p14:cNvContentPartPr/>
              <p14:nvPr/>
            </p14:nvContentPartPr>
            <p14:xfrm>
              <a:off x="7990478" y="4582096"/>
              <a:ext cx="155268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25C8137-55D5-4D86-E632-60D72A1365E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936478" y="4474456"/>
                <a:ext cx="166032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2608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5C95-DC39-48BE-9FB1-CAC7DFE7C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Whitespaces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06873-DA49-47CC-8959-7DA3A1A08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Include blanks, tabs, and newline characters </a:t>
            </a:r>
          </a:p>
          <a:p>
            <a:r>
              <a:rPr lang="en-US" altLang="en-US" dirty="0"/>
              <a:t>Can be used to make the program readable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92962E4-174B-8CCD-5D16-910CC54CA306}"/>
                  </a:ext>
                </a:extLst>
              </p14:cNvPr>
              <p14:cNvContentPartPr/>
              <p14:nvPr/>
            </p14:nvContentPartPr>
            <p14:xfrm>
              <a:off x="1215638" y="2513536"/>
              <a:ext cx="6070320" cy="16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92962E4-174B-8CCD-5D16-910CC54CA30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61998" y="2405536"/>
                <a:ext cx="6177960" cy="38448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6C5A7DF-5A1F-7959-8473-CD5B238343AB}"/>
              </a:ext>
            </a:extLst>
          </p:cNvPr>
          <p:cNvSpPr txBox="1"/>
          <p:nvPr/>
        </p:nvSpPr>
        <p:spPr>
          <a:xfrm>
            <a:off x="7128164" y="955964"/>
            <a:ext cx="2275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المسافات مش بتاثر في الكود اوعي تنسي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970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36F7-3895-41C0-9691-BD77B8E8E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Data Types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D4B29-308E-42A6-AD19-9F8E9378C2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Simple Data Types</a:t>
            </a:r>
          </a:p>
          <a:p>
            <a:pPr lvl="1" eaLnBrk="1" hangingPunct="1"/>
            <a:r>
              <a:rPr lang="en-US" altLang="en-US" dirty="0"/>
              <a:t>Integral: integers (numbers without a decimal)</a:t>
            </a:r>
          </a:p>
          <a:p>
            <a:pPr lvl="2"/>
            <a:r>
              <a:rPr lang="en-US" altLang="en-US" dirty="0"/>
              <a:t>char, short, int, long, bool</a:t>
            </a:r>
          </a:p>
          <a:p>
            <a:pPr lvl="1" eaLnBrk="1" hangingPunct="1"/>
            <a:r>
              <a:rPr lang="en-US" altLang="en-US" dirty="0"/>
              <a:t>Floating-point: decimal numbers</a:t>
            </a:r>
          </a:p>
          <a:p>
            <a:pPr lvl="2"/>
            <a:r>
              <a:rPr lang="en-US" altLang="en-US" dirty="0">
                <a:solidFill>
                  <a:srgbClr val="3333FF"/>
                </a:solidFill>
                <a:latin typeface="Courier New" panose="02070309020205020404" pitchFamily="49" charset="0"/>
              </a:rPr>
              <a:t>float, R</a:t>
            </a:r>
            <a:r>
              <a:rPr lang="en-US" altLang="en-US" dirty="0"/>
              <a:t>ange: -3.4E+38 to 3.4E+38 (four bytes)</a:t>
            </a:r>
          </a:p>
          <a:p>
            <a:pPr lvl="2"/>
            <a:r>
              <a:rPr lang="en-US" altLang="en-US" dirty="0">
                <a:solidFill>
                  <a:srgbClr val="3333FF"/>
                </a:solidFill>
                <a:latin typeface="Courier New" panose="02070309020205020404" pitchFamily="49" charset="0"/>
              </a:rPr>
              <a:t>Double, </a:t>
            </a:r>
            <a:r>
              <a:rPr lang="en-US" altLang="en-US" dirty="0"/>
              <a:t>Range: -1.7E+308 to 1.7E+308 (eight bytes)</a:t>
            </a:r>
          </a:p>
          <a:p>
            <a:pPr lvl="1" eaLnBrk="1" hangingPunct="1"/>
            <a:r>
              <a:rPr lang="en-US" altLang="en-US" dirty="0"/>
              <a:t>Enumeration type: user-defined data type</a:t>
            </a:r>
          </a:p>
          <a:p>
            <a:r>
              <a:rPr lang="en-US" altLang="en-US" dirty="0"/>
              <a:t>Structured</a:t>
            </a:r>
          </a:p>
          <a:p>
            <a:r>
              <a:rPr lang="en-US" altLang="en-US" dirty="0"/>
              <a:t>Pointers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98CC1A-5682-4B58-0BEA-79E14B1DEBE0}"/>
                  </a:ext>
                </a:extLst>
              </p14:cNvPr>
              <p14:cNvContentPartPr/>
              <p14:nvPr/>
            </p14:nvContentPartPr>
            <p14:xfrm>
              <a:off x="1496078" y="2784256"/>
              <a:ext cx="36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98CC1A-5682-4B58-0BEA-79E14B1DEBE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2438" y="267661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3EAC707-7B9B-96FE-A5DD-26CC6575131C}"/>
                  </a:ext>
                </a:extLst>
              </p14:cNvPr>
              <p14:cNvContentPartPr/>
              <p14:nvPr/>
            </p14:nvContentPartPr>
            <p14:xfrm>
              <a:off x="1122038" y="1994416"/>
              <a:ext cx="2561040" cy="84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3EAC707-7B9B-96FE-A5DD-26CC657513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8398" y="1886416"/>
                <a:ext cx="26686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5AFF801-0F78-BF4D-2A35-8F19AE14D3E5}"/>
                  </a:ext>
                </a:extLst>
              </p14:cNvPr>
              <p14:cNvContentPartPr/>
              <p14:nvPr/>
            </p14:nvContentPartPr>
            <p14:xfrm>
              <a:off x="1590038" y="4280776"/>
              <a:ext cx="5190120" cy="105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5AFF801-0F78-BF4D-2A35-8F19AE14D3E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36038" y="4172776"/>
                <a:ext cx="5297760" cy="32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B073656-F3A9-67C2-8B31-DD8C3523B463}"/>
                  </a:ext>
                </a:extLst>
              </p14:cNvPr>
              <p14:cNvContentPartPr/>
              <p14:nvPr/>
            </p14:nvContentPartPr>
            <p14:xfrm>
              <a:off x="6982478" y="4551136"/>
              <a:ext cx="421560" cy="117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B073656-F3A9-67C2-8B31-DD8C3523B46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928838" y="4443136"/>
                <a:ext cx="529200" cy="33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C0F1273-D264-45FE-7DCF-9CA46690222C}"/>
                  </a:ext>
                </a:extLst>
              </p14:cNvPr>
              <p14:cNvContentPartPr/>
              <p14:nvPr/>
            </p14:nvContentPartPr>
            <p14:xfrm>
              <a:off x="7232678" y="4615576"/>
              <a:ext cx="898920" cy="632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C0F1273-D264-45FE-7DCF-9CA46690222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78678" y="4507576"/>
                <a:ext cx="1006560" cy="84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A2F2787-ED6B-FCAF-9CA6-BD698ACED30F}"/>
                  </a:ext>
                </a:extLst>
              </p14:cNvPr>
              <p14:cNvContentPartPr/>
              <p14:nvPr/>
            </p14:nvContentPartPr>
            <p14:xfrm>
              <a:off x="1642238" y="4404616"/>
              <a:ext cx="6296400" cy="9018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A2F2787-ED6B-FCAF-9CA6-BD698ACED30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24238" y="4386976"/>
                <a:ext cx="6332040" cy="9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3275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4000">
                <a:ea typeface="MS PGothic" pitchFamily="34" charset="-128"/>
              </a:rPr>
              <a:t>A type-safety violation</a:t>
            </a:r>
            <a:br>
              <a:rPr lang="en-US" sz="4000">
                <a:ea typeface="MS PGothic" pitchFamily="34" charset="-128"/>
              </a:rPr>
            </a:br>
            <a:r>
              <a:rPr lang="en-US" sz="3200">
                <a:ea typeface="MS PGothic" pitchFamily="34" charset="-128"/>
              </a:rPr>
              <a:t>(</a:t>
            </a:r>
            <a:r>
              <a:rPr lang="ja-JP" altLang="en-US" sz="3200">
                <a:ea typeface="MS PGothic" pitchFamily="34" charset="-128"/>
              </a:rPr>
              <a:t>“</a:t>
            </a:r>
            <a:r>
              <a:rPr lang="en-US" altLang="ja-JP" sz="3200">
                <a:ea typeface="MS PGothic" pitchFamily="34" charset="-128"/>
              </a:rPr>
              <a:t>implicit narrowing</a:t>
            </a:r>
            <a:r>
              <a:rPr lang="ja-JP" altLang="en-US" sz="3200">
                <a:ea typeface="MS PGothic" pitchFamily="34" charset="-128"/>
              </a:rPr>
              <a:t>”</a:t>
            </a:r>
            <a:r>
              <a:rPr lang="en-US" altLang="ja-JP" sz="3200">
                <a:ea typeface="MS PGothic" pitchFamily="34" charset="-128"/>
              </a:rPr>
              <a:t>)</a:t>
            </a:r>
            <a:endParaRPr lang="en-US" sz="3200">
              <a:ea typeface="MS PGothic" pitchFamily="34" charset="-128"/>
            </a:endParaRP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// </a:t>
            </a:r>
            <a:r>
              <a:rPr lang="en-US" sz="2000" i="1" dirty="0">
                <a:ea typeface="MS PGothic" pitchFamily="34" charset="-128"/>
              </a:rPr>
              <a:t>Beware: C++ does not prevent you from trying to put a large value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// </a:t>
            </a:r>
            <a:r>
              <a:rPr lang="en-US" sz="2000" i="1" dirty="0">
                <a:ea typeface="MS PGothic" pitchFamily="34" charset="-128"/>
              </a:rPr>
              <a:t>into a small variable (though a compiler may warn)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1000" b="1" dirty="0">
              <a:ea typeface="MS PGothic" pitchFamily="34" charset="-128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int main()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{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	int a = 20000;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	char c = a;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	int b = c;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	if (a != b)	    	//  </a:t>
            </a:r>
            <a:r>
              <a:rPr lang="en-US" sz="2000" b="1" i="1" dirty="0">
                <a:ea typeface="MS PGothic" pitchFamily="34" charset="-128"/>
              </a:rPr>
              <a:t>!= </a:t>
            </a:r>
            <a:r>
              <a:rPr lang="en-US" sz="2000" i="1" dirty="0">
                <a:ea typeface="MS PGothic" pitchFamily="34" charset="-128"/>
              </a:rPr>
              <a:t>means </a:t>
            </a:r>
            <a:r>
              <a:rPr lang="en-US" altLang="ja-JP" sz="2000" i="1" dirty="0">
                <a:ea typeface="MS PGothic" pitchFamily="34" charset="-128"/>
              </a:rPr>
              <a:t>“not equal”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		</a:t>
            </a:r>
            <a:r>
              <a:rPr lang="en-US" sz="2000" b="1" dirty="0" err="1">
                <a:ea typeface="MS PGothic" pitchFamily="34" charset="-128"/>
              </a:rPr>
              <a:t>cout</a:t>
            </a:r>
            <a:r>
              <a:rPr lang="en-US" sz="2000" b="1" dirty="0">
                <a:ea typeface="MS PGothic" pitchFamily="34" charset="-128"/>
              </a:rPr>
              <a:t> &lt;&lt; "oops!: " &lt;&lt; a &lt;&lt; "!=" &lt;&lt; b &lt;&lt; '\n';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	else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		</a:t>
            </a:r>
            <a:r>
              <a:rPr lang="en-US" sz="2000" b="1" dirty="0" err="1">
                <a:ea typeface="MS PGothic" pitchFamily="34" charset="-128"/>
              </a:rPr>
              <a:t>cout</a:t>
            </a:r>
            <a:r>
              <a:rPr lang="en-US" sz="2000" b="1" dirty="0">
                <a:ea typeface="MS PGothic" pitchFamily="34" charset="-128"/>
              </a:rPr>
              <a:t> &lt;&lt; "Wow! We have large characters\n";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MS PGothic" pitchFamily="34" charset="-128"/>
              </a:rPr>
              <a:t>}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endParaRPr lang="en-US" sz="1000" b="1" dirty="0">
              <a:ea typeface="MS PGothic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400" dirty="0">
                <a:ea typeface="MS PGothic" pitchFamily="34" charset="-128"/>
              </a:rPr>
              <a:t>Try it to see what value</a:t>
            </a:r>
            <a:r>
              <a:rPr lang="en-US" sz="2400" b="1" dirty="0">
                <a:ea typeface="MS PGothic" pitchFamily="34" charset="-128"/>
              </a:rPr>
              <a:t> b </a:t>
            </a:r>
            <a:r>
              <a:rPr lang="en-US" sz="2400" dirty="0">
                <a:ea typeface="MS PGothic" pitchFamily="34" charset="-128"/>
              </a:rPr>
              <a:t>gets on your machine</a:t>
            </a: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7315200" y="2895600"/>
            <a:ext cx="2057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Arial" charset="0"/>
                <a:cs typeface="Times New Roman" pitchFamily="18" charset="0"/>
              </a:rPr>
              <a:t>20000</a:t>
            </a:r>
          </a:p>
        </p:txBody>
      </p:sp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6934200" y="2971801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charset="0"/>
                <a:cs typeface="Times New Roman" pitchFamily="18" charset="0"/>
              </a:rPr>
              <a:t>a</a:t>
            </a:r>
          </a:p>
        </p:txBody>
      </p:sp>
      <p:sp>
        <p:nvSpPr>
          <p:cNvPr id="22535" name="Rectangle 6"/>
          <p:cNvSpPr>
            <a:spLocks noChangeArrowheads="1"/>
          </p:cNvSpPr>
          <p:nvPr/>
        </p:nvSpPr>
        <p:spPr bwMode="auto">
          <a:xfrm>
            <a:off x="8839200" y="3505200"/>
            <a:ext cx="533400" cy="457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9pPr>
          </a:lstStyle>
          <a:p>
            <a:pPr algn="ctr" eaLnBrk="1" hangingPunct="1"/>
            <a:r>
              <a:rPr lang="en-US" altLang="en-US">
                <a:latin typeface="Arial" charset="0"/>
                <a:cs typeface="Times New Roman" pitchFamily="18" charset="0"/>
              </a:rPr>
              <a:t>???</a:t>
            </a:r>
          </a:p>
        </p:txBody>
      </p:sp>
      <p:sp>
        <p:nvSpPr>
          <p:cNvPr id="22536" name="Text Box 7"/>
          <p:cNvSpPr txBox="1">
            <a:spLocks noChangeArrowheads="1"/>
          </p:cNvSpPr>
          <p:nvPr/>
        </p:nvSpPr>
        <p:spPr bwMode="auto">
          <a:xfrm>
            <a:off x="8153400" y="3581401"/>
            <a:ext cx="533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>
                <a:latin typeface="Arial" charset="0"/>
                <a:cs typeface="Times New Roman" pitchFamily="18" charset="0"/>
              </a:rPr>
              <a:t>c: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50C839C-E31C-D06B-5ED6-B0D8D0529102}"/>
                  </a:ext>
                </a:extLst>
              </p14:cNvPr>
              <p14:cNvContentPartPr/>
              <p14:nvPr/>
            </p14:nvContentPartPr>
            <p14:xfrm>
              <a:off x="8627678" y="363616"/>
              <a:ext cx="194760" cy="6994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50C839C-E31C-D06B-5ED6-B0D8D052910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09678" y="345976"/>
                <a:ext cx="230400" cy="73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49AA84-2914-79EE-C3BF-13B6694997AB}"/>
                  </a:ext>
                </a:extLst>
              </p14:cNvPr>
              <p14:cNvContentPartPr/>
              <p14:nvPr/>
            </p14:nvContentPartPr>
            <p14:xfrm>
              <a:off x="8444078" y="363616"/>
              <a:ext cx="201600" cy="2818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49AA84-2914-79EE-C3BF-13B6694997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26078" y="345616"/>
                <a:ext cx="2372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6B20AA8-692E-BB95-84C7-91AE3431CCB4}"/>
                  </a:ext>
                </a:extLst>
              </p14:cNvPr>
              <p14:cNvContentPartPr/>
              <p14:nvPr/>
            </p14:nvContentPartPr>
            <p14:xfrm>
              <a:off x="8959238" y="799936"/>
              <a:ext cx="115560" cy="236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6B20AA8-692E-BB95-84C7-91AE3431CC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41598" y="781936"/>
                <a:ext cx="15120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153D3BD-9F61-4942-0CFA-011F928CA6F6}"/>
                  </a:ext>
                </a:extLst>
              </p14:cNvPr>
              <p14:cNvContentPartPr/>
              <p14:nvPr/>
            </p14:nvContentPartPr>
            <p14:xfrm>
              <a:off x="8448038" y="1184416"/>
              <a:ext cx="772200" cy="22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153D3BD-9F61-4942-0CFA-011F928CA6F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430038" y="1166776"/>
                <a:ext cx="80784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4B6508D-99AB-A1CB-0354-348212B81DBD}"/>
                  </a:ext>
                </a:extLst>
              </p14:cNvPr>
              <p14:cNvContentPartPr/>
              <p14:nvPr/>
            </p14:nvContentPartPr>
            <p14:xfrm>
              <a:off x="9143918" y="1205296"/>
              <a:ext cx="163440" cy="2145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4B6508D-99AB-A1CB-0354-348212B81D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26278" y="1187296"/>
                <a:ext cx="1990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456646D-BF17-C1D8-D398-E5FFB7BB455F}"/>
                  </a:ext>
                </a:extLst>
              </p14:cNvPr>
              <p14:cNvContentPartPr/>
              <p14:nvPr/>
            </p14:nvContentPartPr>
            <p14:xfrm>
              <a:off x="9164438" y="1527136"/>
              <a:ext cx="286920" cy="2296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456646D-BF17-C1D8-D398-E5FFB7BB455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146798" y="1509496"/>
                <a:ext cx="322560" cy="26532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E81F1E9F-2B10-DB42-F3FE-F9F392CC6F63}"/>
              </a:ext>
            </a:extLst>
          </p:cNvPr>
          <p:cNvSpPr txBox="1"/>
          <p:nvPr/>
        </p:nvSpPr>
        <p:spPr>
          <a:xfrm>
            <a:off x="9933709" y="1690688"/>
            <a:ext cx="19534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لو مش فاكر قولي </a:t>
            </a:r>
            <a:br>
              <a:rPr lang="ar-EG" dirty="0"/>
            </a:br>
            <a:r>
              <a:rPr lang="ar-EG" dirty="0"/>
              <a:t>الي بيحصل هنا قصده </a:t>
            </a:r>
            <a:br>
              <a:rPr lang="ar-EG" dirty="0"/>
            </a:br>
            <a:r>
              <a:rPr lang="ar-EG" dirty="0"/>
              <a:t>ال </a:t>
            </a:r>
            <a:r>
              <a:rPr lang="en-US" dirty="0"/>
              <a:t>char </a:t>
            </a:r>
            <a:br>
              <a:rPr lang="en-US" dirty="0"/>
            </a:br>
            <a:r>
              <a:rPr lang="ar-EG" dirty="0"/>
              <a:t>اخره255</a:t>
            </a:r>
            <a:br>
              <a:rPr lang="ar-EG" dirty="0"/>
            </a:br>
            <a:r>
              <a:rPr lang="ar-EG" dirty="0"/>
              <a:t>لو خزن اكتر اي الي يحصل ؟ 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BBCCDE2-D6AD-82CA-12FC-D9776E8EA217}"/>
                  </a:ext>
                </a:extLst>
              </p14:cNvPr>
              <p14:cNvContentPartPr/>
              <p14:nvPr/>
            </p14:nvContentPartPr>
            <p14:xfrm>
              <a:off x="9365318" y="1599856"/>
              <a:ext cx="3309840" cy="19778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BBCCDE2-D6AD-82CA-12FC-D9776E8EA21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11318" y="1491856"/>
                <a:ext cx="3417480" cy="21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CBD628C-A640-9CBE-1A1F-A42B87D720B3}"/>
                  </a:ext>
                </a:extLst>
              </p14:cNvPr>
              <p14:cNvContentPartPr/>
              <p14:nvPr/>
            </p14:nvContentPartPr>
            <p14:xfrm>
              <a:off x="11463398" y="2318056"/>
              <a:ext cx="830880" cy="67104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CBD628C-A640-9CBE-1A1F-A42B87D720B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409398" y="2210416"/>
                <a:ext cx="938520" cy="88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98618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MS PGothic" pitchFamily="34" charset="-128"/>
              </a:rPr>
              <a:t>A technical detail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ea typeface="MS PGothic" pitchFamily="34" charset="-128"/>
              </a:rPr>
              <a:t>In memory, everything is just bits; type is what gives meaning to the bits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ea typeface="Times New Roman" pitchFamily="18" charset="0"/>
              </a:rPr>
              <a:t>(bits/binary) </a:t>
            </a:r>
            <a:r>
              <a:rPr lang="en-US" sz="2000" b="1" dirty="0">
                <a:ea typeface="Times New Roman" pitchFamily="18" charset="0"/>
              </a:rPr>
              <a:t>01100001 </a:t>
            </a:r>
            <a:r>
              <a:rPr lang="en-US" sz="2000" dirty="0">
                <a:ea typeface="Times New Roman" pitchFamily="18" charset="0"/>
              </a:rPr>
              <a:t>is the </a:t>
            </a:r>
            <a:r>
              <a:rPr lang="en-US" sz="2000" dirty="0" err="1">
                <a:ea typeface="Times New Roman" pitchFamily="18" charset="0"/>
              </a:rPr>
              <a:t>int</a:t>
            </a:r>
            <a:r>
              <a:rPr lang="en-US" sz="2000" b="1" dirty="0">
                <a:ea typeface="Times New Roman" pitchFamily="18" charset="0"/>
              </a:rPr>
              <a:t>  97 </a:t>
            </a:r>
            <a:r>
              <a:rPr lang="en-US" sz="2000" dirty="0">
                <a:ea typeface="Times New Roman" pitchFamily="18" charset="0"/>
              </a:rPr>
              <a:t>is the char</a:t>
            </a:r>
            <a:r>
              <a:rPr lang="en-US" sz="2000" b="1" dirty="0">
                <a:ea typeface="Times New Roman" pitchFamily="18" charset="0"/>
              </a:rPr>
              <a:t> 'a'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ea typeface="Times New Roman" pitchFamily="18" charset="0"/>
              </a:rPr>
              <a:t>(bits/binary) </a:t>
            </a:r>
            <a:r>
              <a:rPr lang="en-US" sz="2000" b="1" dirty="0">
                <a:ea typeface="Times New Roman" pitchFamily="18" charset="0"/>
              </a:rPr>
              <a:t>01000001 </a:t>
            </a:r>
            <a:r>
              <a:rPr lang="en-US" sz="2000" dirty="0">
                <a:ea typeface="Times New Roman" pitchFamily="18" charset="0"/>
              </a:rPr>
              <a:t>is the </a:t>
            </a:r>
            <a:r>
              <a:rPr lang="en-US" sz="2000" dirty="0" err="1">
                <a:ea typeface="Times New Roman" pitchFamily="18" charset="0"/>
              </a:rPr>
              <a:t>int</a:t>
            </a:r>
            <a:r>
              <a:rPr lang="en-US" sz="2000" b="1" dirty="0">
                <a:ea typeface="Times New Roman" pitchFamily="18" charset="0"/>
              </a:rPr>
              <a:t> 65 </a:t>
            </a:r>
            <a:r>
              <a:rPr lang="en-US" sz="2000" dirty="0">
                <a:ea typeface="Times New Roman" pitchFamily="18" charset="0"/>
              </a:rPr>
              <a:t>is the char</a:t>
            </a:r>
            <a:r>
              <a:rPr lang="en-US" sz="2000" b="1" dirty="0">
                <a:ea typeface="Times New Roman" pitchFamily="18" charset="0"/>
              </a:rPr>
              <a:t> 'A' 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dirty="0">
                <a:ea typeface="Times New Roman" pitchFamily="18" charset="0"/>
              </a:rPr>
              <a:t>(bits/binary) </a:t>
            </a:r>
            <a:r>
              <a:rPr lang="en-US" sz="2000" b="1" dirty="0">
                <a:ea typeface="Times New Roman" pitchFamily="18" charset="0"/>
              </a:rPr>
              <a:t>00110000 </a:t>
            </a:r>
            <a:r>
              <a:rPr lang="en-US" sz="2000" dirty="0">
                <a:ea typeface="Times New Roman" pitchFamily="18" charset="0"/>
              </a:rPr>
              <a:t>is the </a:t>
            </a:r>
            <a:r>
              <a:rPr lang="en-US" sz="2000" dirty="0" err="1">
                <a:ea typeface="Times New Roman" pitchFamily="18" charset="0"/>
              </a:rPr>
              <a:t>int</a:t>
            </a:r>
            <a:r>
              <a:rPr lang="en-US" sz="2000" b="1" dirty="0">
                <a:ea typeface="Times New Roman" pitchFamily="18" charset="0"/>
              </a:rPr>
              <a:t> 48 </a:t>
            </a:r>
            <a:r>
              <a:rPr lang="en-US" sz="2000" dirty="0">
                <a:ea typeface="Times New Roman" pitchFamily="18" charset="0"/>
              </a:rPr>
              <a:t>is the char</a:t>
            </a:r>
            <a:r>
              <a:rPr lang="en-US" sz="2000" b="1" dirty="0">
                <a:ea typeface="Times New Roman" pitchFamily="18" charset="0"/>
              </a:rPr>
              <a:t> '0'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000" dirty="0">
              <a:ea typeface="Times New Roman" pitchFamily="18" charset="0"/>
            </a:endParaRP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>
                <a:ea typeface="Times New Roman" pitchFamily="18" charset="0"/>
              </a:rPr>
              <a:t>char c = 'a';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 err="1">
                <a:ea typeface="Times New Roman" pitchFamily="18" charset="0"/>
              </a:rPr>
              <a:t>cout</a:t>
            </a:r>
            <a:r>
              <a:rPr lang="en-US" sz="2000" b="1" dirty="0">
                <a:ea typeface="Times New Roman" pitchFamily="18" charset="0"/>
              </a:rPr>
              <a:t> &lt;&lt; c;	// </a:t>
            </a:r>
            <a:r>
              <a:rPr lang="en-US" sz="2000" i="1" dirty="0">
                <a:ea typeface="Times New Roman" pitchFamily="18" charset="0"/>
              </a:rPr>
              <a:t>print the value of character </a:t>
            </a:r>
            <a:r>
              <a:rPr lang="en-US" sz="2000" b="1" i="1" dirty="0">
                <a:ea typeface="Times New Roman" pitchFamily="18" charset="0"/>
              </a:rPr>
              <a:t>c</a:t>
            </a:r>
            <a:r>
              <a:rPr lang="en-US" sz="2000" i="1" dirty="0">
                <a:ea typeface="Times New Roman" pitchFamily="18" charset="0"/>
              </a:rPr>
              <a:t>, which is </a:t>
            </a:r>
            <a:r>
              <a:rPr lang="en-US" sz="2000" b="1" i="1" dirty="0">
                <a:ea typeface="Times New Roman" pitchFamily="18" charset="0"/>
              </a:rPr>
              <a:t>a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 err="1">
                <a:ea typeface="Times New Roman" pitchFamily="18" charset="0"/>
              </a:rPr>
              <a:t>int</a:t>
            </a:r>
            <a:r>
              <a:rPr lang="en-US" sz="2000" b="1" dirty="0">
                <a:ea typeface="Times New Roman" pitchFamily="18" charset="0"/>
              </a:rPr>
              <a:t> i = c;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r>
              <a:rPr lang="en-US" sz="2000" b="1" dirty="0" err="1">
                <a:ea typeface="Times New Roman" pitchFamily="18" charset="0"/>
              </a:rPr>
              <a:t>cout</a:t>
            </a:r>
            <a:r>
              <a:rPr lang="en-US" sz="2000" b="1" dirty="0">
                <a:ea typeface="Times New Roman" pitchFamily="18" charset="0"/>
              </a:rPr>
              <a:t> &lt;&lt; i;	// </a:t>
            </a:r>
            <a:r>
              <a:rPr lang="en-US" sz="2000" i="1" dirty="0">
                <a:ea typeface="Times New Roman" pitchFamily="18" charset="0"/>
              </a:rPr>
              <a:t>print the integer value of the character</a:t>
            </a:r>
            <a:r>
              <a:rPr lang="en-US" sz="2000" b="1" i="1" dirty="0">
                <a:ea typeface="Times New Roman" pitchFamily="18" charset="0"/>
              </a:rPr>
              <a:t> c, </a:t>
            </a:r>
            <a:r>
              <a:rPr lang="en-US" sz="2000" i="1" dirty="0">
                <a:ea typeface="Times New Roman" pitchFamily="18" charset="0"/>
              </a:rPr>
              <a:t>which is </a:t>
            </a:r>
            <a:r>
              <a:rPr lang="en-US" sz="2000" b="1" i="1" dirty="0">
                <a:ea typeface="Times New Roman" pitchFamily="18" charset="0"/>
              </a:rPr>
              <a:t>97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sz="2000" b="1" i="1" dirty="0">
              <a:ea typeface="Times New Roman" pitchFamily="18" charset="0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>
                <a:ea typeface="MS PGothic" pitchFamily="34" charset="-128"/>
              </a:rPr>
              <a:t>This is just as in </a:t>
            </a:r>
            <a:r>
              <a:rPr lang="ja-JP" altLang="en-US" sz="2400" dirty="0">
                <a:ea typeface="MS PGothic" pitchFamily="34" charset="-128"/>
              </a:rPr>
              <a:t>“</a:t>
            </a:r>
            <a:r>
              <a:rPr lang="en-US" altLang="ja-JP" sz="2400" dirty="0">
                <a:ea typeface="MS PGothic" pitchFamily="34" charset="-128"/>
              </a:rPr>
              <a:t>the real world</a:t>
            </a:r>
            <a:r>
              <a:rPr lang="ja-JP" altLang="en-US" sz="2400" dirty="0">
                <a:ea typeface="MS PGothic" pitchFamily="34" charset="-128"/>
              </a:rPr>
              <a:t>”</a:t>
            </a:r>
            <a:r>
              <a:rPr lang="en-US" altLang="ja-JP" sz="2400" dirty="0">
                <a:ea typeface="MS PGothic" pitchFamily="34" charset="-128"/>
              </a:rPr>
              <a:t>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>
                <a:ea typeface="Times New Roman" pitchFamily="18" charset="0"/>
              </a:rPr>
              <a:t>What does </a:t>
            </a:r>
            <a:r>
              <a:rPr lang="ja-JP" altLang="en-US" sz="2000" dirty="0">
                <a:ea typeface="MS PGothic" pitchFamily="34" charset="-128"/>
              </a:rPr>
              <a:t>“</a:t>
            </a:r>
            <a:r>
              <a:rPr lang="en-US" altLang="ja-JP" sz="2000" dirty="0">
                <a:ea typeface="MS PGothic" pitchFamily="34" charset="-128"/>
              </a:rPr>
              <a:t>42</a:t>
            </a:r>
            <a:r>
              <a:rPr lang="ja-JP" altLang="en-US" sz="2000" dirty="0">
                <a:ea typeface="MS PGothic" pitchFamily="34" charset="-128"/>
              </a:rPr>
              <a:t>”</a:t>
            </a:r>
            <a:r>
              <a:rPr lang="en-US" altLang="ja-JP" sz="2000" dirty="0">
                <a:ea typeface="MS PGothic" pitchFamily="34" charset="-128"/>
              </a:rPr>
              <a:t> mean?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>
                <a:ea typeface="Times New Roman" pitchFamily="18" charset="0"/>
              </a:rPr>
              <a:t>You don</a:t>
            </a:r>
            <a:r>
              <a:rPr lang="ja-JP" altLang="en-US" sz="2000" dirty="0">
                <a:ea typeface="MS PGothic" pitchFamily="34" charset="-128"/>
              </a:rPr>
              <a:t>’</a:t>
            </a:r>
            <a:r>
              <a:rPr lang="en-US" altLang="ja-JP" sz="2000" dirty="0">
                <a:ea typeface="MS PGothic" pitchFamily="34" charset="-128"/>
              </a:rPr>
              <a:t>t</a:t>
            </a:r>
            <a:r>
              <a:rPr lang="en-US" altLang="ja-JP" sz="2000" i="1" dirty="0">
                <a:ea typeface="MS PGothic" pitchFamily="34" charset="-128"/>
              </a:rPr>
              <a:t> </a:t>
            </a:r>
            <a:r>
              <a:rPr lang="en-US" altLang="ja-JP" sz="2000" dirty="0">
                <a:ea typeface="MS PGothic" pitchFamily="34" charset="-128"/>
              </a:rPr>
              <a:t>know until you know the unit used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600" dirty="0">
                <a:ea typeface="Times New Roman" pitchFamily="18" charset="0"/>
              </a:rPr>
              <a:t>Meters? Feet? Degrees Celsius? $s? a street number? Height in inches? …</a:t>
            </a:r>
          </a:p>
          <a:p>
            <a:pPr lvl="1" eaLnBrk="1" hangingPunct="1">
              <a:lnSpc>
                <a:spcPct val="80000"/>
              </a:lnSpc>
              <a:buFont typeface="Wingdings" pitchFamily="2" charset="2"/>
              <a:buNone/>
              <a:defRPr/>
            </a:pPr>
            <a:endParaRPr lang="en-US" b="1" dirty="0">
              <a:ea typeface="Times New Roman" pitchFamily="18" charset="0"/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fld id="{366B6A06-26EC-4374-951D-C75F395C3EE4}" type="slidenum">
              <a:rPr lang="en-US" sz="1400">
                <a:latin typeface="Arial" pitchFamily="34" charset="0"/>
              </a:rPr>
              <a:pPr>
                <a:defRPr/>
              </a:pPr>
              <a:t>9</a:t>
            </a:fld>
            <a:endParaRPr lang="en-US" sz="1400">
              <a:latin typeface="Arial" pitchFamily="34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1111FB8-DBC3-E83F-6D37-635DDF556497}"/>
                  </a:ext>
                </a:extLst>
              </p14:cNvPr>
              <p14:cNvContentPartPr/>
              <p14:nvPr/>
            </p14:nvContentPartPr>
            <p14:xfrm>
              <a:off x="1433798" y="2158936"/>
              <a:ext cx="2680200" cy="128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1111FB8-DBC3-E83F-6D37-635DDF5564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79798" y="2050936"/>
                <a:ext cx="278784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E65B44-498B-E1DF-3DA6-8A5C7C204692}"/>
                  </a:ext>
                </a:extLst>
              </p14:cNvPr>
              <p14:cNvContentPartPr/>
              <p14:nvPr/>
            </p14:nvContentPartPr>
            <p14:xfrm>
              <a:off x="1194758" y="2534776"/>
              <a:ext cx="2405880" cy="105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E65B44-498B-E1DF-3DA6-8A5C7C20469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40758" y="2426776"/>
                <a:ext cx="2513520" cy="32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A179D9-2126-B99C-93FA-774B25A3D19D}"/>
                  </a:ext>
                </a:extLst>
              </p14:cNvPr>
              <p14:cNvContentPartPr/>
              <p14:nvPr/>
            </p14:nvContentPartPr>
            <p14:xfrm>
              <a:off x="1267478" y="2856256"/>
              <a:ext cx="2379240" cy="54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A179D9-2126-B99C-93FA-774B25A3D19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13478" y="2748616"/>
                <a:ext cx="248688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0E9122-5AAF-726C-C488-C884AF3BCAE6}"/>
                  </a:ext>
                </a:extLst>
              </p14:cNvPr>
              <p14:cNvContentPartPr/>
              <p14:nvPr/>
            </p14:nvContentPartPr>
            <p14:xfrm>
              <a:off x="6717518" y="2215456"/>
              <a:ext cx="675000" cy="705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0E9122-5AAF-726C-C488-C884AF3BCAE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63878" y="2107456"/>
                <a:ext cx="782640" cy="9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6A2F18D-202B-27E9-BB24-9158CB44DDE6}"/>
                  </a:ext>
                </a:extLst>
              </p14:cNvPr>
              <p14:cNvContentPartPr/>
              <p14:nvPr/>
            </p14:nvContentPartPr>
            <p14:xfrm>
              <a:off x="8081558" y="2452696"/>
              <a:ext cx="636120" cy="569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6A2F18D-202B-27E9-BB24-9158CB44DDE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027558" y="2345056"/>
                <a:ext cx="743760" cy="784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58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16A23-B70F-47B8-8A96-51213916F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Operators, Operator Precedence,</a:t>
            </a:r>
            <a:br>
              <a:rPr lang="en-US" dirty="0"/>
            </a:br>
            <a:r>
              <a:rPr lang="en-US" dirty="0"/>
              <a:t>and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B8A45-21CD-4D0C-9017-F3D0EB61B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C++ arithmetic operators: +,-,?*,/,%</a:t>
            </a:r>
          </a:p>
          <a:p>
            <a:r>
              <a:rPr lang="en-US" altLang="en-US" dirty="0"/>
              <a:t>Operators can be unary or binary</a:t>
            </a:r>
          </a:p>
          <a:p>
            <a:pPr eaLnBrk="1" hangingPunct="1"/>
            <a:r>
              <a:rPr lang="en-US" altLang="en-US" dirty="0"/>
              <a:t>Mixed expression: </a:t>
            </a:r>
          </a:p>
          <a:p>
            <a:pPr lvl="1" eaLnBrk="1" hangingPunct="1"/>
            <a:r>
              <a:rPr lang="en-US" altLang="en-US" dirty="0"/>
              <a:t>Has operands of different data types</a:t>
            </a:r>
          </a:p>
          <a:p>
            <a:pPr lvl="1" eaLnBrk="1" hangingPunct="1"/>
            <a:r>
              <a:rPr lang="en-US" altLang="en-US" dirty="0"/>
              <a:t>Contains integers and floating-point</a:t>
            </a:r>
          </a:p>
          <a:p>
            <a:pPr marL="457200" lvl="1" indent="0">
              <a:buNone/>
            </a:pPr>
            <a:r>
              <a:rPr lang="en-US" altLang="en-US" dirty="0">
                <a:latin typeface="Courier New" panose="02070309020205020404" pitchFamily="49" charset="0"/>
              </a:rPr>
              <a:t>	6  /  4 + 3.9</a:t>
            </a:r>
          </a:p>
          <a:p>
            <a:r>
              <a:rPr lang="en-US" altLang="en-US" dirty="0"/>
              <a:t>Type Conversion (Casting)</a:t>
            </a:r>
          </a:p>
          <a:p>
            <a:pPr lvl="1"/>
            <a:r>
              <a:rPr lang="en-US" altLang="en-US" u="sng" dirty="0"/>
              <a:t>Implicit type Conversion</a:t>
            </a:r>
            <a:r>
              <a:rPr lang="en-US" altLang="en-US" dirty="0"/>
              <a:t>: when value of one type is automatically changed to another type</a:t>
            </a:r>
          </a:p>
          <a:p>
            <a:pPr lvl="1"/>
            <a:r>
              <a:rPr lang="en-US" altLang="en-US" u="sng" dirty="0"/>
              <a:t>Cast operator</a:t>
            </a:r>
            <a:r>
              <a:rPr lang="en-US" altLang="en-US" dirty="0"/>
              <a:t>: provides explicit type conversion</a:t>
            </a:r>
          </a:p>
          <a:p>
            <a:pPr lvl="1" eaLnBrk="1" hangingPunct="1">
              <a:buFont typeface="Arial" panose="020B0604020202020204" pitchFamily="34" charset="0"/>
              <a:buNone/>
            </a:pPr>
            <a:r>
              <a:rPr lang="en-US" altLang="en-US" sz="2400" dirty="0" err="1">
                <a:solidFill>
                  <a:srgbClr val="3333FF"/>
                </a:solidFill>
                <a:latin typeface="Courier New" panose="02070309020205020404" pitchFamily="49" charset="0"/>
              </a:rPr>
              <a:t>static_cast</a:t>
            </a:r>
            <a:r>
              <a:rPr lang="en-US" altLang="en-US" sz="2400" dirty="0">
                <a:latin typeface="Courier New" panose="02070309020205020404" pitchFamily="49" charset="0"/>
              </a:rPr>
              <a:t>&lt;</a:t>
            </a:r>
            <a:r>
              <a:rPr lang="en-US" altLang="en-US" sz="2400" dirty="0" err="1">
                <a:latin typeface="Courier New" panose="02070309020205020404" pitchFamily="49" charset="0"/>
              </a:rPr>
              <a:t>dataTypeName</a:t>
            </a:r>
            <a:r>
              <a:rPr lang="en-US" altLang="en-US" sz="2400" dirty="0">
                <a:latin typeface="Courier New" panose="02070309020205020404" pitchFamily="49" charset="0"/>
              </a:rPr>
              <a:t>&gt;(expression)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C731BC-81B9-D687-50B6-E8F22E014D83}"/>
                  </a:ext>
                </a:extLst>
              </p14:cNvPr>
              <p14:cNvContentPartPr/>
              <p14:nvPr/>
            </p14:nvContentPartPr>
            <p14:xfrm>
              <a:off x="1194758" y="4312096"/>
              <a:ext cx="3460320" cy="1677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C731BC-81B9-D687-50B6-E8F22E014D8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0758" y="4204456"/>
                <a:ext cx="35679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8BC5EF5-F281-E4C9-0406-91607BE851C2}"/>
                  </a:ext>
                </a:extLst>
              </p14:cNvPr>
              <p14:cNvContentPartPr/>
              <p14:nvPr/>
            </p14:nvContentPartPr>
            <p14:xfrm>
              <a:off x="1413278" y="4717096"/>
              <a:ext cx="2816280" cy="21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8BC5EF5-F281-E4C9-0406-91607BE851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9278" y="4609096"/>
                <a:ext cx="292392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7070955-69EE-8F14-65A6-052780877FA7}"/>
                  </a:ext>
                </a:extLst>
              </p14:cNvPr>
              <p14:cNvContentPartPr/>
              <p14:nvPr/>
            </p14:nvContentPartPr>
            <p14:xfrm>
              <a:off x="1579238" y="5216056"/>
              <a:ext cx="1460520" cy="223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7070955-69EE-8F14-65A6-052780877F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25238" y="5108056"/>
                <a:ext cx="156816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BBAF07E-4271-1C70-0B15-62688DD33C7E}"/>
                  </a:ext>
                </a:extLst>
              </p14:cNvPr>
              <p14:cNvContentPartPr/>
              <p14:nvPr/>
            </p14:nvContentPartPr>
            <p14:xfrm>
              <a:off x="1922318" y="5851096"/>
              <a:ext cx="3628080" cy="374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BBAF07E-4271-1C70-0B15-62688DD33C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68318" y="5743096"/>
                <a:ext cx="3735720" cy="58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ACAB9E6-692F-6FBD-1445-9CE67EB1F41C}"/>
              </a:ext>
            </a:extLst>
          </p:cNvPr>
          <p:cNvGrpSpPr/>
          <p:nvPr/>
        </p:nvGrpSpPr>
        <p:grpSpPr>
          <a:xfrm>
            <a:off x="8062838" y="5340616"/>
            <a:ext cx="1120680" cy="925200"/>
            <a:chOff x="8062838" y="5340616"/>
            <a:chExt cx="1120680" cy="92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960426E-000D-710E-8BE1-09082A10EDB3}"/>
                    </a:ext>
                  </a:extLst>
                </p14:cNvPr>
                <p14:cNvContentPartPr/>
                <p14:nvPr/>
              </p14:nvContentPartPr>
              <p14:xfrm>
                <a:off x="8062838" y="5412256"/>
                <a:ext cx="294120" cy="553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960426E-000D-710E-8BE1-09082A10ED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045198" y="5394616"/>
                  <a:ext cx="329760" cy="58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76961BF-13AD-82EC-37CA-CC7194F4606F}"/>
                    </a:ext>
                  </a:extLst>
                </p14:cNvPr>
                <p14:cNvContentPartPr/>
                <p14:nvPr/>
              </p14:nvContentPartPr>
              <p14:xfrm>
                <a:off x="8612558" y="5610976"/>
                <a:ext cx="43920" cy="3650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76961BF-13AD-82EC-37CA-CC7194F460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594918" y="5593336"/>
                  <a:ext cx="7956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18F51F-C6BB-804B-F4F0-BC74C97CE4D3}"/>
                    </a:ext>
                  </a:extLst>
                </p14:cNvPr>
                <p14:cNvContentPartPr/>
                <p14:nvPr/>
              </p14:nvContentPartPr>
              <p14:xfrm>
                <a:off x="8561798" y="5340616"/>
                <a:ext cx="36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18F51F-C6BB-804B-F4F0-BC74C97CE4D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43798" y="532261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1E478F-B544-21BC-7722-DDEA094F78A1}"/>
                    </a:ext>
                  </a:extLst>
                </p14:cNvPr>
                <p14:cNvContentPartPr/>
                <p14:nvPr/>
              </p14:nvContentPartPr>
              <p14:xfrm>
                <a:off x="8864198" y="5619616"/>
                <a:ext cx="319320" cy="507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1E478F-B544-21BC-7722-DDEA094F78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846198" y="5601976"/>
                  <a:ext cx="35496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6DB9E5-4789-35E2-3557-76EA64A16B10}"/>
                    </a:ext>
                  </a:extLst>
                </p14:cNvPr>
                <p14:cNvContentPartPr/>
                <p14:nvPr/>
              </p14:nvContentPartPr>
              <p14:xfrm>
                <a:off x="8125478" y="6265456"/>
                <a:ext cx="8337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6DB9E5-4789-35E2-3557-76EA64A16B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107478" y="6247816"/>
                  <a:ext cx="8694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61279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5BE8D-ACAD-4023-9B64-E2B90B92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82F7D-7833-4D17-B0E3-FCEB8D09D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3 / 2 + 5.5 = 1 + 5.5 = 6.5</a:t>
            </a:r>
          </a:p>
          <a:p>
            <a:pPr algn="l"/>
            <a:r>
              <a:rPr lang="en-US" sz="1800" b="1" i="0" u="none" strike="noStrike" baseline="0" dirty="0">
                <a:solidFill>
                  <a:srgbClr val="211808"/>
                </a:solidFill>
                <a:latin typeface="CourierStd-Bold"/>
              </a:rPr>
              <a:t>15.6 / 2 + 5 = 7.8 + 5 = 12.8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6088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71596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Precedence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idx="1"/>
          </p:nvPr>
        </p:nvSpPr>
        <p:spPr>
          <a:xfrm>
            <a:off x="1981200" y="5257801"/>
            <a:ext cx="8229600" cy="868363"/>
          </a:xfrm>
        </p:spPr>
        <p:txBody>
          <a:bodyPr/>
          <a:lstStyle/>
          <a:p>
            <a:pPr>
              <a:defRPr/>
            </a:pPr>
            <a:endParaRPr lang="en-US"/>
          </a:p>
        </p:txBody>
      </p:sp>
      <p:pic>
        <p:nvPicPr>
          <p:cNvPr id="4301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104900"/>
            <a:ext cx="5938838" cy="521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D411316-7750-7CCC-EC03-E2F441FEE384}"/>
                  </a:ext>
                </a:extLst>
              </p14:cNvPr>
              <p14:cNvContentPartPr/>
              <p14:nvPr/>
            </p14:nvContentPartPr>
            <p14:xfrm>
              <a:off x="6699158" y="343456"/>
              <a:ext cx="468000" cy="7707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D411316-7750-7CCC-EC03-E2F441FEE38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81518" y="325816"/>
                <a:ext cx="503640" cy="80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623385-CBA1-671D-F8E1-BF41509D3640}"/>
                  </a:ext>
                </a:extLst>
              </p14:cNvPr>
              <p14:cNvContentPartPr/>
              <p14:nvPr/>
            </p14:nvContentPartPr>
            <p14:xfrm>
              <a:off x="7548398" y="210616"/>
              <a:ext cx="523080" cy="839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623385-CBA1-671D-F8E1-BF41509D36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530758" y="192976"/>
                <a:ext cx="558720" cy="875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AFB87757-AB18-27E0-90AE-9F241C7B65BB}"/>
              </a:ext>
            </a:extLst>
          </p:cNvPr>
          <p:cNvGrpSpPr/>
          <p:nvPr/>
        </p:nvGrpSpPr>
        <p:grpSpPr>
          <a:xfrm>
            <a:off x="8853038" y="387376"/>
            <a:ext cx="941400" cy="841320"/>
            <a:chOff x="8853038" y="387376"/>
            <a:chExt cx="941400" cy="841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2CDF27A-BD46-BF69-F12C-2345077C0FEC}"/>
                    </a:ext>
                  </a:extLst>
                </p14:cNvPr>
                <p14:cNvContentPartPr/>
                <p14:nvPr/>
              </p14:nvContentPartPr>
              <p14:xfrm>
                <a:off x="8853038" y="387376"/>
                <a:ext cx="260640" cy="841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2CDF27A-BD46-BF69-F12C-2345077C0FE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35038" y="369736"/>
                  <a:ext cx="29628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BD68B602-E34F-471F-1C35-080C366F9344}"/>
                    </a:ext>
                  </a:extLst>
                </p14:cNvPr>
                <p14:cNvContentPartPr/>
                <p14:nvPr/>
              </p14:nvContentPartPr>
              <p14:xfrm>
                <a:off x="9320678" y="1090816"/>
                <a:ext cx="360" cy="3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BD68B602-E34F-471F-1C35-080C366F934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303038" y="107281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E4F037E-4F8C-3D98-C481-30BA98C45812}"/>
                    </a:ext>
                  </a:extLst>
                </p14:cNvPr>
                <p14:cNvContentPartPr/>
                <p14:nvPr/>
              </p14:nvContentPartPr>
              <p14:xfrm>
                <a:off x="9237158" y="613096"/>
                <a:ext cx="15120" cy="374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E4F037E-4F8C-3D98-C481-30BA98C4581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19518" y="595456"/>
                  <a:ext cx="50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6EAAFA3-A083-9FDA-7050-C3D95B20078D}"/>
                    </a:ext>
                  </a:extLst>
                </p14:cNvPr>
                <p14:cNvContentPartPr/>
                <p14:nvPr/>
              </p14:nvContentPartPr>
              <p14:xfrm>
                <a:off x="9331118" y="816496"/>
                <a:ext cx="463320" cy="3988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6EAAFA3-A083-9FDA-7050-C3D95B2007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13118" y="798496"/>
                  <a:ext cx="4989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806FD9-C5FE-928E-BE75-C171588988AD}"/>
                    </a:ext>
                  </a:extLst>
                </p14:cNvPr>
                <p14:cNvContentPartPr/>
                <p14:nvPr/>
              </p14:nvContentPartPr>
              <p14:xfrm>
                <a:off x="9363878" y="1028536"/>
                <a:ext cx="279000" cy="1573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A806FD9-C5FE-928E-BE75-C171588988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46238" y="1010536"/>
                  <a:ext cx="314640" cy="19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BB968C4-5459-4E62-CAF5-E5061C3FBF85}"/>
                  </a:ext>
                </a:extLst>
              </p14:cNvPr>
              <p14:cNvContentPartPr/>
              <p14:nvPr/>
            </p14:nvContentPartPr>
            <p14:xfrm>
              <a:off x="9224198" y="1028536"/>
              <a:ext cx="34920" cy="295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BB968C4-5459-4E62-CAF5-E5061C3FBF8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06558" y="1010536"/>
                <a:ext cx="70560" cy="33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2529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Precedence (Cont.)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 + j * k  is equivalent to  i + (j * k)</a:t>
            </a:r>
          </a:p>
          <a:p>
            <a:pPr>
              <a:defRPr/>
            </a:pPr>
            <a:r>
              <a:rPr lang="en-US"/>
              <a:t>-i * - j is equivalent to  </a:t>
            </a:r>
            <a:r>
              <a:rPr lang="en-US" i="1"/>
              <a:t>(-i) * (-j)</a:t>
            </a:r>
          </a:p>
          <a:p>
            <a:pPr>
              <a:defRPr/>
            </a:pPr>
            <a:r>
              <a:rPr lang="en-US" i="1"/>
              <a:t>+i + j / k </a:t>
            </a:r>
            <a:r>
              <a:rPr lang="en-US"/>
              <a:t>is equivalent to </a:t>
            </a:r>
            <a:r>
              <a:rPr lang="en-US" i="1"/>
              <a:t>(+i ) + (j / k)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96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Expressions</a:t>
            </a:r>
          </a:p>
        </p:txBody>
      </p:sp>
      <p:sp>
        <p:nvSpPr>
          <p:cNvPr id="82947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formulate the following expressions as programs:</a:t>
            </a:r>
          </a:p>
          <a:p>
            <a:pPr lvl="1">
              <a:defRPr/>
            </a:pPr>
            <a:r>
              <a:rPr lang="en-US" i="1"/>
              <a:t>ab – c </a:t>
            </a:r>
          </a:p>
          <a:p>
            <a:pPr lvl="1">
              <a:defRPr/>
            </a:pPr>
            <a:r>
              <a:rPr lang="en-US" i="1"/>
              <a:t>(m + n) (x + y) </a:t>
            </a:r>
          </a:p>
          <a:p>
            <a:pPr lvl="1">
              <a:defRPr/>
            </a:pPr>
            <a:r>
              <a:rPr lang="en-US" i="1"/>
              <a:t>(ab / c) </a:t>
            </a:r>
          </a:p>
          <a:p>
            <a:pPr lvl="1">
              <a:defRPr/>
            </a:pPr>
            <a:r>
              <a:rPr lang="en-US" i="1"/>
              <a:t>3n</a:t>
            </a:r>
            <a:r>
              <a:rPr lang="en-US" i="1" baseline="30000"/>
              <a:t>2</a:t>
            </a:r>
            <a:r>
              <a:rPr lang="en-US" i="1"/>
              <a:t> +2n + 1 </a:t>
            </a:r>
          </a:p>
          <a:p>
            <a:pPr lvl="1">
              <a:defRPr/>
            </a:pPr>
            <a:r>
              <a:rPr lang="en-US" i="1"/>
              <a:t>n</a:t>
            </a:r>
            <a:r>
              <a:rPr lang="en-US" i="1" baseline="30000"/>
              <a:t>2</a:t>
            </a:r>
            <a:r>
              <a:rPr lang="en-US" i="1"/>
              <a:t> + 10</a:t>
            </a:r>
          </a:p>
          <a:p>
            <a:pPr lvl="1">
              <a:defRPr/>
            </a:pPr>
            <a:r>
              <a:rPr lang="en-US"/>
              <a:t>(1/2) · </a:t>
            </a:r>
            <a:r>
              <a:rPr lang="en-US" i="1"/>
              <a:t>n</a:t>
            </a:r>
            <a:r>
              <a:rPr lang="en-US" i="1" baseline="30000"/>
              <a:t>2</a:t>
            </a:r>
            <a:r>
              <a:rPr lang="en-US" i="1"/>
              <a:t> + 20</a:t>
            </a:r>
          </a:p>
          <a:p>
            <a:pPr lvl="1">
              <a:defRPr/>
            </a:pPr>
            <a:r>
              <a:rPr lang="en-US"/>
              <a:t>2 - (1/</a:t>
            </a:r>
            <a:r>
              <a:rPr lang="en-US" i="1"/>
              <a:t>n)</a:t>
            </a:r>
          </a:p>
          <a:p>
            <a:pPr lvl="1">
              <a:defRPr/>
            </a:pPr>
            <a:endParaRPr lang="en-US" i="1"/>
          </a:p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62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3600"/>
              <a:t>The following program illustrates the effect of presence of parenthesis in expressions</a:t>
            </a:r>
          </a:p>
        </p:txBody>
      </p:sp>
      <p:sp>
        <p:nvSpPr>
          <p:cNvPr id="8397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None/>
              <a:defRPr/>
            </a:pPr>
            <a:r>
              <a:rPr lang="en-US" sz="2000" dirty="0"/>
              <a:t>main () </a:t>
            </a:r>
            <a:br>
              <a:rPr lang="en-US" sz="2000" dirty="0"/>
            </a:br>
            <a:r>
              <a:rPr lang="en-US" sz="2000" dirty="0"/>
              <a:t>{ </a:t>
            </a:r>
            <a:br>
              <a:rPr lang="en-US" sz="2000" dirty="0"/>
            </a:br>
            <a:r>
              <a:rPr lang="en-US" sz="2000" dirty="0"/>
              <a:t>float a, b, c, x, y, z; </a:t>
            </a:r>
            <a:br>
              <a:rPr lang="en-US" sz="2000" dirty="0"/>
            </a:br>
            <a:r>
              <a:rPr lang="en-US" sz="2000" dirty="0"/>
              <a:t>a = 9; </a:t>
            </a:r>
            <a:br>
              <a:rPr lang="en-US" sz="2000" dirty="0"/>
            </a:br>
            <a:r>
              <a:rPr lang="en-US" sz="2000" dirty="0"/>
              <a:t>b = 12; </a:t>
            </a:r>
            <a:br>
              <a:rPr lang="en-US" sz="2000" dirty="0"/>
            </a:br>
            <a:r>
              <a:rPr lang="en-US" sz="2000" dirty="0"/>
              <a:t>c = 3; </a:t>
            </a:r>
            <a:br>
              <a:rPr lang="en-US" sz="2000" dirty="0"/>
            </a:br>
            <a:r>
              <a:rPr lang="pt-BR" sz="2000" dirty="0"/>
              <a:t>x = a - b / 3 + c * 2 - 1; </a:t>
            </a:r>
          </a:p>
          <a:p>
            <a:pPr>
              <a:buFont typeface="Wingdings" pitchFamily="2" charset="2"/>
              <a:buNone/>
              <a:defRPr/>
            </a:pPr>
            <a:r>
              <a:rPr lang="es-ES" sz="2000" dirty="0"/>
              <a:t> 	y = a - b / (3 + c) * (2 - 1);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z="2000" dirty="0"/>
              <a:t>	</a:t>
            </a:r>
            <a:r>
              <a:rPr lang="pl-PL" sz="2000" dirty="0"/>
              <a:t>z = a - ( b / (3 + c) * 2) - 1; </a:t>
            </a:r>
          </a:p>
          <a:p>
            <a:pPr>
              <a:buFont typeface="Arial" charset="0"/>
              <a:buNone/>
              <a:defRPr/>
            </a:pPr>
            <a:r>
              <a:rPr lang="en-US" sz="2000" dirty="0"/>
              <a:t> 	</a:t>
            </a:r>
            <a:r>
              <a:rPr lang="fr-FR" sz="2000" dirty="0"/>
              <a:t>cout  &lt;&lt; x &lt;&lt; '\n' ;</a:t>
            </a:r>
          </a:p>
          <a:p>
            <a:pPr>
              <a:buFont typeface="Arial" charset="0"/>
              <a:buNone/>
              <a:defRPr/>
            </a:pPr>
            <a:r>
              <a:rPr lang="fr-FR" sz="2000" dirty="0"/>
              <a:t>	cout  &lt;&lt; y &lt;&lt; '\n' ;</a:t>
            </a:r>
          </a:p>
          <a:p>
            <a:pPr>
              <a:buFont typeface="Arial" charset="0"/>
              <a:buNone/>
              <a:defRPr/>
            </a:pPr>
            <a:r>
              <a:rPr lang="fr-FR" sz="2000" dirty="0"/>
              <a:t>	cout  &lt;&lt; z &lt;&lt; '\n' ;</a:t>
            </a:r>
            <a:br>
              <a:rPr lang="en-US" sz="2000" dirty="0"/>
            </a:br>
            <a:r>
              <a:rPr lang="en-US" sz="2000" dirty="0"/>
              <a:t>} </a:t>
            </a:r>
          </a:p>
          <a:p>
            <a:pPr>
              <a:buFont typeface="Arial" charset="0"/>
              <a:buNone/>
              <a:defRPr/>
            </a:pPr>
            <a:endParaRPr lang="en-US" sz="2000" dirty="0"/>
          </a:p>
          <a:p>
            <a:pPr>
              <a:buFont typeface="Arial" charset="0"/>
              <a:buNone/>
              <a:defRPr/>
            </a:pPr>
            <a:r>
              <a:rPr lang="pl-PL" sz="2000" b="1" dirty="0"/>
              <a:t>Output </a:t>
            </a:r>
            <a:r>
              <a:rPr lang="en-US" sz="2000" dirty="0"/>
              <a:t>	</a:t>
            </a:r>
            <a:r>
              <a:rPr lang="pl-PL" sz="2000" dirty="0"/>
              <a:t>x = 10.00</a:t>
            </a:r>
            <a:r>
              <a:rPr lang="en-US" sz="2000" dirty="0"/>
              <a:t>  	</a:t>
            </a:r>
            <a:r>
              <a:rPr lang="pl-PL" sz="2000" dirty="0"/>
              <a:t>y = 7.00 </a:t>
            </a:r>
            <a:r>
              <a:rPr lang="en-US" sz="2000" dirty="0"/>
              <a:t>			</a:t>
            </a:r>
            <a:r>
              <a:rPr lang="pl-PL" sz="2000" dirty="0"/>
              <a:t>z = 4.00 </a:t>
            </a:r>
          </a:p>
          <a:p>
            <a:pPr>
              <a:buFont typeface="Arial" charset="0"/>
              <a:buNone/>
              <a:defRPr/>
            </a:pP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41018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Assignment Operators</a:t>
            </a:r>
          </a:p>
        </p:txBody>
      </p:sp>
      <p:sp>
        <p:nvSpPr>
          <p:cNvPr id="8499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 err="1"/>
              <a:t>i</a:t>
            </a:r>
            <a:r>
              <a:rPr lang="en-US" dirty="0"/>
              <a:t> = 5; </a:t>
            </a:r>
          </a:p>
          <a:p>
            <a:pPr>
              <a:defRPr/>
            </a:pPr>
            <a:r>
              <a:rPr lang="en-US" dirty="0"/>
              <a:t>j 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>
              <a:defRPr/>
            </a:pPr>
            <a:r>
              <a:rPr lang="en-US" dirty="0"/>
              <a:t>k =10*</a:t>
            </a:r>
            <a:r>
              <a:rPr lang="en-US" dirty="0" err="1"/>
              <a:t>i</a:t>
            </a:r>
            <a:r>
              <a:rPr lang="en-US" dirty="0"/>
              <a:t>+ j ;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int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>
              <a:defRPr/>
            </a:pPr>
            <a:r>
              <a:rPr lang="en-US" dirty="0"/>
              <a:t>float f;</a:t>
            </a:r>
          </a:p>
          <a:p>
            <a:pPr>
              <a:defRPr/>
            </a:pPr>
            <a:r>
              <a:rPr lang="en-US" dirty="0" err="1"/>
              <a:t>i</a:t>
            </a:r>
            <a:r>
              <a:rPr lang="en-US" dirty="0"/>
              <a:t>=72.99f;</a:t>
            </a:r>
          </a:p>
          <a:p>
            <a:pPr>
              <a:defRPr/>
            </a:pPr>
            <a:r>
              <a:rPr lang="en-US" dirty="0"/>
              <a:t>f=136;</a:t>
            </a:r>
          </a:p>
        </p:txBody>
      </p:sp>
    </p:spTree>
    <p:extLst>
      <p:ext uri="{BB962C8B-B14F-4D97-AF65-F5344CB8AC3E}">
        <p14:creationId xmlns:p14="http://schemas.microsoft.com/office/powerpoint/2010/main" val="330788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Assignment Operators (Cont.)</a:t>
            </a:r>
          </a:p>
        </p:txBody>
      </p:sp>
      <p:sp>
        <p:nvSpPr>
          <p:cNvPr id="860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 = j = k = 0; // (i = (j = (k = 0)))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int i;</a:t>
            </a:r>
          </a:p>
          <a:p>
            <a:pPr>
              <a:defRPr/>
            </a:pPr>
            <a:r>
              <a:rPr lang="en-US"/>
              <a:t>float f;</a:t>
            </a:r>
          </a:p>
          <a:p>
            <a:pPr>
              <a:defRPr/>
            </a:pPr>
            <a:r>
              <a:rPr lang="en-US"/>
              <a:t>f=i=33.3f;  </a:t>
            </a:r>
          </a:p>
          <a:p>
            <a:pPr>
              <a:defRPr/>
            </a:pPr>
            <a:r>
              <a:rPr lang="en-US"/>
              <a:t>i is assigned the value 33, then f is assigned 33.0 (not 33.3. as you might think).</a:t>
            </a:r>
          </a:p>
        </p:txBody>
      </p:sp>
    </p:spTree>
    <p:extLst>
      <p:ext uri="{BB962C8B-B14F-4D97-AF65-F5344CB8AC3E}">
        <p14:creationId xmlns:p14="http://schemas.microsoft.com/office/powerpoint/2010/main" val="13868489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>
          <a:xfrm>
            <a:off x="1981200" y="274639"/>
            <a:ext cx="8229600" cy="72548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Assignment Operators (Cont.)</a:t>
            </a:r>
          </a:p>
        </p:txBody>
      </p:sp>
      <p:sp>
        <p:nvSpPr>
          <p:cNvPr id="8704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4983163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en-US"/>
              <a:t>i=i+2;</a:t>
            </a:r>
          </a:p>
          <a:p>
            <a:pPr>
              <a:defRPr/>
            </a:pPr>
            <a:r>
              <a:rPr lang="en-US"/>
              <a:t>i+=2;</a:t>
            </a:r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 i="1"/>
              <a:t>v +=e adds v to e, storing the result in v</a:t>
            </a:r>
          </a:p>
          <a:p>
            <a:pPr>
              <a:defRPr/>
            </a:pPr>
            <a:r>
              <a:rPr lang="en-US" i="1"/>
              <a:t>v -= e subtracts e from v, storing the result in v</a:t>
            </a:r>
          </a:p>
          <a:p>
            <a:pPr>
              <a:defRPr/>
            </a:pPr>
            <a:r>
              <a:rPr lang="en-US"/>
              <a:t>v*= </a:t>
            </a:r>
            <a:r>
              <a:rPr lang="en-US" i="1"/>
              <a:t>e multiplies v by e, storing the result in v</a:t>
            </a:r>
          </a:p>
          <a:p>
            <a:pPr>
              <a:defRPr/>
            </a:pPr>
            <a:r>
              <a:rPr lang="en-US" i="1"/>
              <a:t>v/= e divides v by , storing the result in v</a:t>
            </a:r>
          </a:p>
          <a:p>
            <a:pPr>
              <a:defRPr/>
            </a:pPr>
            <a:r>
              <a:rPr lang="en-US"/>
              <a:t>v%= </a:t>
            </a:r>
            <a:r>
              <a:rPr lang="en-US" i="1"/>
              <a:t>e computes the remainder when v is divided by e, storing the result in v</a:t>
            </a:r>
          </a:p>
          <a:p>
            <a:pPr>
              <a:defRPr/>
            </a:pPr>
            <a:endParaRPr lang="en-US" i="1"/>
          </a:p>
          <a:p>
            <a:pPr>
              <a:defRPr/>
            </a:pPr>
            <a:r>
              <a:rPr lang="en-US"/>
              <a:t>i+=j+=k; // i+=(j+=k); </a:t>
            </a:r>
          </a:p>
          <a:p>
            <a:pPr>
              <a:defRPr/>
            </a:pPr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EF2BC1D-684A-B7CB-E801-C70D0C83C922}"/>
                  </a:ext>
                </a:extLst>
              </p14:cNvPr>
              <p14:cNvContentPartPr/>
              <p14:nvPr/>
            </p14:nvContentPartPr>
            <p14:xfrm>
              <a:off x="2130038" y="996856"/>
              <a:ext cx="4813200" cy="178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EF2BC1D-684A-B7CB-E801-C70D0C83C92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2038" y="978856"/>
                <a:ext cx="48488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F9250AD-5AEF-7E4D-3391-1B660D049D7E}"/>
                  </a:ext>
                </a:extLst>
              </p14:cNvPr>
              <p14:cNvContentPartPr/>
              <p14:nvPr/>
            </p14:nvContentPartPr>
            <p14:xfrm>
              <a:off x="2161358" y="623536"/>
              <a:ext cx="4779360" cy="84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F9250AD-5AEF-7E4D-3391-1B660D049D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07358" y="515536"/>
                <a:ext cx="488700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56796A-4E3B-5077-3846-AD2B6C88217B}"/>
                  </a:ext>
                </a:extLst>
              </p14:cNvPr>
              <p14:cNvContentPartPr/>
              <p14:nvPr/>
            </p14:nvContentPartPr>
            <p14:xfrm>
              <a:off x="2109158" y="1713256"/>
              <a:ext cx="876240" cy="188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56796A-4E3B-5077-3846-AD2B6C8821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55518" y="1605616"/>
                <a:ext cx="983880" cy="40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339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CC39B-8B31-4C56-BB6A-23622B871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</a:rPr>
              <a:t>string</a:t>
            </a:r>
            <a:r>
              <a:rPr lang="en-US" altLang="en-US" dirty="0"/>
              <a:t> Type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4451F4-5B14-43BD-A100-856FD03A5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string Type provides operations to find the length of a string, extract part of a string, and compare strings.</a:t>
            </a:r>
          </a:p>
          <a:p>
            <a:r>
              <a:rPr lang="en-US" altLang="en-US" u="sng" dirty="0"/>
              <a:t>Null</a:t>
            </a:r>
            <a:r>
              <a:rPr lang="en-US" altLang="en-US" dirty="0"/>
              <a:t>: a string with no characters</a:t>
            </a:r>
          </a:p>
          <a:p>
            <a:pPr eaLnBrk="1" hangingPunct="1"/>
            <a:r>
              <a:rPr lang="en-US" altLang="en-US" dirty="0"/>
              <a:t>Each character has relative position in string</a:t>
            </a:r>
          </a:p>
          <a:p>
            <a:pPr lvl="1" eaLnBrk="1" hangingPunct="1"/>
            <a:r>
              <a:rPr lang="en-US" altLang="en-US" dirty="0"/>
              <a:t>Position of first character is 0</a:t>
            </a:r>
          </a:p>
          <a:p>
            <a:r>
              <a:rPr lang="en-US" altLang="en-US" dirty="0"/>
              <a:t>“Faculty of" position of ‘F’ is 0</a:t>
            </a:r>
          </a:p>
          <a:p>
            <a:r>
              <a:rPr lang="en-US" altLang="en-US" dirty="0"/>
              <a:t>The length of “Faculty of"  is 10</a:t>
            </a:r>
          </a:p>
          <a:p>
            <a:endParaRPr lang="en-US" alt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259FF5-37BE-79E2-2FCE-0869A29C4A77}"/>
                  </a:ext>
                </a:extLst>
              </p14:cNvPr>
              <p14:cNvContentPartPr/>
              <p14:nvPr/>
            </p14:nvContentPartPr>
            <p14:xfrm>
              <a:off x="1111598" y="2991616"/>
              <a:ext cx="4737960" cy="33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259FF5-37BE-79E2-2FCE-0869A29C4A7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7958" y="2883976"/>
                <a:ext cx="48456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D49C5F6-38F7-FAFE-5C83-79FA9382E0C3}"/>
                  </a:ext>
                </a:extLst>
              </p14:cNvPr>
              <p14:cNvContentPartPr/>
              <p14:nvPr/>
            </p14:nvContentPartPr>
            <p14:xfrm>
              <a:off x="851678" y="1017736"/>
              <a:ext cx="3657600" cy="104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D49C5F6-38F7-FAFE-5C83-79FA9382E0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8038" y="910096"/>
                <a:ext cx="376524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E525FDD-4B4A-6399-23A7-56AB8B9D3227}"/>
                  </a:ext>
                </a:extLst>
              </p14:cNvPr>
              <p14:cNvContentPartPr/>
              <p14:nvPr/>
            </p14:nvContentPartPr>
            <p14:xfrm>
              <a:off x="6373358" y="2506336"/>
              <a:ext cx="485280" cy="543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E525FDD-4B4A-6399-23A7-56AB8B9D322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64718" y="2497696"/>
                <a:ext cx="502920" cy="56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2BD9FFD-E7B0-FD01-238C-19E930D2BE57}"/>
              </a:ext>
            </a:extLst>
          </p:cNvPr>
          <p:cNvGrpSpPr/>
          <p:nvPr/>
        </p:nvGrpSpPr>
        <p:grpSpPr>
          <a:xfrm>
            <a:off x="7220078" y="2369536"/>
            <a:ext cx="2477160" cy="793440"/>
            <a:chOff x="7220078" y="2369536"/>
            <a:chExt cx="2477160" cy="79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AFA7C1B-D0BD-EDD1-59F2-30B41650A1F3}"/>
                    </a:ext>
                  </a:extLst>
                </p14:cNvPr>
                <p14:cNvContentPartPr/>
                <p14:nvPr/>
              </p14:nvContentPartPr>
              <p14:xfrm>
                <a:off x="7220078" y="2680216"/>
                <a:ext cx="283320" cy="378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AFA7C1B-D0BD-EDD1-59F2-30B41650A1F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11438" y="2671576"/>
                  <a:ext cx="30096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D094A66-94C9-A15E-933B-58715379EB39}"/>
                    </a:ext>
                  </a:extLst>
                </p14:cNvPr>
                <p14:cNvContentPartPr/>
                <p14:nvPr/>
              </p14:nvContentPartPr>
              <p14:xfrm>
                <a:off x="7709318" y="2369536"/>
                <a:ext cx="273600" cy="720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D094A66-94C9-A15E-933B-58715379EB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700318" y="2360896"/>
                  <a:ext cx="291240" cy="73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B2A9054-AAE2-D4F4-426D-F40AD226B5C0}"/>
                    </a:ext>
                  </a:extLst>
                </p14:cNvPr>
                <p14:cNvContentPartPr/>
                <p14:nvPr/>
              </p14:nvContentPartPr>
              <p14:xfrm>
                <a:off x="7637318" y="2856976"/>
                <a:ext cx="291600" cy="53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B2A9054-AAE2-D4F4-426D-F40AD226B5C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28678" y="2847976"/>
                  <a:ext cx="3092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13EAD21-AC57-34DC-2170-C4963B270F85}"/>
                    </a:ext>
                  </a:extLst>
                </p14:cNvPr>
                <p14:cNvContentPartPr/>
                <p14:nvPr/>
              </p14:nvContentPartPr>
              <p14:xfrm>
                <a:off x="8050598" y="2747176"/>
                <a:ext cx="386640" cy="345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13EAD21-AC57-34DC-2170-C4963B270F8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041598" y="2738536"/>
                  <a:ext cx="40428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1657519-EEA1-C4A6-B8AF-7AC0D48028E6}"/>
                    </a:ext>
                  </a:extLst>
                </p14:cNvPr>
                <p14:cNvContentPartPr/>
                <p14:nvPr/>
              </p14:nvContentPartPr>
              <p14:xfrm>
                <a:off x="8499518" y="2731696"/>
                <a:ext cx="435240" cy="4312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1657519-EEA1-C4A6-B8AF-7AC0D48028E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90518" y="2723056"/>
                  <a:ext cx="45288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29C900-467D-9FEC-5CA1-C961F5D06B07}"/>
                    </a:ext>
                  </a:extLst>
                </p14:cNvPr>
                <p14:cNvContentPartPr/>
                <p14:nvPr/>
              </p14:nvContentPartPr>
              <p14:xfrm>
                <a:off x="9060398" y="2608216"/>
                <a:ext cx="132120" cy="514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29C900-467D-9FEC-5CA1-C961F5D06B0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51758" y="2599216"/>
                  <a:ext cx="14976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4514D30-D2C8-0C18-7BD0-7C171289A0C8}"/>
                    </a:ext>
                  </a:extLst>
                </p14:cNvPr>
                <p14:cNvContentPartPr/>
                <p14:nvPr/>
              </p14:nvContentPartPr>
              <p14:xfrm>
                <a:off x="9403838" y="2493736"/>
                <a:ext cx="138600" cy="4464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4514D30-D2C8-0C18-7BD0-7C171289A0C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394838" y="2485096"/>
                  <a:ext cx="15624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CF935EE-6DF4-CFC7-DB50-6806B640CABD}"/>
                    </a:ext>
                  </a:extLst>
                </p14:cNvPr>
                <p14:cNvContentPartPr/>
                <p14:nvPr/>
              </p14:nvContentPartPr>
              <p14:xfrm>
                <a:off x="9362078" y="2639176"/>
                <a:ext cx="335160" cy="73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CF935EE-6DF4-CFC7-DB50-6806B640CAB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53078" y="2630536"/>
                  <a:ext cx="352800" cy="9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387378-8E40-17EC-F83A-98BBB0B63DF0}"/>
              </a:ext>
            </a:extLst>
          </p:cNvPr>
          <p:cNvGrpSpPr/>
          <p:nvPr/>
        </p:nvGrpSpPr>
        <p:grpSpPr>
          <a:xfrm>
            <a:off x="5673158" y="4194016"/>
            <a:ext cx="729720" cy="321480"/>
            <a:chOff x="5673158" y="4194016"/>
            <a:chExt cx="729720" cy="32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54BCB4C-D050-36ED-47E8-39FC5511E428}"/>
                    </a:ext>
                  </a:extLst>
                </p14:cNvPr>
                <p14:cNvContentPartPr/>
                <p14:nvPr/>
              </p14:nvContentPartPr>
              <p14:xfrm>
                <a:off x="5673158" y="4446736"/>
                <a:ext cx="357840" cy="53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54BCB4C-D050-36ED-47E8-39FC5511E4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664518" y="4437736"/>
                  <a:ext cx="3754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A6A7B51-D471-B6C5-4203-61478B60F054}"/>
                    </a:ext>
                  </a:extLst>
                </p14:cNvPr>
                <p14:cNvContentPartPr/>
                <p14:nvPr/>
              </p14:nvContentPartPr>
              <p14:xfrm>
                <a:off x="6172118" y="4194016"/>
                <a:ext cx="230760" cy="3214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A6A7B51-D471-B6C5-4203-61478B60F0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163118" y="4185016"/>
                  <a:ext cx="248400" cy="339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4114AD-E499-155F-D0C9-2F51A3DC0455}"/>
              </a:ext>
            </a:extLst>
          </p:cNvPr>
          <p:cNvGrpSpPr/>
          <p:nvPr/>
        </p:nvGrpSpPr>
        <p:grpSpPr>
          <a:xfrm>
            <a:off x="6005438" y="4706656"/>
            <a:ext cx="689400" cy="221760"/>
            <a:chOff x="6005438" y="4706656"/>
            <a:chExt cx="689400" cy="221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D349A54-8A34-B3B6-4E6F-44B55DE882DC}"/>
                    </a:ext>
                  </a:extLst>
                </p14:cNvPr>
                <p14:cNvContentPartPr/>
                <p14:nvPr/>
              </p14:nvContentPartPr>
              <p14:xfrm>
                <a:off x="6005438" y="4879456"/>
                <a:ext cx="396720" cy="14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D349A54-8A34-B3B6-4E6F-44B55DE882D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996798" y="4870816"/>
                  <a:ext cx="4143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40E48E3-F498-75E3-5E21-CB8B1F4C049A}"/>
                    </a:ext>
                  </a:extLst>
                </p14:cNvPr>
                <p14:cNvContentPartPr/>
                <p14:nvPr/>
              </p14:nvContentPartPr>
              <p14:xfrm>
                <a:off x="6400718" y="4706656"/>
                <a:ext cx="294120" cy="221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40E48E3-F498-75E3-5E21-CB8B1F4C049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92078" y="4698016"/>
                  <a:ext cx="311760" cy="2394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65903D7-F11C-69CF-08AE-FA4B2B8EA528}"/>
              </a:ext>
            </a:extLst>
          </p:cNvPr>
          <p:cNvSpPr txBox="1"/>
          <p:nvPr/>
        </p:nvSpPr>
        <p:spPr>
          <a:xfrm>
            <a:off x="8437238" y="4706656"/>
            <a:ext cx="39798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dirty="0"/>
              <a:t>دا معناه ان ترتيب حرف ال </a:t>
            </a:r>
            <a:r>
              <a:rPr lang="en-US" dirty="0"/>
              <a:t>f </a:t>
            </a:r>
            <a:br>
              <a:rPr lang="en-US" dirty="0"/>
            </a:br>
            <a:r>
              <a:rPr lang="en-US" dirty="0"/>
              <a:t>=0</a:t>
            </a:r>
            <a:br>
              <a:rPr lang="en-US" dirty="0"/>
            </a:br>
            <a:r>
              <a:rPr lang="ar-EG" dirty="0"/>
              <a:t>لان الترتيب بيبدا من 0 مش 1 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3307622-D60E-A990-7D17-CDF14AB20D11}"/>
                  </a:ext>
                </a:extLst>
              </p14:cNvPr>
              <p14:cNvContentPartPr/>
              <p14:nvPr/>
            </p14:nvContentPartPr>
            <p14:xfrm>
              <a:off x="8291798" y="4738336"/>
              <a:ext cx="2788200" cy="739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3307622-D60E-A990-7D17-CDF14AB20D1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237798" y="4630336"/>
                <a:ext cx="2895840" cy="95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1568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81DB-DFE0-480D-BF9B-964C89957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Allocating Memory with Constants and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84BDB-8D89-4A34-A7EB-33F40577E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Named constant: A memory location whose content is not allowed to change during program execution.</a:t>
            </a:r>
          </a:p>
          <a:p>
            <a:r>
              <a:rPr lang="en-GB" sz="2400" b="0" i="0" u="none" strike="noStrike" baseline="0" dirty="0" err="1">
                <a:solidFill>
                  <a:srgbClr val="638EAF"/>
                </a:solidFill>
                <a:latin typeface="AdvTT0688bc49.B"/>
              </a:rPr>
              <a:t>const</a:t>
            </a:r>
            <a:r>
              <a:rPr lang="en-GB" sz="2400" b="0" i="0" u="none" strike="noStrike" baseline="0" dirty="0">
                <a:solidFill>
                  <a:srgbClr val="638EAF"/>
                </a:solidFill>
                <a:latin typeface="AdvTT0688bc49.B"/>
              </a:rPr>
              <a:t> </a:t>
            </a:r>
            <a:r>
              <a:rPr lang="en-GB" sz="2400" b="0" i="0" u="none" strike="noStrike" baseline="0" dirty="0" err="1">
                <a:solidFill>
                  <a:srgbClr val="231F20"/>
                </a:solidFill>
                <a:latin typeface="AdvTT825c8005"/>
              </a:rPr>
              <a:t>dataType</a:t>
            </a:r>
            <a:r>
              <a:rPr lang="en-GB" sz="2400" b="0" i="0" u="none" strike="noStrike" baseline="0" dirty="0">
                <a:solidFill>
                  <a:srgbClr val="231F20"/>
                </a:solidFill>
                <a:latin typeface="AdvTT825c8005"/>
              </a:rPr>
              <a:t> identifier = value;</a:t>
            </a:r>
          </a:p>
          <a:p>
            <a:endParaRPr lang="en-GB" sz="2400" dirty="0">
              <a:solidFill>
                <a:srgbClr val="231F20"/>
              </a:solidFill>
              <a:latin typeface="AdvTT825c8005"/>
            </a:endParaRPr>
          </a:p>
          <a:p>
            <a:pPr marL="0" indent="0" algn="l">
              <a:buNone/>
            </a:pPr>
            <a:r>
              <a:rPr lang="en-GB" sz="2400" b="0" i="0" u="none" strike="noStrike" baseline="0" dirty="0" err="1">
                <a:solidFill>
                  <a:srgbClr val="638EAF"/>
                </a:solidFill>
                <a:latin typeface="AdvTT0688bc49.B"/>
              </a:rPr>
              <a:t>const</a:t>
            </a:r>
            <a:r>
              <a:rPr lang="en-GB" sz="2400" b="0" i="0" u="none" strike="noStrike" baseline="0" dirty="0">
                <a:solidFill>
                  <a:srgbClr val="638EAF"/>
                </a:solidFill>
                <a:latin typeface="AdvTT0688bc49.B"/>
              </a:rPr>
              <a:t> double </a:t>
            </a:r>
            <a:r>
              <a:rPr lang="en-GB" sz="2400" b="0" i="0" u="none" strike="noStrike" baseline="0" dirty="0">
                <a:solidFill>
                  <a:srgbClr val="231F20"/>
                </a:solidFill>
                <a:latin typeface="AdvTT825c8005"/>
              </a:rPr>
              <a:t>CONVERSION = 2.54;</a:t>
            </a:r>
          </a:p>
          <a:p>
            <a:pPr marL="0" indent="0" algn="l">
              <a:buNone/>
            </a:pPr>
            <a:r>
              <a:rPr lang="en-GB" sz="2400" b="0" i="0" u="none" strike="noStrike" baseline="0" dirty="0" err="1">
                <a:solidFill>
                  <a:srgbClr val="638EAF"/>
                </a:solidFill>
                <a:latin typeface="AdvTT0688bc49.B"/>
              </a:rPr>
              <a:t>const</a:t>
            </a:r>
            <a:r>
              <a:rPr lang="en-GB" sz="2400" b="0" i="0" u="none" strike="noStrike" baseline="0" dirty="0">
                <a:solidFill>
                  <a:srgbClr val="638EAF"/>
                </a:solidFill>
                <a:latin typeface="AdvTT0688bc49.B"/>
              </a:rPr>
              <a:t> int </a:t>
            </a:r>
            <a:r>
              <a:rPr lang="en-GB" sz="2400" b="0" i="0" u="none" strike="noStrike" baseline="0" dirty="0">
                <a:solidFill>
                  <a:srgbClr val="231F20"/>
                </a:solidFill>
                <a:latin typeface="AdvTT825c8005"/>
              </a:rPr>
              <a:t>NO_OF_STUDENTS = 20;</a:t>
            </a:r>
          </a:p>
          <a:p>
            <a:pPr marL="0" indent="0" algn="l">
              <a:buNone/>
            </a:pPr>
            <a:r>
              <a:rPr lang="en-GB" sz="2400" b="0" i="0" u="none" strike="noStrike" baseline="0" dirty="0" err="1">
                <a:solidFill>
                  <a:srgbClr val="638EAF"/>
                </a:solidFill>
                <a:latin typeface="AdvTT0688bc49.B"/>
              </a:rPr>
              <a:t>const</a:t>
            </a:r>
            <a:r>
              <a:rPr lang="en-GB" sz="2400" b="0" i="0" u="none" strike="noStrike" baseline="0" dirty="0">
                <a:solidFill>
                  <a:srgbClr val="638EAF"/>
                </a:solidFill>
                <a:latin typeface="AdvTT0688bc49.B"/>
              </a:rPr>
              <a:t> char </a:t>
            </a:r>
            <a:r>
              <a:rPr lang="en-GB" sz="2400" b="0" i="0" u="none" strike="noStrike" baseline="0" dirty="0">
                <a:solidFill>
                  <a:srgbClr val="231F20"/>
                </a:solidFill>
                <a:latin typeface="AdvTT825c8005"/>
              </a:rPr>
              <a:t>BLANK = ' ';</a:t>
            </a:r>
            <a:endParaRPr lang="en-GB" sz="3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B2EF2F3-DA7B-6572-2009-A73A0F1E4067}"/>
                  </a:ext>
                </a:extLst>
              </p14:cNvPr>
              <p14:cNvContentPartPr/>
              <p14:nvPr/>
            </p14:nvContentPartPr>
            <p14:xfrm>
              <a:off x="1298798" y="2857696"/>
              <a:ext cx="3960360" cy="229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B2EF2F3-DA7B-6572-2009-A73A0F1E40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4798" y="2749696"/>
                <a:ext cx="4068000" cy="44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07477A4-36E6-0169-32DA-25CF1651B993}"/>
                  </a:ext>
                </a:extLst>
              </p14:cNvPr>
              <p14:cNvContentPartPr/>
              <p14:nvPr/>
            </p14:nvContentPartPr>
            <p14:xfrm>
              <a:off x="2192318" y="2004856"/>
              <a:ext cx="1152720" cy="637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07477A4-36E6-0169-32DA-25CF1651B9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38318" y="1897216"/>
                <a:ext cx="126036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F67E34F-509E-DC3E-A872-FFF4F6D0EC20}"/>
                  </a:ext>
                </a:extLst>
              </p14:cNvPr>
              <p14:cNvContentPartPr/>
              <p14:nvPr/>
            </p14:nvContentPartPr>
            <p14:xfrm>
              <a:off x="7675478" y="1962736"/>
              <a:ext cx="3697920" cy="1371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F67E34F-509E-DC3E-A872-FFF4F6D0EC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21478" y="1854736"/>
                <a:ext cx="380556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17E065C-4A9C-C434-D93C-2DB9B33B51E8}"/>
                  </a:ext>
                </a:extLst>
              </p14:cNvPr>
              <p14:cNvContentPartPr/>
              <p14:nvPr/>
            </p14:nvContentPartPr>
            <p14:xfrm>
              <a:off x="1080278" y="2274496"/>
              <a:ext cx="4877640" cy="2408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17E065C-4A9C-C434-D93C-2DB9B33B51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26638" y="2166496"/>
                <a:ext cx="4985280" cy="45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14A81BD-F430-FAF2-6A43-4E63E638454F}"/>
                  </a:ext>
                </a:extLst>
              </p14:cNvPr>
              <p14:cNvContentPartPr/>
              <p14:nvPr/>
            </p14:nvContentPartPr>
            <p14:xfrm>
              <a:off x="9237158" y="3958576"/>
              <a:ext cx="360" cy="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14A81BD-F430-FAF2-6A43-4E63E638454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3518" y="3850936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3501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25937-FDF7-4FDA-9956-93D1087D6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Allocating Memory with Constants and Variables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F4445-998D-463A-8BCA-5F63F8F86B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Variable: A memory location whose content may change during program execution.</a:t>
            </a:r>
          </a:p>
          <a:p>
            <a:r>
              <a:rPr lang="en-GB" dirty="0"/>
              <a:t>The syntax for declaring one variable or multiple variables is:</a:t>
            </a:r>
          </a:p>
          <a:p>
            <a:pPr lvl="1"/>
            <a:r>
              <a:rPr lang="en-GB" dirty="0" err="1"/>
              <a:t>dataType</a:t>
            </a:r>
            <a:r>
              <a:rPr lang="en-GB" dirty="0"/>
              <a:t> identifier, identifier, . . .;</a:t>
            </a:r>
          </a:p>
          <a:p>
            <a:endParaRPr lang="en-GB" dirty="0"/>
          </a:p>
          <a:p>
            <a:pPr marL="457200" lvl="1" indent="0">
              <a:buNone/>
            </a:pPr>
            <a:r>
              <a:rPr lang="en-GB" b="0" i="0" u="none" strike="noStrike" baseline="0" dirty="0">
                <a:solidFill>
                  <a:srgbClr val="638EAF"/>
                </a:solidFill>
                <a:latin typeface="AdvTT0688bc49.B"/>
              </a:rPr>
              <a:t>double 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amountDue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457200" lvl="1" indent="0">
              <a:buNone/>
            </a:pPr>
            <a:r>
              <a:rPr lang="en-GB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counter;</a:t>
            </a:r>
          </a:p>
          <a:p>
            <a:pPr marL="457200" lvl="1" indent="0">
              <a:buNone/>
            </a:pPr>
            <a:r>
              <a:rPr lang="en-GB" b="0" i="0" u="none" strike="noStrike" baseline="0" dirty="0">
                <a:solidFill>
                  <a:srgbClr val="638EAF"/>
                </a:solidFill>
                <a:latin typeface="AdvTT0688bc49.B"/>
              </a:rPr>
              <a:t>char 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ch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457200" lvl="1" indent="0">
              <a:buNone/>
            </a:pPr>
            <a:r>
              <a:rPr lang="en-GB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x, y;</a:t>
            </a:r>
          </a:p>
          <a:p>
            <a:pPr marL="457200" lvl="1" indent="0">
              <a:buNone/>
            </a:pP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string name;</a:t>
            </a:r>
            <a:endParaRPr lang="en-GB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1DDE61-930D-6C1E-8E43-F678E1136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720245"/>
            <a:ext cx="3322608" cy="105927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93B5237-A36A-55CB-C3F2-6753027F8845}"/>
                  </a:ext>
                </a:extLst>
              </p14:cNvPr>
              <p14:cNvContentPartPr/>
              <p14:nvPr/>
            </p14:nvContentPartPr>
            <p14:xfrm>
              <a:off x="10078478" y="3601816"/>
              <a:ext cx="634680" cy="978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93B5237-A36A-55CB-C3F2-6753027F88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60838" y="3583816"/>
                <a:ext cx="670320" cy="10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002BFEFB-26FA-3FE3-3810-60CBE02E6ED0}"/>
              </a:ext>
            </a:extLst>
          </p:cNvPr>
          <p:cNvGrpSpPr/>
          <p:nvPr/>
        </p:nvGrpSpPr>
        <p:grpSpPr>
          <a:xfrm>
            <a:off x="5299118" y="3920056"/>
            <a:ext cx="677880" cy="801360"/>
            <a:chOff x="5299118" y="3920056"/>
            <a:chExt cx="677880" cy="80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49EA88-8C7B-A0A1-DD23-2B8DC2FF4FDC}"/>
                    </a:ext>
                  </a:extLst>
                </p14:cNvPr>
                <p14:cNvContentPartPr/>
                <p14:nvPr/>
              </p14:nvContentPartPr>
              <p14:xfrm>
                <a:off x="5351318" y="4364296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49EA88-8C7B-A0A1-DD23-2B8DC2FF4F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5333318" y="434629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59FF494-B9A2-4C57-86E7-56F42EF89C55}"/>
                    </a:ext>
                  </a:extLst>
                </p14:cNvPr>
                <p14:cNvContentPartPr/>
                <p14:nvPr/>
              </p14:nvContentPartPr>
              <p14:xfrm>
                <a:off x="5299118" y="3920056"/>
                <a:ext cx="627480" cy="406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59FF494-B9A2-4C57-86E7-56F42EF89C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81118" y="3902416"/>
                  <a:ext cx="663120" cy="44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12D9E5A-0483-25DC-36CC-B373EA49C4D7}"/>
                    </a:ext>
                  </a:extLst>
                </p14:cNvPr>
                <p14:cNvContentPartPr/>
                <p14:nvPr/>
              </p14:nvContentPartPr>
              <p14:xfrm>
                <a:off x="5641838" y="4336576"/>
                <a:ext cx="335160" cy="384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12D9E5A-0483-25DC-36CC-B373EA49C4D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24198" y="4318576"/>
                  <a:ext cx="370800" cy="420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82A95790-994A-26A1-53A1-50B4B6ADF489}"/>
                  </a:ext>
                </a:extLst>
              </p14:cNvPr>
              <p14:cNvContentPartPr/>
              <p14:nvPr/>
            </p14:nvContentPartPr>
            <p14:xfrm>
              <a:off x="5902118" y="4948576"/>
              <a:ext cx="452520" cy="39924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82A95790-994A-26A1-53A1-50B4B6ADF48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84118" y="4930576"/>
                <a:ext cx="48816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B18B15E-0354-1403-A220-BF421904E005}"/>
                  </a:ext>
                </a:extLst>
              </p14:cNvPr>
              <p14:cNvContentPartPr/>
              <p14:nvPr/>
            </p14:nvContentPartPr>
            <p14:xfrm>
              <a:off x="4474718" y="4978456"/>
              <a:ext cx="1283760" cy="117288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B18B15E-0354-1403-A220-BF421904E0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421078" y="4870816"/>
                <a:ext cx="1391400" cy="138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69551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B0974-E9D1-414D-BB2E-0FB8B0329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C8AFE-BC0B-4AA0-8A29-D3F8556C4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The assignment statement takes the following form:</a:t>
            </a:r>
          </a:p>
          <a:p>
            <a:r>
              <a:rPr lang="en-GB" dirty="0"/>
              <a:t>variable = expression;</a:t>
            </a:r>
          </a:p>
          <a:p>
            <a:r>
              <a:rPr lang="en-GB" dirty="0"/>
              <a:t>= is called the assignment operator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int num1, num2;</a:t>
            </a:r>
          </a:p>
          <a:p>
            <a:pPr marL="0" indent="0">
              <a:buNone/>
            </a:pPr>
            <a:r>
              <a:rPr lang="en-GB" dirty="0"/>
              <a:t>double sale;</a:t>
            </a:r>
          </a:p>
          <a:p>
            <a:pPr marL="0" indent="0">
              <a:buNone/>
            </a:pPr>
            <a:r>
              <a:rPr lang="en-GB" dirty="0"/>
              <a:t>char first;</a:t>
            </a:r>
          </a:p>
          <a:p>
            <a:pPr marL="0" indent="0">
              <a:buNone/>
            </a:pPr>
            <a:r>
              <a:rPr lang="en-GB" dirty="0"/>
              <a:t>string str;</a:t>
            </a:r>
          </a:p>
          <a:p>
            <a:pPr marL="0" indent="0">
              <a:buNone/>
            </a:pPr>
            <a:r>
              <a:rPr lang="en-GB" dirty="0"/>
              <a:t>num1 = 4;</a:t>
            </a:r>
          </a:p>
          <a:p>
            <a:pPr marL="0" indent="0">
              <a:buNone/>
            </a:pPr>
            <a:r>
              <a:rPr lang="en-GB" dirty="0"/>
              <a:t>num2 = 4 * 5 - 11;</a:t>
            </a:r>
          </a:p>
          <a:p>
            <a:pPr marL="0" indent="0">
              <a:buNone/>
            </a:pPr>
            <a:r>
              <a:rPr lang="en-GB" dirty="0"/>
              <a:t>sale = 0.02 * 1000;</a:t>
            </a:r>
          </a:p>
          <a:p>
            <a:pPr marL="0" indent="0">
              <a:buNone/>
            </a:pPr>
            <a:r>
              <a:rPr lang="en-GB" dirty="0"/>
              <a:t>first = 'D';</a:t>
            </a:r>
          </a:p>
          <a:p>
            <a:pPr marL="0" indent="0">
              <a:buNone/>
            </a:pPr>
            <a:r>
              <a:rPr lang="en-GB" dirty="0"/>
              <a:t>str = "It is a sunny day.";</a:t>
            </a:r>
          </a:p>
        </p:txBody>
      </p:sp>
    </p:spTree>
    <p:extLst>
      <p:ext uri="{BB962C8B-B14F-4D97-AF65-F5344CB8AC3E}">
        <p14:creationId xmlns:p14="http://schemas.microsoft.com/office/powerpoint/2010/main" val="13614879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AE5AE-4270-4976-8636-84BA64143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(Read)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15958-9890-4F94-8A98-3F38F8E78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cin</a:t>
            </a:r>
            <a:r>
              <a:rPr lang="en-GB" dirty="0"/>
              <a:t> &gt;&gt; variable &gt;&gt; variable ...;</a:t>
            </a:r>
          </a:p>
          <a:p>
            <a:endParaRPr lang="en-GB" dirty="0"/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feet;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inches;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Suppose the input is: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23 7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Next, consider the following statement: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&gt;&gt; feet &gt;&gt; inches;</a:t>
            </a:r>
          </a:p>
          <a:p>
            <a:pPr marL="0" indent="0" algn="l">
              <a:buNone/>
            </a:pPr>
            <a:endParaRPr lang="en-GB" sz="1800" dirty="0">
              <a:solidFill>
                <a:srgbClr val="231F20"/>
              </a:solidFill>
              <a:latin typeface="AdvTT825c8005"/>
            </a:endParaRPr>
          </a:p>
          <a:p>
            <a:pPr algn="l"/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This statement first stores the number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23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into the variable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feet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and then the number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7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into the variable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inches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95064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B6EF5-AD98-478E-AB2A-4408E853E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Increment and Decrement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D6463D-8874-418C-9BD4-6817F7C334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Pre-increment: ++variable</a:t>
            </a:r>
          </a:p>
          <a:p>
            <a:r>
              <a:rPr lang="en-GB" dirty="0"/>
              <a:t>Post-increment: variable++</a:t>
            </a:r>
          </a:p>
          <a:p>
            <a:r>
              <a:rPr lang="en-GB" dirty="0"/>
              <a:t>Pre-decrement: </a:t>
            </a:r>
            <a:r>
              <a:rPr lang="en-US" altLang="en-US" dirty="0">
                <a:latin typeface="Courier New" panose="02070309020205020404" pitchFamily="49" charset="0"/>
              </a:rPr>
              <a:t>--</a:t>
            </a:r>
            <a:r>
              <a:rPr lang="en-GB" dirty="0"/>
              <a:t>variable</a:t>
            </a:r>
          </a:p>
          <a:p>
            <a:r>
              <a:rPr lang="en-GB" dirty="0"/>
              <a:t>Post-decrement: variable</a:t>
            </a:r>
            <a:r>
              <a:rPr lang="en-US" altLang="en-US" dirty="0">
                <a:latin typeface="Courier New" panose="02070309020205020404" pitchFamily="49" charset="0"/>
              </a:rPr>
              <a:t>--</a:t>
            </a:r>
            <a:endParaRPr lang="en-GB" dirty="0"/>
          </a:p>
          <a:p>
            <a:r>
              <a:rPr lang="en-US" altLang="en-US" dirty="0"/>
              <a:t>What is the difference between the following?</a:t>
            </a:r>
          </a:p>
          <a:p>
            <a:pPr marL="0" indent="0" eaLnBrk="1" hangingPunct="1"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x = 10;					 x = 10; 			</a:t>
            </a:r>
          </a:p>
          <a:p>
            <a:pPr marL="0" indent="0">
              <a:buNone/>
            </a:pPr>
            <a:r>
              <a:rPr lang="en-US" altLang="en-US" sz="2800" dirty="0">
                <a:latin typeface="Courier New" panose="02070309020205020404" pitchFamily="49" charset="0"/>
              </a:rPr>
              <a:t>y = ++x;					 y = x++;</a:t>
            </a:r>
          </a:p>
          <a:p>
            <a:pPr marL="0" indent="0" eaLnBrk="1" hangingPunct="1">
              <a:buNone/>
            </a:pPr>
            <a:endParaRPr lang="en-US" altLang="en-US" sz="2800" dirty="0">
              <a:latin typeface="Courier New" panose="02070309020205020404" pitchFamily="49" charset="0"/>
            </a:endParaRP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AE76EB-1C6D-39AD-8103-D77DB06C7309}"/>
                  </a:ext>
                </a:extLst>
              </p14:cNvPr>
              <p14:cNvContentPartPr/>
              <p14:nvPr/>
            </p14:nvContentPartPr>
            <p14:xfrm>
              <a:off x="882998" y="2077216"/>
              <a:ext cx="4215600" cy="220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AE76EB-1C6D-39AD-8103-D77DB06C73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998" y="1969576"/>
                <a:ext cx="4323240" cy="43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D41FB44-8344-0DDF-BFDF-A70E9F0E6A0D}"/>
                  </a:ext>
                </a:extLst>
              </p14:cNvPr>
              <p14:cNvContentPartPr/>
              <p14:nvPr/>
            </p14:nvContentPartPr>
            <p14:xfrm>
              <a:off x="924758" y="2493016"/>
              <a:ext cx="3545280" cy="104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D41FB44-8344-0DDF-BFDF-A70E9F0E6A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0758" y="2385016"/>
                <a:ext cx="365292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BF5590-DB2D-A829-76CC-941761F73B0C}"/>
                  </a:ext>
                </a:extLst>
              </p14:cNvPr>
              <p14:cNvContentPartPr/>
              <p14:nvPr/>
            </p14:nvContentPartPr>
            <p14:xfrm>
              <a:off x="1080278" y="3656176"/>
              <a:ext cx="4249800" cy="147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BF5590-DB2D-A829-76CC-941761F73B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26638" y="3548536"/>
                <a:ext cx="435744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EF0A58-8E50-5649-6CB8-DFB1023CA5AB}"/>
                  </a:ext>
                </a:extLst>
              </p14:cNvPr>
              <p14:cNvContentPartPr/>
              <p14:nvPr/>
            </p14:nvContentPartPr>
            <p14:xfrm>
              <a:off x="987038" y="3012136"/>
              <a:ext cx="4105800" cy="543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EF0A58-8E50-5649-6CB8-DFB1023CA5A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3398" y="2904496"/>
                <a:ext cx="4213440" cy="27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7486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C162-24FF-4D40-BB16-5DF7D2DAE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8E324-E9FA-467D-A14A-3496923DAC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53284"/>
          </a:xfrm>
        </p:spPr>
        <p:txBody>
          <a:bodyPr/>
          <a:lstStyle/>
          <a:p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expression or manipulator &lt;&lt; expression or manipulator...;</a:t>
            </a:r>
          </a:p>
          <a:p>
            <a:pPr lvl="1"/>
            <a:r>
              <a:rPr lang="en-GB" sz="140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400" dirty="0">
                <a:solidFill>
                  <a:srgbClr val="231F20"/>
                </a:solidFill>
                <a:latin typeface="AdvTT825c8005"/>
              </a:rPr>
              <a:t>  manipulator  causes the insertion point to move to the beginning of the next line.</a:t>
            </a:r>
          </a:p>
          <a:p>
            <a:endParaRPr lang="en-GB" sz="1400" dirty="0">
              <a:solidFill>
                <a:srgbClr val="231F20"/>
              </a:solidFill>
              <a:latin typeface="AdvTT825c8005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87A61-754F-43B3-A769-AFF6068C8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34" y="3419764"/>
            <a:ext cx="5695950" cy="145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691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FAC45-B379-4ABA-8F00-4157459F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Commonly Used Escape Sequences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CBCFEF-E98C-497A-939A-7ABB7FD20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89" y="1777566"/>
            <a:ext cx="7772401" cy="425581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445A7E-D58F-2F4E-8C24-18FE8BD8280A}"/>
                  </a:ext>
                </a:extLst>
              </p14:cNvPr>
              <p14:cNvContentPartPr/>
              <p14:nvPr/>
            </p14:nvContentPartPr>
            <p14:xfrm>
              <a:off x="1319318" y="2742136"/>
              <a:ext cx="6442200" cy="106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445A7E-D58F-2F4E-8C24-18FE8BD8280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5678" y="2634136"/>
                <a:ext cx="654984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38095B-D222-D744-7136-4B460AC01B8A}"/>
                  </a:ext>
                </a:extLst>
              </p14:cNvPr>
              <p14:cNvContentPartPr/>
              <p14:nvPr/>
            </p14:nvContentPartPr>
            <p14:xfrm>
              <a:off x="1631078" y="3458896"/>
              <a:ext cx="5658840" cy="406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38095B-D222-D744-7136-4B460AC01B8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77438" y="3350896"/>
                <a:ext cx="5766480" cy="62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EC03808-6AC3-EEE0-D685-1064668C4B64}"/>
                  </a:ext>
                </a:extLst>
              </p14:cNvPr>
              <p14:cNvContentPartPr/>
              <p14:nvPr/>
            </p14:nvContentPartPr>
            <p14:xfrm>
              <a:off x="2026358" y="3760936"/>
              <a:ext cx="2131560" cy="327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EC03808-6AC3-EEE0-D685-1064668C4B6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72358" y="3652936"/>
                <a:ext cx="22392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C4DE48-75BE-8743-D3E4-40DA37A76496}"/>
                  </a:ext>
                </a:extLst>
              </p14:cNvPr>
              <p14:cNvContentPartPr/>
              <p14:nvPr/>
            </p14:nvContentPartPr>
            <p14:xfrm>
              <a:off x="1537838" y="3294016"/>
              <a:ext cx="5974560" cy="177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C4DE48-75BE-8743-D3E4-40DA37A7649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84198" y="3186016"/>
                <a:ext cx="608220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060811C-FCDC-05DC-0E4C-0B528A02F748}"/>
                  </a:ext>
                </a:extLst>
              </p14:cNvPr>
              <p14:cNvContentPartPr/>
              <p14:nvPr/>
            </p14:nvContentPartPr>
            <p14:xfrm>
              <a:off x="1537838" y="4051456"/>
              <a:ext cx="7288920" cy="324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060811C-FCDC-05DC-0E4C-0B528A02F74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84198" y="3943456"/>
                <a:ext cx="7396560" cy="54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0E12667-108D-ABE2-06A9-4B409F0270FC}"/>
                  </a:ext>
                </a:extLst>
              </p14:cNvPr>
              <p14:cNvContentPartPr/>
              <p14:nvPr/>
            </p14:nvContentPartPr>
            <p14:xfrm>
              <a:off x="1475558" y="4787656"/>
              <a:ext cx="5020200" cy="107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0E12667-108D-ABE2-06A9-4B409F0270FC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421558" y="4680016"/>
                <a:ext cx="5127840" cy="32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1146E1-D4E7-BAEC-D567-AB3B19066613}"/>
                  </a:ext>
                </a:extLst>
              </p14:cNvPr>
              <p14:cNvContentPartPr/>
              <p14:nvPr/>
            </p14:nvContentPartPr>
            <p14:xfrm>
              <a:off x="1423358" y="5194096"/>
              <a:ext cx="5582160" cy="15840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1146E1-D4E7-BAEC-D567-AB3B1906661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69718" y="5086456"/>
                <a:ext cx="568980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1662199-1BDB-4743-7061-9441FD7FA3F3}"/>
                  </a:ext>
                </a:extLst>
              </p14:cNvPr>
              <p14:cNvContentPartPr/>
              <p14:nvPr/>
            </p14:nvContentPartPr>
            <p14:xfrm>
              <a:off x="1654118" y="5752096"/>
              <a:ext cx="5895360" cy="22428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1662199-1BDB-4743-7061-9441FD7FA3F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600478" y="5644096"/>
                <a:ext cx="6003000" cy="43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E72AA578-229B-FAE9-7210-338941CF9C54}"/>
              </a:ext>
            </a:extLst>
          </p:cNvPr>
          <p:cNvGrpSpPr/>
          <p:nvPr/>
        </p:nvGrpSpPr>
        <p:grpSpPr>
          <a:xfrm>
            <a:off x="8748638" y="513376"/>
            <a:ext cx="1238040" cy="883800"/>
            <a:chOff x="8748638" y="513376"/>
            <a:chExt cx="1238040" cy="88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3B0372-AD4F-6A83-36A4-C7F71557EA5B}"/>
                    </a:ext>
                  </a:extLst>
                </p14:cNvPr>
                <p14:cNvContentPartPr/>
                <p14:nvPr/>
              </p14:nvContentPartPr>
              <p14:xfrm>
                <a:off x="8748638" y="513376"/>
                <a:ext cx="388800" cy="644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3B0372-AD4F-6A83-36A4-C7F71557EA5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730998" y="495736"/>
                  <a:ext cx="424440" cy="67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CBA0D4E-3974-5ED3-A4CD-A31E4C5B63F0}"/>
                    </a:ext>
                  </a:extLst>
                </p14:cNvPr>
                <p14:cNvContentPartPr/>
                <p14:nvPr/>
              </p14:nvContentPartPr>
              <p14:xfrm>
                <a:off x="9123038" y="1184416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CBA0D4E-3974-5ED3-A4CD-A31E4C5B63F0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105038" y="116677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3B3A7B-E24C-073A-56D9-E9F2951A7494}"/>
                    </a:ext>
                  </a:extLst>
                </p14:cNvPr>
                <p14:cNvContentPartPr/>
                <p14:nvPr/>
              </p14:nvContentPartPr>
              <p14:xfrm>
                <a:off x="9268838" y="862576"/>
                <a:ext cx="360" cy="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3B3A7B-E24C-073A-56D9-E9F2951A749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50838" y="844576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1A329C0-E1D7-9942-D688-9DAE4C65FCAC}"/>
                    </a:ext>
                  </a:extLst>
                </p14:cNvPr>
                <p14:cNvContentPartPr/>
                <p14:nvPr/>
              </p14:nvContentPartPr>
              <p14:xfrm>
                <a:off x="9154358" y="758536"/>
                <a:ext cx="116280" cy="585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1A329C0-E1D7-9942-D688-9DAE4C65FC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136718" y="740536"/>
                  <a:ext cx="1519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9CD71A1-25BA-3F2B-B598-2D08BA9EEA01}"/>
                    </a:ext>
                  </a:extLst>
                </p14:cNvPr>
                <p14:cNvContentPartPr/>
                <p14:nvPr/>
              </p14:nvContentPartPr>
              <p14:xfrm>
                <a:off x="9351638" y="581776"/>
                <a:ext cx="16920" cy="12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9CD71A1-25BA-3F2B-B598-2D08BA9EEA0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333638" y="563776"/>
                  <a:ext cx="525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3AB044-6873-E1EC-B834-70E18FB6825E}"/>
                    </a:ext>
                  </a:extLst>
                </p14:cNvPr>
                <p14:cNvContentPartPr/>
                <p14:nvPr/>
              </p14:nvContentPartPr>
              <p14:xfrm>
                <a:off x="9569438" y="799936"/>
                <a:ext cx="417240" cy="597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3AB044-6873-E1EC-B834-70E18FB6825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51438" y="782296"/>
                  <a:ext cx="452880" cy="632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80780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5B59-2100-48C6-97E8-A76D37F1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501-58A8-4890-808D-0CEA567FAC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"Hello there.\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nMy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name is James.";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or: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"Hello there.";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"\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nMy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name is James.";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or: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"Hello there.";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"My name is James.";</a:t>
            </a:r>
          </a:p>
          <a:p>
            <a:pPr marL="0" indent="0" algn="l">
              <a:buNone/>
            </a:pPr>
            <a:endParaRPr lang="en-GB" sz="1800" b="0" i="0" u="none" strike="noStrike" baseline="0" dirty="0">
              <a:solidFill>
                <a:srgbClr val="231F20"/>
              </a:solidFill>
              <a:latin typeface="AdvP800D"/>
            </a:endParaRP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In each case, the output of the statements is: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Hello there.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My name is James.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288621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5586E-29C5-4A07-A420-3407C209B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B340E-5802-498C-A012-810A19782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The output of the C++ statements: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"Count...\n....1\n.....2\n......3";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or: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"Count..."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"....1"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endParaRPr lang="en-GB" sz="1800" b="0" i="0" u="none" strike="noStrike" baseline="0" dirty="0">
              <a:solidFill>
                <a:srgbClr val="231F20"/>
              </a:solidFill>
              <a:latin typeface="AdvTT825c8005"/>
            </a:endParaRP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 ".....2"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"......3";</a:t>
            </a:r>
          </a:p>
          <a:p>
            <a:pPr marL="0" indent="0" algn="l">
              <a:buNone/>
            </a:pPr>
            <a:endParaRPr lang="en-GB" sz="1800" b="0" i="0" u="none" strike="noStrike" baseline="0" dirty="0">
              <a:solidFill>
                <a:srgbClr val="231F20"/>
              </a:solidFill>
              <a:latin typeface="AdvP800D"/>
            </a:endParaRP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is: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Count...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....1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.....2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......3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03741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3738D-D849-41E3-A139-1904A3964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0FE54-DE29-4645-B9C1-F90155B5F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The output of the statement: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"The string \"Sunny\" contains five characters."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endParaRPr lang="en-GB" sz="1800" b="0" i="0" u="none" strike="noStrike" baseline="0" dirty="0">
              <a:solidFill>
                <a:srgbClr val="231F20"/>
              </a:solidFill>
              <a:latin typeface="AdvP800D"/>
            </a:endParaRP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is: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The string "Sunny" contains five characters.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557579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AB61-4244-4089-875E-31AFCA023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Preprocessor</a:t>
            </a:r>
            <a:r>
              <a:rPr lang="en-GB" dirty="0"/>
              <a:t> Directives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1A8584-A727-48D0-B15B-BBF74B08C6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The general syntax to include a header file (provided by the IDE) in a C++ program is: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	#include </a:t>
            </a:r>
            <a:r>
              <a:rPr lang="en-GB" sz="1800" b="0" i="0" u="none" strike="noStrike" baseline="0" dirty="0">
                <a:solidFill>
                  <a:srgbClr val="638EAF"/>
                </a:solidFill>
                <a:latin typeface="AdvTT825c8005"/>
              </a:rPr>
              <a:t>&lt;</a:t>
            </a:r>
            <a:r>
              <a:rPr lang="en-GB" sz="1800" b="0" i="0" u="none" strike="noStrike" baseline="0" dirty="0" err="1">
                <a:solidFill>
                  <a:srgbClr val="638EAF"/>
                </a:solidFill>
                <a:latin typeface="AdvTT825c8005"/>
              </a:rPr>
              <a:t>headerFileName</a:t>
            </a:r>
            <a:r>
              <a:rPr lang="en-GB" sz="1800" b="0" i="0" u="none" strike="noStrike" baseline="0" dirty="0">
                <a:solidFill>
                  <a:srgbClr val="638EAF"/>
                </a:solidFill>
                <a:latin typeface="AdvTT825c8005"/>
              </a:rPr>
              <a:t>&gt;</a:t>
            </a:r>
          </a:p>
          <a:p>
            <a:pPr algn="l"/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For example, the following statement includes the header file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iostream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in a C++ program: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	#include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&lt;iostream&gt;</a:t>
            </a:r>
          </a:p>
          <a:p>
            <a:pPr marL="0" indent="0" algn="l">
              <a:buNone/>
            </a:pPr>
            <a:endParaRPr lang="en-GB" sz="1800" dirty="0">
              <a:solidFill>
                <a:srgbClr val="231F20"/>
              </a:solidFill>
              <a:latin typeface="AdvTT825c8005"/>
            </a:endParaRPr>
          </a:p>
          <a:p>
            <a:pPr marL="0" indent="0" algn="l">
              <a:buNone/>
            </a:pPr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E68FD9E-770D-83DB-05CB-6FE2CF19F520}"/>
                  </a:ext>
                </a:extLst>
              </p14:cNvPr>
              <p14:cNvContentPartPr/>
              <p14:nvPr/>
            </p14:nvContentPartPr>
            <p14:xfrm>
              <a:off x="1204838" y="1276936"/>
              <a:ext cx="3576960" cy="105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E68FD9E-770D-83DB-05CB-6FE2CF19F5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87198" y="1259296"/>
                <a:ext cx="3612600" cy="14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199218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D78A5-5A85-4E1A-8086-EB6B4FAF5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0" i="0" u="none" strike="noStrike" baseline="0" dirty="0">
                <a:solidFill>
                  <a:srgbClr val="638EAF"/>
                </a:solidFill>
                <a:latin typeface="AdvTT0688bc49.B"/>
              </a:rPr>
              <a:t>namespace</a:t>
            </a:r>
            <a:endParaRPr lang="en-GB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9C36-0048-4316-BEC1-A6EF36D2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GB" sz="2400" b="0" i="0" u="none" strike="noStrike" baseline="0" dirty="0">
                <a:solidFill>
                  <a:srgbClr val="231F20"/>
                </a:solidFill>
                <a:latin typeface="AdvP800D"/>
              </a:rPr>
              <a:t>There are several ways you can use an identifier declared in the namespace </a:t>
            </a:r>
            <a:r>
              <a:rPr lang="en-GB" sz="2400" b="0" i="0" u="none" strike="noStrike" baseline="0" dirty="0">
                <a:solidFill>
                  <a:srgbClr val="231F20"/>
                </a:solidFill>
                <a:latin typeface="AdvTT825c8005"/>
              </a:rPr>
              <a:t>std</a:t>
            </a:r>
            <a:r>
              <a:rPr lang="en-GB" sz="2400" b="0" i="0" u="none" strike="noStrike" baseline="0" dirty="0">
                <a:solidFill>
                  <a:srgbClr val="231F20"/>
                </a:solidFill>
                <a:latin typeface="AdvP800D"/>
              </a:rPr>
              <a:t>. </a:t>
            </a:r>
          </a:p>
          <a:p>
            <a:pPr lvl="1"/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One way to use 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and 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is to refer to them as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std::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and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std::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throughout the program.</a:t>
            </a:r>
          </a:p>
          <a:p>
            <a:pPr lvl="1"/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Another option is to include the following statement in your program:</a:t>
            </a:r>
          </a:p>
          <a:p>
            <a:pPr marL="457200" lvl="1" indent="0">
              <a:buNone/>
            </a:pPr>
            <a:r>
              <a:rPr lang="en-GB" b="0" i="0" u="none" strike="noStrike" baseline="0" dirty="0">
                <a:solidFill>
                  <a:srgbClr val="638EAF"/>
                </a:solidFill>
                <a:latin typeface="AdvTT0688bc49.B"/>
              </a:rPr>
              <a:t>	using namespace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std;</a:t>
            </a:r>
          </a:p>
          <a:p>
            <a:pPr marL="457200" lvl="1" indent="0">
              <a:buNone/>
            </a:pP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You can then refer to 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and </a:t>
            </a:r>
            <a:r>
              <a:rPr lang="en-GB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without using the prefix 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TT825c8005"/>
              </a:rPr>
              <a:t>std::</a:t>
            </a:r>
            <a:r>
              <a:rPr lang="en-GB" b="0" i="0" u="none" strike="noStrike" baseline="0" dirty="0">
                <a:solidFill>
                  <a:srgbClr val="231F20"/>
                </a:solidFill>
                <a:latin typeface="AdvP800D"/>
              </a:rPr>
              <a:t>.</a:t>
            </a:r>
            <a:endParaRPr lang="en-GB" sz="4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01D4180-2220-6250-EF46-AA3C4C4606C3}"/>
                  </a:ext>
                </a:extLst>
              </p14:cNvPr>
              <p14:cNvContentPartPr/>
              <p14:nvPr/>
            </p14:nvContentPartPr>
            <p14:xfrm>
              <a:off x="1039238" y="1329136"/>
              <a:ext cx="1726200" cy="167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01D4180-2220-6250-EF46-AA3C4C460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1238" y="1311496"/>
                <a:ext cx="1761840" cy="20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7125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B7AC1-3A6B-48E9-8A56-98D104A34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EFAAE-150B-443C-8D5F-A5ADDC5D0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 use the </a:t>
            </a:r>
            <a:r>
              <a:rPr lang="en-US" altLang="en-US" dirty="0">
                <a:latin typeface="Courier New" panose="02070309020205020404" pitchFamily="49" charset="0"/>
              </a:rPr>
              <a:t>string</a:t>
            </a:r>
            <a:r>
              <a:rPr lang="en-US" altLang="en-US" dirty="0"/>
              <a:t> type, Include the following preprocessor directive:</a:t>
            </a:r>
          </a:p>
          <a:p>
            <a:pPr eaLnBrk="1" hangingPunct="1">
              <a:buFontTx/>
              <a:buNone/>
            </a:pPr>
            <a:r>
              <a:rPr lang="en-US" altLang="en-US" dirty="0">
                <a:solidFill>
                  <a:srgbClr val="3333FF"/>
                </a:solidFill>
                <a:latin typeface="Courier New" panose="02070309020205020404" pitchFamily="49" charset="0"/>
              </a:rPr>
              <a:t>	#include  </a:t>
            </a:r>
            <a:r>
              <a:rPr lang="en-US" altLang="en-US" dirty="0">
                <a:latin typeface="Courier New" panose="02070309020205020404" pitchFamily="49" charset="0"/>
              </a:rPr>
              <a:t>&lt;string&gt;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4389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B71B-9E5B-4532-945E-54FF15D28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a C++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12204F-F335-4E7D-B90E-C85972783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The syntax of the function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69C5"/>
              </a:rPr>
              <a:t>main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has the following form: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main()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7cf261fb"/>
              </a:rPr>
              <a:t>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statement_1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.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.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.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statement_n</a:t>
            </a:r>
            <a:endParaRPr lang="en-GB" sz="1800" b="0" i="0" u="none" strike="noStrike" baseline="0" dirty="0">
              <a:solidFill>
                <a:srgbClr val="231F20"/>
              </a:solidFill>
              <a:latin typeface="AdvTT825c8005"/>
            </a:endParaRP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return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0;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7cf261fb"/>
              </a:rPr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8991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8D211-FF22-459F-8519-5462A71B9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0" i="0" u="none" strike="noStrike" baseline="0" dirty="0">
                <a:solidFill>
                  <a:srgbClr val="231F20"/>
                </a:solidFill>
                <a:latin typeface="AdvP800D"/>
              </a:rPr>
              <a:t>function </a:t>
            </a:r>
            <a:r>
              <a:rPr lang="en-GB" sz="4400" b="0" i="0" u="none" strike="noStrike" baseline="0" dirty="0">
                <a:solidFill>
                  <a:srgbClr val="231F20"/>
                </a:solidFill>
                <a:latin typeface="AdvTT825c8005"/>
              </a:rPr>
              <a:t>main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4F14C-D90F-42F6-B4E0-86A16B34D2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891" y="1690688"/>
            <a:ext cx="10515600" cy="4351338"/>
          </a:xfrm>
        </p:spPr>
        <p:txBody>
          <a:bodyPr/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The body of the function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main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contains two types of statements:</a:t>
            </a:r>
          </a:p>
          <a:p>
            <a:pPr algn="l"/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Declaration statements</a:t>
            </a:r>
          </a:p>
          <a:p>
            <a:pPr marL="457200" lvl="1" indent="0">
              <a:buNone/>
            </a:pPr>
            <a:r>
              <a:rPr lang="en-GB" sz="20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2000" b="0" i="0" u="none" strike="noStrike" baseline="0" dirty="0">
                <a:solidFill>
                  <a:srgbClr val="231F20"/>
                </a:solidFill>
                <a:latin typeface="AdvTT825c8005"/>
              </a:rPr>
              <a:t>a, b, c;</a:t>
            </a:r>
          </a:p>
          <a:p>
            <a:pPr marL="457200" lvl="1" indent="0">
              <a:buNone/>
            </a:pPr>
            <a:r>
              <a:rPr lang="en-GB" sz="2000" b="0" i="0" u="none" strike="noStrike" baseline="0" dirty="0">
                <a:solidFill>
                  <a:srgbClr val="638EAF"/>
                </a:solidFill>
                <a:latin typeface="AdvTT0688bc49.B"/>
              </a:rPr>
              <a:t>double </a:t>
            </a:r>
            <a:r>
              <a:rPr lang="en-GB" sz="2000" b="0" i="0" u="none" strike="noStrike" baseline="0" dirty="0">
                <a:solidFill>
                  <a:srgbClr val="231F20"/>
                </a:solidFill>
                <a:latin typeface="AdvTT825c8005"/>
              </a:rPr>
              <a:t>x, y;</a:t>
            </a:r>
            <a:endParaRPr lang="en-GB" sz="2000" b="0" i="0" u="none" strike="noStrike" baseline="0" dirty="0">
              <a:solidFill>
                <a:srgbClr val="231F20"/>
              </a:solidFill>
              <a:latin typeface="AdvP800D"/>
            </a:endParaRPr>
          </a:p>
          <a:p>
            <a:pPr algn="l"/>
            <a:r>
              <a:rPr lang="en-GB" sz="1800" b="0" i="0" u="none" strike="noStrike" baseline="0" dirty="0">
                <a:solidFill>
                  <a:srgbClr val="231F20"/>
                </a:solidFill>
                <a:latin typeface="AdvP800D"/>
              </a:rPr>
              <a:t>Executable statements</a:t>
            </a:r>
          </a:p>
          <a:p>
            <a:pPr marL="457200" lvl="1" indent="0">
              <a:buNone/>
            </a:pPr>
            <a:r>
              <a:rPr lang="en-GB" sz="1600" b="0" i="0" u="none" strike="noStrike" baseline="0" dirty="0">
                <a:solidFill>
                  <a:srgbClr val="231F20"/>
                </a:solidFill>
                <a:latin typeface="AdvTT825c8005"/>
              </a:rPr>
              <a:t>a = 4;			     </a:t>
            </a:r>
            <a:r>
              <a:rPr lang="en-GB" sz="1600" b="0" i="0" u="none" strike="noStrike" baseline="0" dirty="0">
                <a:solidFill>
                  <a:srgbClr val="00A87E"/>
                </a:solidFill>
                <a:latin typeface="AdvTT0688bc49.B"/>
              </a:rPr>
              <a:t>//assignment statement</a:t>
            </a:r>
          </a:p>
          <a:p>
            <a:pPr marL="457200" lvl="1" indent="0">
              <a:buNone/>
            </a:pPr>
            <a:r>
              <a:rPr lang="en-GB" sz="16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600" b="0" i="0" u="none" strike="noStrike" baseline="0" dirty="0">
                <a:solidFill>
                  <a:srgbClr val="231F20"/>
                </a:solidFill>
                <a:latin typeface="AdvTT825c8005"/>
              </a:rPr>
              <a:t> &gt;&gt; b; 		    </a:t>
            </a:r>
            <a:r>
              <a:rPr lang="en-GB" sz="1600" b="0" i="0" u="none" strike="noStrike" baseline="0" dirty="0">
                <a:solidFill>
                  <a:srgbClr val="00A87E"/>
                </a:solidFill>
                <a:latin typeface="AdvTT0688bc49.B"/>
              </a:rPr>
              <a:t>//input statement</a:t>
            </a:r>
          </a:p>
          <a:p>
            <a:pPr marL="457200" lvl="1" indent="0">
              <a:buNone/>
            </a:pPr>
            <a:r>
              <a:rPr lang="en-GB" sz="16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600" b="0" i="0" u="none" strike="noStrike" baseline="0" dirty="0">
                <a:solidFill>
                  <a:srgbClr val="231F20"/>
                </a:solidFill>
                <a:latin typeface="AdvTT825c8005"/>
              </a:rPr>
              <a:t> &lt;&lt; a &lt;&lt; " " &lt;&lt; b &lt;&lt; </a:t>
            </a:r>
            <a:r>
              <a:rPr lang="en-GB" sz="16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600" b="0" i="0" u="none" strike="noStrike" baseline="0" dirty="0">
                <a:solidFill>
                  <a:srgbClr val="231F20"/>
                </a:solidFill>
                <a:latin typeface="AdvTT825c8005"/>
              </a:rPr>
              <a:t>;  </a:t>
            </a:r>
            <a:r>
              <a:rPr lang="en-GB" sz="1600" b="0" i="0" u="none" strike="noStrike" baseline="0" dirty="0">
                <a:solidFill>
                  <a:srgbClr val="00A87E"/>
                </a:solidFill>
                <a:latin typeface="AdvTT0688bc49.B"/>
              </a:rPr>
              <a:t>//output statement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5808859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B110-27ED-46F8-AAC0-016E4DA05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Debugging: Understanding and Fixing Syntax</a:t>
            </a:r>
            <a:br>
              <a:rPr lang="en-GB" dirty="0"/>
            </a:br>
            <a:r>
              <a:rPr lang="en-GB" dirty="0"/>
              <a:t>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2C817-D21A-4DE0-8AB9-6A6382C7D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1. </a:t>
            </a:r>
            <a:r>
              <a:rPr lang="en-GB" sz="1400" b="0" i="0" u="none" strike="noStrike" baseline="0" dirty="0">
                <a:solidFill>
                  <a:srgbClr val="638EAF"/>
                </a:solidFill>
                <a:latin typeface="AdvTT0688bc49.B"/>
              </a:rPr>
              <a:t>#include </a:t>
            </a:r>
            <a:r>
              <a:rPr lang="en-GB" sz="1400" b="0" i="0" u="none" strike="noStrike" baseline="0" dirty="0">
                <a:solidFill>
                  <a:srgbClr val="231F20"/>
                </a:solidFill>
                <a:latin typeface="AdvTT825c8005"/>
              </a:rPr>
              <a:t>&lt;iostream&gt;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2.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3. </a:t>
            </a:r>
            <a:r>
              <a:rPr lang="en-GB" sz="1400" b="0" i="0" u="none" strike="noStrike" baseline="0" dirty="0">
                <a:solidFill>
                  <a:srgbClr val="638EAF"/>
                </a:solidFill>
                <a:latin typeface="AdvTT0688bc49.B"/>
              </a:rPr>
              <a:t>using namespace </a:t>
            </a:r>
            <a:r>
              <a:rPr lang="en-GB" sz="1400" b="0" i="0" u="none" strike="noStrike" baseline="0" dirty="0">
                <a:solidFill>
                  <a:srgbClr val="231F20"/>
                </a:solidFill>
                <a:latin typeface="AdvTT825c8005"/>
              </a:rPr>
              <a:t>std;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4.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5. </a:t>
            </a:r>
            <a:r>
              <a:rPr lang="en-GB" sz="14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400" b="0" i="0" u="none" strike="noStrike" baseline="0" dirty="0">
                <a:solidFill>
                  <a:srgbClr val="231F20"/>
                </a:solidFill>
                <a:latin typeface="AdvTT825c8005"/>
              </a:rPr>
              <a:t>main()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6. </a:t>
            </a:r>
            <a:r>
              <a:rPr lang="en-GB" sz="1400" b="0" i="0" u="none" strike="noStrike" baseline="0" dirty="0">
                <a:solidFill>
                  <a:srgbClr val="231F20"/>
                </a:solidFill>
                <a:latin typeface="AdvTT7cf261fb"/>
              </a:rPr>
              <a:t>{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highlight>
                  <a:srgbClr val="FFFF00"/>
                </a:highlight>
                <a:latin typeface="AdvP800D"/>
              </a:rPr>
              <a:t>7. </a:t>
            </a:r>
            <a:r>
              <a:rPr lang="en-GB" sz="1400" b="0" i="0" u="none" strike="noStrike" baseline="0" dirty="0">
                <a:solidFill>
                  <a:srgbClr val="638EAF"/>
                </a:solidFill>
                <a:highlight>
                  <a:srgbClr val="FFFF00"/>
                </a:highlight>
                <a:latin typeface="AdvTT0688bc49.B"/>
              </a:rPr>
              <a:t>int </a:t>
            </a:r>
            <a:r>
              <a:rPr lang="en-GB" sz="1400" b="0" i="0" u="none" strike="noStrike" baseline="0" dirty="0" err="1">
                <a:solidFill>
                  <a:srgbClr val="231F20"/>
                </a:solidFill>
                <a:highlight>
                  <a:srgbClr val="FFFF00"/>
                </a:highlight>
                <a:latin typeface="AdvTT825c8005"/>
              </a:rPr>
              <a:t>num</a:t>
            </a:r>
            <a:endParaRPr lang="en-GB" sz="1400" b="0" i="0" u="none" strike="noStrike" baseline="0" dirty="0">
              <a:solidFill>
                <a:srgbClr val="231F20"/>
              </a:solidFill>
              <a:highlight>
                <a:srgbClr val="FFFF00"/>
              </a:highlight>
              <a:latin typeface="AdvTT825c8005"/>
            </a:endParaRP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8.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9. </a:t>
            </a:r>
            <a:r>
              <a:rPr lang="en-GB" sz="14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400" b="0" i="0" u="none" strike="noStrike" baseline="0" dirty="0">
                <a:solidFill>
                  <a:srgbClr val="231F20"/>
                </a:solidFill>
                <a:latin typeface="AdvTT825c8005"/>
              </a:rPr>
              <a:t> = 18;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10.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highlight>
                  <a:srgbClr val="FFFF00"/>
                </a:highlight>
                <a:latin typeface="AdvP800D"/>
              </a:rPr>
              <a:t>11. </a:t>
            </a:r>
            <a:r>
              <a:rPr lang="en-GB" sz="1400" b="0" i="0" u="none" strike="noStrike" baseline="0" dirty="0" err="1">
                <a:solidFill>
                  <a:srgbClr val="231F20"/>
                </a:solidFill>
                <a:highlight>
                  <a:srgbClr val="FFFF00"/>
                </a:highlight>
                <a:latin typeface="AdvTT825c8005"/>
              </a:rPr>
              <a:t>tempNum</a:t>
            </a:r>
            <a:r>
              <a:rPr lang="en-GB" sz="1400" b="0" i="0" u="none" strike="noStrike" baseline="0" dirty="0">
                <a:solidFill>
                  <a:srgbClr val="231F20"/>
                </a:solidFill>
                <a:highlight>
                  <a:srgbClr val="FFFF00"/>
                </a:highlight>
                <a:latin typeface="AdvTT825c8005"/>
              </a:rPr>
              <a:t> = 2 * </a:t>
            </a:r>
            <a:r>
              <a:rPr lang="en-GB" sz="1400" b="0" i="0" u="none" strike="noStrike" baseline="0" dirty="0" err="1">
                <a:solidFill>
                  <a:srgbClr val="231F20"/>
                </a:solidFill>
                <a:highlight>
                  <a:srgbClr val="FFFF00"/>
                </a:highlight>
                <a:latin typeface="AdvTT825c8005"/>
              </a:rPr>
              <a:t>num</a:t>
            </a:r>
            <a:r>
              <a:rPr lang="en-GB" sz="1400" b="0" i="0" u="none" strike="noStrike" baseline="0" dirty="0">
                <a:solidFill>
                  <a:srgbClr val="231F20"/>
                </a:solidFill>
                <a:highlight>
                  <a:srgbClr val="FFFF00"/>
                </a:highlight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12.</a:t>
            </a:r>
          </a:p>
          <a:p>
            <a:pPr marL="0" indent="0" algn="l">
              <a:buNone/>
            </a:pPr>
            <a:r>
              <a:rPr lang="pt-BR" sz="1400" b="0" i="0" u="none" strike="noStrike" baseline="0" dirty="0">
                <a:solidFill>
                  <a:srgbClr val="231F20"/>
                </a:solidFill>
                <a:latin typeface="AdvP800D"/>
              </a:rPr>
              <a:t>13. </a:t>
            </a:r>
            <a:r>
              <a:rPr lang="pt-BR" sz="1400" b="0" i="0" u="none" strike="noStrike" baseline="0" dirty="0">
                <a:solidFill>
                  <a:srgbClr val="231F20"/>
                </a:solidFill>
                <a:latin typeface="AdvTT825c8005"/>
              </a:rPr>
              <a:t>cout &lt;&lt; "Num = " &lt;&lt; num &lt;&lt; ", tempNum = " </a:t>
            </a:r>
            <a:r>
              <a:rPr lang="pt-BR" sz="1400" b="0" i="0" u="none" strike="noStrike" baseline="0" dirty="0">
                <a:solidFill>
                  <a:srgbClr val="231F20"/>
                </a:solidFill>
                <a:highlight>
                  <a:srgbClr val="FFFF00"/>
                </a:highlight>
                <a:latin typeface="AdvTT825c8005"/>
              </a:rPr>
              <a:t>&lt; </a:t>
            </a:r>
            <a:r>
              <a:rPr lang="pt-BR" sz="1400" b="0" i="0" u="none" strike="noStrike" baseline="0" dirty="0">
                <a:solidFill>
                  <a:srgbClr val="231F20"/>
                </a:solidFill>
                <a:latin typeface="AdvTT825c8005"/>
              </a:rPr>
              <a:t>tempNum &lt;&lt; endl;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14.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15. </a:t>
            </a:r>
            <a:r>
              <a:rPr lang="en-GB" sz="1400" b="0" i="0" u="none" strike="noStrike" baseline="0" dirty="0">
                <a:solidFill>
                  <a:srgbClr val="638EAF"/>
                </a:solidFill>
                <a:latin typeface="AdvTT0688bc49.B"/>
              </a:rPr>
              <a:t>return </a:t>
            </a:r>
            <a:r>
              <a:rPr lang="en-GB" sz="14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400" b="0" i="0" u="none" strike="noStrike" baseline="0" dirty="0">
                <a:solidFill>
                  <a:srgbClr val="231F20"/>
                </a:solidFill>
                <a:latin typeface="AdvP800D"/>
              </a:rPr>
              <a:t>16. </a:t>
            </a:r>
            <a:r>
              <a:rPr lang="en-GB" sz="1400" b="0" i="0" u="none" strike="noStrike" baseline="0" dirty="0">
                <a:solidFill>
                  <a:srgbClr val="231F20"/>
                </a:solidFill>
                <a:latin typeface="AdvTT7cf261fb"/>
              </a:rPr>
              <a:t>}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42088911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BAD3D-0D4C-40FB-B927-66C5F71A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400" b="0" i="0" u="none" strike="noStrike" baseline="0" dirty="0">
                <a:solidFill>
                  <a:srgbClr val="231F20"/>
                </a:solidFill>
                <a:latin typeface="AdvP800D"/>
              </a:rPr>
              <a:t>This program is very hard to read (syntactically correct)</a:t>
            </a:r>
            <a:endParaRPr lang="en-GB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3C459-ABC9-4894-BA03-2AE537FE7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#include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&lt;iostream&gt;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#include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&lt;string&gt;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using namespace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std;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main()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7cf261fb"/>
              </a:rPr>
              <a:t>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 </a:t>
            </a: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double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height;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string name;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"Enter an integer: ";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&gt;&gt;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&lt;&lt;"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: "&lt;&lt;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&lt;&lt;"Enter the first name: ";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&gt;&gt;name;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&lt;&lt;"Enter the height: 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&gt;&gt;height;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&lt;&lt;"Name: "&lt;&lt;name&lt;&lt;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endl;cout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&lt;&lt;"Height: "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&lt;&lt;height;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endl;</a:t>
            </a:r>
            <a:r>
              <a:rPr lang="en-GB" sz="1800" b="0" i="0" u="none" strike="noStrike" baseline="0" dirty="0" err="1">
                <a:solidFill>
                  <a:srgbClr val="638EAF"/>
                </a:solidFill>
                <a:latin typeface="AdvTT0688bc49.B"/>
              </a:rPr>
              <a:t>return</a:t>
            </a: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0;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7cf261fb"/>
              </a:rPr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13821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3BB4D-BF72-4ACB-8D26-51B7ADB6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program is easier to 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F4DF-9CC6-45B3-9974-6A6E702AE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#include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&lt;iostream&gt;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#include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&lt;string&gt;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using namespace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std;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main()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7cf261fb"/>
              </a:rPr>
              <a:t>{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int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double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height;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string name;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"Enter an integer: 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&gt;&gt;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900116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61613-2BCB-4311-8B94-56EFD43A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This program is easier to read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1182E-FBAD-48F4-8CAC-D06C1E658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: "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num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"Enter the first name: 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&gt;&gt; name;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"Enter the height: ";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cin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&gt;&gt; height;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"Name: " &lt;&lt; name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cout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 &lt;&lt; "Height: " &lt;&lt; height &lt;&lt; </a:t>
            </a:r>
            <a:r>
              <a:rPr lang="en-GB" sz="1800" b="0" i="0" u="none" strike="noStrike" baseline="0" dirty="0" err="1">
                <a:solidFill>
                  <a:srgbClr val="231F20"/>
                </a:solidFill>
                <a:latin typeface="AdvTT825c8005"/>
              </a:rPr>
              <a:t>endl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638EAF"/>
                </a:solidFill>
                <a:latin typeface="AdvTT0688bc49.B"/>
              </a:rPr>
              <a:t>return </a:t>
            </a:r>
            <a:r>
              <a:rPr lang="en-GB" sz="1800" b="0" i="0" u="none" strike="noStrike" baseline="0" dirty="0">
                <a:solidFill>
                  <a:srgbClr val="231F20"/>
                </a:solidFill>
                <a:latin typeface="AdvTT825c8005"/>
              </a:rPr>
              <a:t>0;</a:t>
            </a:r>
          </a:p>
          <a:p>
            <a:pPr marL="0" indent="0" algn="l">
              <a:buNone/>
            </a:pPr>
            <a:r>
              <a:rPr lang="en-GB" sz="1800" b="0" i="0" u="none" strike="noStrike" baseline="0" dirty="0">
                <a:solidFill>
                  <a:srgbClr val="231F20"/>
                </a:solidFill>
                <a:latin typeface="AdvTT7cf261fb"/>
              </a:rPr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52596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CC67-4F22-43DE-98D9-DD3CF839B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0" i="0" u="none" strike="noStrike" baseline="0" dirty="0">
                <a:solidFill>
                  <a:srgbClr val="231F20"/>
                </a:solidFill>
                <a:latin typeface="AdvP8013"/>
              </a:rPr>
              <a:t>Simple and Compound Assignment Statement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C74870-E93F-400C-A9F5-9F974957A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8733" y="1681163"/>
            <a:ext cx="5157787" cy="823912"/>
          </a:xfrm>
        </p:spPr>
        <p:txBody>
          <a:bodyPr>
            <a:normAutofit/>
          </a:bodyPr>
          <a:lstStyle/>
          <a:p>
            <a:r>
              <a:rPr lang="en-GB" sz="2800" b="0" i="0" u="none" strike="noStrike" baseline="0" dirty="0">
                <a:solidFill>
                  <a:srgbClr val="231F20"/>
                </a:solidFill>
                <a:latin typeface="AdvP8013"/>
              </a:rPr>
              <a:t>Simple Assignment Statement</a:t>
            </a:r>
            <a:endParaRPr lang="en-GB" sz="3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291D2-6EE2-49F2-922D-4514ED84CB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733" y="2507095"/>
            <a:ext cx="5320866" cy="3684588"/>
          </a:xfrm>
        </p:spPr>
        <p:txBody>
          <a:bodyPr/>
          <a:lstStyle/>
          <a:p>
            <a:pPr algn="l"/>
            <a:r>
              <a:rPr lang="nn-NO" dirty="0">
                <a:solidFill>
                  <a:srgbClr val="231F20"/>
                </a:solidFill>
                <a:latin typeface="AdvTT825c8005"/>
              </a:rPr>
              <a:t>i = i + 5; </a:t>
            </a:r>
          </a:p>
          <a:p>
            <a:pPr algn="l"/>
            <a:r>
              <a:rPr lang="en-GB" dirty="0">
                <a:solidFill>
                  <a:srgbClr val="231F20"/>
                </a:solidFill>
                <a:latin typeface="AdvTT825c8005"/>
              </a:rPr>
              <a:t>counter = counter + 1; </a:t>
            </a:r>
          </a:p>
          <a:p>
            <a:pPr algn="l"/>
            <a:r>
              <a:rPr lang="en-GB" dirty="0">
                <a:solidFill>
                  <a:srgbClr val="231F20"/>
                </a:solidFill>
                <a:latin typeface="AdvTT825c8005"/>
              </a:rPr>
              <a:t>sum = sum + number; </a:t>
            </a:r>
          </a:p>
          <a:p>
            <a:pPr algn="l"/>
            <a:r>
              <a:rPr lang="en-GB" dirty="0">
                <a:solidFill>
                  <a:srgbClr val="231F20"/>
                </a:solidFill>
                <a:latin typeface="AdvTT825c8005"/>
              </a:rPr>
              <a:t>amount = amount * (interest + 1); </a:t>
            </a:r>
          </a:p>
          <a:p>
            <a:pPr algn="l"/>
            <a:r>
              <a:rPr lang="es-ES" dirty="0">
                <a:solidFill>
                  <a:srgbClr val="231F20"/>
                </a:solidFill>
                <a:latin typeface="AdvTT825c8005"/>
              </a:rPr>
              <a:t>x = x / ( y + 5); </a:t>
            </a:r>
            <a:endParaRPr lang="en-GB" dirty="0">
              <a:solidFill>
                <a:srgbClr val="231F20"/>
              </a:solidFill>
              <a:latin typeface="AdvTT825c8005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C333D3-0BDF-43C0-93A9-98106DDFC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GB" sz="2800" b="0" i="0" u="none" strike="noStrike" baseline="0" dirty="0">
                <a:solidFill>
                  <a:srgbClr val="231F20"/>
                </a:solidFill>
                <a:latin typeface="AdvP8013"/>
              </a:rPr>
              <a:t>Compound Assignment Statement</a:t>
            </a:r>
            <a:endParaRPr lang="en-GB" sz="3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611CEE-6D06-4B89-A70A-167705F1EB3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nn-NO" sz="2800" b="0" i="0" u="none" strike="noStrike" baseline="0" dirty="0">
                <a:solidFill>
                  <a:srgbClr val="231F20"/>
                </a:solidFill>
                <a:latin typeface="AdvTT825c8005"/>
              </a:rPr>
              <a:t>i += 5;</a:t>
            </a:r>
          </a:p>
          <a:p>
            <a:r>
              <a:rPr lang="en-GB" sz="2800" b="0" i="0" u="none" strike="noStrike" baseline="0" dirty="0">
                <a:solidFill>
                  <a:srgbClr val="231F20"/>
                </a:solidFill>
                <a:latin typeface="AdvTT825c8005"/>
              </a:rPr>
              <a:t>counter += 1;</a:t>
            </a:r>
          </a:p>
          <a:p>
            <a:r>
              <a:rPr lang="en-GB" sz="2800" b="0" i="0" u="none" strike="noStrike" baseline="0" dirty="0">
                <a:solidFill>
                  <a:srgbClr val="231F20"/>
                </a:solidFill>
                <a:latin typeface="AdvTT825c8005"/>
              </a:rPr>
              <a:t>sum += number;</a:t>
            </a:r>
          </a:p>
          <a:p>
            <a:r>
              <a:rPr lang="en-GB" sz="2800" b="0" i="0" u="none" strike="noStrike" baseline="0" dirty="0">
                <a:solidFill>
                  <a:srgbClr val="231F20"/>
                </a:solidFill>
                <a:latin typeface="AdvTT825c8005"/>
              </a:rPr>
              <a:t>amount *= interest + 1;</a:t>
            </a:r>
          </a:p>
          <a:p>
            <a:r>
              <a:rPr lang="es-ES" sz="2800" b="0" i="0" u="none" strike="noStrike" baseline="0" dirty="0">
                <a:solidFill>
                  <a:srgbClr val="231F20"/>
                </a:solidFill>
                <a:latin typeface="AdvTT825c8005"/>
              </a:rPr>
              <a:t>x /= y + 5;</a:t>
            </a:r>
            <a:endParaRPr lang="en-GB" sz="2800" b="0" i="0" u="none" strike="noStrike" baseline="0" dirty="0">
              <a:solidFill>
                <a:srgbClr val="231F20"/>
              </a:solidFill>
              <a:latin typeface="AdvTT825c8005"/>
            </a:endParaRPr>
          </a:p>
          <a:p>
            <a:endParaRPr lang="nn-NO" dirty="0">
              <a:solidFill>
                <a:srgbClr val="231F20"/>
              </a:solidFill>
              <a:latin typeface="AdvTT825c8005"/>
            </a:endParaRPr>
          </a:p>
          <a:p>
            <a:endParaRPr lang="en-GB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59EF10E-CB21-74A3-4039-A0790DE7932E}"/>
                  </a:ext>
                </a:extLst>
              </p14:cNvPr>
              <p14:cNvContentPartPr/>
              <p14:nvPr/>
            </p14:nvContentPartPr>
            <p14:xfrm>
              <a:off x="6077438" y="2024656"/>
              <a:ext cx="5217120" cy="366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59EF10E-CB21-74A3-4039-A0790DE7932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23438" y="1917016"/>
                <a:ext cx="5324760" cy="58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5A7BF83-6963-846E-E3AC-2B1109DD88EF}"/>
                  </a:ext>
                </a:extLst>
              </p14:cNvPr>
              <p14:cNvContentPartPr/>
              <p14:nvPr/>
            </p14:nvContentPartPr>
            <p14:xfrm>
              <a:off x="6411158" y="2679856"/>
              <a:ext cx="1524600" cy="18828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5A7BF83-6963-846E-E3AC-2B1109DD88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57158" y="2572216"/>
                <a:ext cx="1632240" cy="40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042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1249</TotalTime>
  <Words>2435</Words>
  <Application>Microsoft Office PowerPoint</Application>
  <PresentationFormat>Widescreen</PresentationFormat>
  <Paragraphs>360</Paragraphs>
  <Slides>39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9" baseType="lpstr">
      <vt:lpstr>MS PGothic</vt:lpstr>
      <vt:lpstr>AdvP69C5</vt:lpstr>
      <vt:lpstr>AdvP800D</vt:lpstr>
      <vt:lpstr>AdvP8013</vt:lpstr>
      <vt:lpstr>AdvTT0688bc49.B</vt:lpstr>
      <vt:lpstr>AdvTT7cf261fb</vt:lpstr>
      <vt:lpstr>AdvTT825c8005</vt:lpstr>
      <vt:lpstr>Arial</vt:lpstr>
      <vt:lpstr>Calibri</vt:lpstr>
      <vt:lpstr>Calibri Light</vt:lpstr>
      <vt:lpstr>Courier New</vt:lpstr>
      <vt:lpstr>CourierStd-Bold</vt:lpstr>
      <vt:lpstr>FrutigerLTStd-BoldCn</vt:lpstr>
      <vt:lpstr>MathematicalPiLTStd-1</vt:lpstr>
      <vt:lpstr>Tahoma</vt:lpstr>
      <vt:lpstr>Times New Roman</vt:lpstr>
      <vt:lpstr>WarnockPro-Bold</vt:lpstr>
      <vt:lpstr>WarnockPro-Regular</vt:lpstr>
      <vt:lpstr>Wingdings</vt:lpstr>
      <vt:lpstr>Office Theme</vt:lpstr>
      <vt:lpstr>Course Title: Programming Fundamentals Course Code: CS141</vt:lpstr>
      <vt:lpstr>Basic Elements of C++</vt:lpstr>
      <vt:lpstr>Reference</vt:lpstr>
      <vt:lpstr>Comments</vt:lpstr>
      <vt:lpstr>Tokens</vt:lpstr>
      <vt:lpstr>Whitespaces</vt:lpstr>
      <vt:lpstr>Data Types</vt:lpstr>
      <vt:lpstr>A type-safety violation (“implicit narrowing”)</vt:lpstr>
      <vt:lpstr>A technical detail</vt:lpstr>
      <vt:lpstr>Arithmetic Operators, Operator Precedence, and Expressions</vt:lpstr>
      <vt:lpstr>Mixed Expression</vt:lpstr>
      <vt:lpstr>Precedence</vt:lpstr>
      <vt:lpstr>Precedence (Cont.)</vt:lpstr>
      <vt:lpstr>Expressions</vt:lpstr>
      <vt:lpstr>The following program illustrates the effect of presence of parenthesis in expressions</vt:lpstr>
      <vt:lpstr>Assignment Operators</vt:lpstr>
      <vt:lpstr>Assignment Operators (Cont.)</vt:lpstr>
      <vt:lpstr>Assignment Operators (Cont.)</vt:lpstr>
      <vt:lpstr>string Type</vt:lpstr>
      <vt:lpstr>Allocating Memory with Constants and Variables</vt:lpstr>
      <vt:lpstr>Allocating Memory with Constants and Variables (Cont.)</vt:lpstr>
      <vt:lpstr>Assignment Statement</vt:lpstr>
      <vt:lpstr>Input (Read) Statement</vt:lpstr>
      <vt:lpstr>Increment and Decrement Operators</vt:lpstr>
      <vt:lpstr>Output</vt:lpstr>
      <vt:lpstr>Commonly Used Escape Sequences</vt:lpstr>
      <vt:lpstr>EXAMPLE</vt:lpstr>
      <vt:lpstr>EXAMPLE</vt:lpstr>
      <vt:lpstr>EXAMPLE</vt:lpstr>
      <vt:lpstr>Preprocessor Directives</vt:lpstr>
      <vt:lpstr>namespace</vt:lpstr>
      <vt:lpstr>string</vt:lpstr>
      <vt:lpstr>Creating a C++ Program</vt:lpstr>
      <vt:lpstr>function main</vt:lpstr>
      <vt:lpstr>Debugging: Understanding and Fixing Syntax Errors</vt:lpstr>
      <vt:lpstr>This program is very hard to read (syntactically correct)</vt:lpstr>
      <vt:lpstr>This program is easier to read</vt:lpstr>
      <vt:lpstr>This program is easier to read (Cont.)</vt:lpstr>
      <vt:lpstr>Simple and Compound Assignment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Overview of Computers and Programming Languages</dc:title>
  <dc:creator>Khaled Hussain</dc:creator>
  <cp:lastModifiedBy>Ahmed Moamen</cp:lastModifiedBy>
  <cp:revision>51</cp:revision>
  <dcterms:created xsi:type="dcterms:W3CDTF">2021-07-04T10:46:44Z</dcterms:created>
  <dcterms:modified xsi:type="dcterms:W3CDTF">2026-03-09T19:14:28Z</dcterms:modified>
</cp:coreProperties>
</file>