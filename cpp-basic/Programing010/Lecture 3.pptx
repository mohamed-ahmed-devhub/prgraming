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48" r:id="rId2"/>
    <p:sldId id="350" r:id="rId3"/>
    <p:sldId id="263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77" r:id="rId20"/>
    <p:sldId id="378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4" r:id="rId29"/>
    <p:sldId id="375" r:id="rId30"/>
    <p:sldId id="376" r:id="rId31"/>
    <p:sldId id="257" r:id="rId32"/>
    <p:sldId id="258" r:id="rId33"/>
    <p:sldId id="259" r:id="rId34"/>
    <p:sldId id="26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90E63-7BE4-442E-B93B-269876570576}" v="5" dt="2026-03-07T05:21:56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4DED28-3593-4D85-8AA3-F68C917A92C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F99079-6B4D-4D0B-86EF-B907216FB64F}">
      <dgm:prSet/>
      <dgm:spPr/>
      <dgm:t>
        <a:bodyPr/>
        <a:lstStyle/>
        <a:p>
          <a:r>
            <a:rPr lang="en-GB" b="0" i="0" baseline="0"/>
            <a:t>ch = istreamVar.peek();</a:t>
          </a:r>
          <a:endParaRPr lang="en-US"/>
        </a:p>
      </dgm:t>
    </dgm:pt>
    <dgm:pt modelId="{2F04157D-6786-4B8B-AB5C-A57039C317E6}" type="parTrans" cxnId="{34359CFC-0704-4656-9DE4-7191012A9F47}">
      <dgm:prSet/>
      <dgm:spPr/>
      <dgm:t>
        <a:bodyPr/>
        <a:lstStyle/>
        <a:p>
          <a:endParaRPr lang="en-US"/>
        </a:p>
      </dgm:t>
    </dgm:pt>
    <dgm:pt modelId="{4674BE0D-D9B0-4D79-B4E8-EC03EFECEA3F}" type="sibTrans" cxnId="{34359CFC-0704-4656-9DE4-7191012A9F47}">
      <dgm:prSet/>
      <dgm:spPr/>
      <dgm:t>
        <a:bodyPr/>
        <a:lstStyle/>
        <a:p>
          <a:endParaRPr lang="en-US"/>
        </a:p>
      </dgm:t>
    </dgm:pt>
    <dgm:pt modelId="{E9841280-A726-42AB-8944-D555182C31AA}">
      <dgm:prSet/>
      <dgm:spPr/>
      <dgm:t>
        <a:bodyPr/>
        <a:lstStyle/>
        <a:p>
          <a:r>
            <a:rPr lang="en-GB" b="0" i="0" baseline="0"/>
            <a:t>The stream function peek looks into the input stream and tells you what the next character is without removing it from the input stream.</a:t>
          </a:r>
          <a:endParaRPr lang="en-US"/>
        </a:p>
      </dgm:t>
    </dgm:pt>
    <dgm:pt modelId="{695E40C4-4894-41E9-8590-25DD9B56075D}" type="parTrans" cxnId="{DAB9F76C-9DA7-4343-901A-E553C0741DA4}">
      <dgm:prSet/>
      <dgm:spPr/>
      <dgm:t>
        <a:bodyPr/>
        <a:lstStyle/>
        <a:p>
          <a:endParaRPr lang="en-US"/>
        </a:p>
      </dgm:t>
    </dgm:pt>
    <dgm:pt modelId="{1D0CAC78-80F7-406A-BB52-07A3C48006B0}" type="sibTrans" cxnId="{DAB9F76C-9DA7-4343-901A-E553C0741DA4}">
      <dgm:prSet/>
      <dgm:spPr/>
      <dgm:t>
        <a:bodyPr/>
        <a:lstStyle/>
        <a:p>
          <a:endParaRPr lang="en-US"/>
        </a:p>
      </dgm:t>
    </dgm:pt>
    <dgm:pt modelId="{F1D8AC24-6213-4A7B-8319-CC6C28EC577E}">
      <dgm:prSet/>
      <dgm:spPr/>
      <dgm:t>
        <a:bodyPr/>
        <a:lstStyle/>
        <a:p>
          <a:r>
            <a:rPr lang="en-GB" b="0" i="0" baseline="0" dirty="0" err="1"/>
            <a:t>istreamVar.putback</a:t>
          </a:r>
          <a:r>
            <a:rPr lang="en-GB" b="0" i="0" baseline="0" dirty="0"/>
            <a:t>(</a:t>
          </a:r>
          <a:r>
            <a:rPr lang="en-GB" b="0" i="0" baseline="0" dirty="0" err="1"/>
            <a:t>ch</a:t>
          </a:r>
          <a:r>
            <a:rPr lang="en-GB" b="0" i="0" baseline="0" dirty="0"/>
            <a:t>);</a:t>
          </a:r>
          <a:endParaRPr lang="en-US" dirty="0"/>
        </a:p>
      </dgm:t>
    </dgm:pt>
    <dgm:pt modelId="{D6EE6F3C-9F5B-483D-AB86-82FA2E1A4311}" type="parTrans" cxnId="{636FE29B-F880-4AEB-91B6-E07BC3698FDC}">
      <dgm:prSet/>
      <dgm:spPr/>
      <dgm:t>
        <a:bodyPr/>
        <a:lstStyle/>
        <a:p>
          <a:endParaRPr lang="en-US"/>
        </a:p>
      </dgm:t>
    </dgm:pt>
    <dgm:pt modelId="{3D13DBB6-201F-4B65-8899-40AC83BBDFD9}" type="sibTrans" cxnId="{636FE29B-F880-4AEB-91B6-E07BC3698FDC}">
      <dgm:prSet/>
      <dgm:spPr/>
      <dgm:t>
        <a:bodyPr/>
        <a:lstStyle/>
        <a:p>
          <a:endParaRPr lang="en-US"/>
        </a:p>
      </dgm:t>
    </dgm:pt>
    <dgm:pt modelId="{A63EFA8B-3C1A-4F42-A390-E172021C6872}">
      <dgm:prSet/>
      <dgm:spPr/>
      <dgm:t>
        <a:bodyPr/>
        <a:lstStyle/>
        <a:p>
          <a:r>
            <a:rPr lang="en-GB" b="0" i="0" baseline="0" dirty="0"/>
            <a:t>The stream function putback lets you put a character back into the input stream.</a:t>
          </a:r>
          <a:endParaRPr lang="en-US" dirty="0"/>
        </a:p>
      </dgm:t>
    </dgm:pt>
    <dgm:pt modelId="{C72EC9C8-891B-4720-8EE5-EA456A70134F}" type="parTrans" cxnId="{33ADF454-6FD3-4850-BDF7-3D67EA2F45D6}">
      <dgm:prSet/>
      <dgm:spPr/>
      <dgm:t>
        <a:bodyPr/>
        <a:lstStyle/>
        <a:p>
          <a:endParaRPr lang="en-US"/>
        </a:p>
      </dgm:t>
    </dgm:pt>
    <dgm:pt modelId="{5421CF69-549C-4C10-9B29-A4EFA3E69A8E}" type="sibTrans" cxnId="{33ADF454-6FD3-4850-BDF7-3D67EA2F45D6}">
      <dgm:prSet/>
      <dgm:spPr/>
      <dgm:t>
        <a:bodyPr/>
        <a:lstStyle/>
        <a:p>
          <a:endParaRPr lang="en-US"/>
        </a:p>
      </dgm:t>
    </dgm:pt>
    <dgm:pt modelId="{540A47A9-F179-434D-81F3-568DAA7A56FC}" type="pres">
      <dgm:prSet presAssocID="{224DED28-3593-4D85-8AA3-F68C917A92CD}" presName="linear" presStyleCnt="0">
        <dgm:presLayoutVars>
          <dgm:dir/>
          <dgm:animLvl val="lvl"/>
          <dgm:resizeHandles val="exact"/>
        </dgm:presLayoutVars>
      </dgm:prSet>
      <dgm:spPr/>
    </dgm:pt>
    <dgm:pt modelId="{7384464B-3AC5-4700-88B3-F21154F9D299}" type="pres">
      <dgm:prSet presAssocID="{CBF99079-6B4D-4D0B-86EF-B907216FB64F}" presName="parentLin" presStyleCnt="0"/>
      <dgm:spPr/>
    </dgm:pt>
    <dgm:pt modelId="{5E10D715-66B8-4A1E-9486-E914D1BAC111}" type="pres">
      <dgm:prSet presAssocID="{CBF99079-6B4D-4D0B-86EF-B907216FB64F}" presName="parentLeftMargin" presStyleLbl="node1" presStyleIdx="0" presStyleCnt="2"/>
      <dgm:spPr/>
    </dgm:pt>
    <dgm:pt modelId="{63979784-7494-4EB3-8FB0-A6AB8F3F76EC}" type="pres">
      <dgm:prSet presAssocID="{CBF99079-6B4D-4D0B-86EF-B907216FB64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15DE164-99AC-488A-A97A-7A5B4A568B44}" type="pres">
      <dgm:prSet presAssocID="{CBF99079-6B4D-4D0B-86EF-B907216FB64F}" presName="negativeSpace" presStyleCnt="0"/>
      <dgm:spPr/>
    </dgm:pt>
    <dgm:pt modelId="{9DBD862C-8154-435E-B9DD-56E88A38C360}" type="pres">
      <dgm:prSet presAssocID="{CBF99079-6B4D-4D0B-86EF-B907216FB64F}" presName="childText" presStyleLbl="conFgAcc1" presStyleIdx="0" presStyleCnt="2">
        <dgm:presLayoutVars>
          <dgm:bulletEnabled val="1"/>
        </dgm:presLayoutVars>
      </dgm:prSet>
      <dgm:spPr/>
    </dgm:pt>
    <dgm:pt modelId="{864BAF8C-862B-47C6-9BB9-74CA4BC5D4EE}" type="pres">
      <dgm:prSet presAssocID="{4674BE0D-D9B0-4D79-B4E8-EC03EFECEA3F}" presName="spaceBetweenRectangles" presStyleCnt="0"/>
      <dgm:spPr/>
    </dgm:pt>
    <dgm:pt modelId="{451D2EA9-B9D6-4530-A66E-90D28F17D620}" type="pres">
      <dgm:prSet presAssocID="{F1D8AC24-6213-4A7B-8319-CC6C28EC577E}" presName="parentLin" presStyleCnt="0"/>
      <dgm:spPr/>
    </dgm:pt>
    <dgm:pt modelId="{0BC58DA9-60A1-4429-A007-1A35B418B10D}" type="pres">
      <dgm:prSet presAssocID="{F1D8AC24-6213-4A7B-8319-CC6C28EC577E}" presName="parentLeftMargin" presStyleLbl="node1" presStyleIdx="0" presStyleCnt="2"/>
      <dgm:spPr/>
    </dgm:pt>
    <dgm:pt modelId="{24419513-5253-4046-8113-275654C2798C}" type="pres">
      <dgm:prSet presAssocID="{F1D8AC24-6213-4A7B-8319-CC6C28EC577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89AE11A-258E-4CB7-A057-1C3500668549}" type="pres">
      <dgm:prSet presAssocID="{F1D8AC24-6213-4A7B-8319-CC6C28EC577E}" presName="negativeSpace" presStyleCnt="0"/>
      <dgm:spPr/>
    </dgm:pt>
    <dgm:pt modelId="{D6C1EDF2-F474-476D-8B4A-64B03C731C87}" type="pres">
      <dgm:prSet presAssocID="{F1D8AC24-6213-4A7B-8319-CC6C28EC577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1083E21-AE43-4BEB-850A-74B0620DC91B}" type="presOf" srcId="{CBF99079-6B4D-4D0B-86EF-B907216FB64F}" destId="{63979784-7494-4EB3-8FB0-A6AB8F3F76EC}" srcOrd="1" destOrd="0" presId="urn:microsoft.com/office/officeart/2005/8/layout/list1"/>
    <dgm:cxn modelId="{F3E72463-399F-4F50-BDE5-EC474079EDAC}" type="presOf" srcId="{F1D8AC24-6213-4A7B-8319-CC6C28EC577E}" destId="{0BC58DA9-60A1-4429-A007-1A35B418B10D}" srcOrd="0" destOrd="0" presId="urn:microsoft.com/office/officeart/2005/8/layout/list1"/>
    <dgm:cxn modelId="{121C5148-ED53-49B3-828E-1D8CE28FA673}" type="presOf" srcId="{224DED28-3593-4D85-8AA3-F68C917A92CD}" destId="{540A47A9-F179-434D-81F3-568DAA7A56FC}" srcOrd="0" destOrd="0" presId="urn:microsoft.com/office/officeart/2005/8/layout/list1"/>
    <dgm:cxn modelId="{DAB9F76C-9DA7-4343-901A-E553C0741DA4}" srcId="{CBF99079-6B4D-4D0B-86EF-B907216FB64F}" destId="{E9841280-A726-42AB-8944-D555182C31AA}" srcOrd="0" destOrd="0" parTransId="{695E40C4-4894-41E9-8590-25DD9B56075D}" sibTransId="{1D0CAC78-80F7-406A-BB52-07A3C48006B0}"/>
    <dgm:cxn modelId="{B599D64E-5632-4E51-AF5C-156347E45B18}" type="presOf" srcId="{CBF99079-6B4D-4D0B-86EF-B907216FB64F}" destId="{5E10D715-66B8-4A1E-9486-E914D1BAC111}" srcOrd="0" destOrd="0" presId="urn:microsoft.com/office/officeart/2005/8/layout/list1"/>
    <dgm:cxn modelId="{33ADF454-6FD3-4850-BDF7-3D67EA2F45D6}" srcId="{F1D8AC24-6213-4A7B-8319-CC6C28EC577E}" destId="{A63EFA8B-3C1A-4F42-A390-E172021C6872}" srcOrd="0" destOrd="0" parTransId="{C72EC9C8-891B-4720-8EE5-EA456A70134F}" sibTransId="{5421CF69-549C-4C10-9B29-A4EFA3E69A8E}"/>
    <dgm:cxn modelId="{636FE29B-F880-4AEB-91B6-E07BC3698FDC}" srcId="{224DED28-3593-4D85-8AA3-F68C917A92CD}" destId="{F1D8AC24-6213-4A7B-8319-CC6C28EC577E}" srcOrd="1" destOrd="0" parTransId="{D6EE6F3C-9F5B-483D-AB86-82FA2E1A4311}" sibTransId="{3D13DBB6-201F-4B65-8899-40AC83BBDFD9}"/>
    <dgm:cxn modelId="{4C518D9F-0841-4D7A-8140-CBD58CF881E8}" type="presOf" srcId="{A63EFA8B-3C1A-4F42-A390-E172021C6872}" destId="{D6C1EDF2-F474-476D-8B4A-64B03C731C87}" srcOrd="0" destOrd="0" presId="urn:microsoft.com/office/officeart/2005/8/layout/list1"/>
    <dgm:cxn modelId="{327738CD-0149-4BB9-B977-33A65E27F7F7}" type="presOf" srcId="{E9841280-A726-42AB-8944-D555182C31AA}" destId="{9DBD862C-8154-435E-B9DD-56E88A38C360}" srcOrd="0" destOrd="0" presId="urn:microsoft.com/office/officeart/2005/8/layout/list1"/>
    <dgm:cxn modelId="{9DE5AFE8-93AA-40A5-B526-6FB6D1398679}" type="presOf" srcId="{F1D8AC24-6213-4A7B-8319-CC6C28EC577E}" destId="{24419513-5253-4046-8113-275654C2798C}" srcOrd="1" destOrd="0" presId="urn:microsoft.com/office/officeart/2005/8/layout/list1"/>
    <dgm:cxn modelId="{34359CFC-0704-4656-9DE4-7191012A9F47}" srcId="{224DED28-3593-4D85-8AA3-F68C917A92CD}" destId="{CBF99079-6B4D-4D0B-86EF-B907216FB64F}" srcOrd="0" destOrd="0" parTransId="{2F04157D-6786-4B8B-AB5C-A57039C317E6}" sibTransId="{4674BE0D-D9B0-4D79-B4E8-EC03EFECEA3F}"/>
    <dgm:cxn modelId="{8BE5435D-4160-4FDF-BC55-2F6C5158F0B0}" type="presParOf" srcId="{540A47A9-F179-434D-81F3-568DAA7A56FC}" destId="{7384464B-3AC5-4700-88B3-F21154F9D299}" srcOrd="0" destOrd="0" presId="urn:microsoft.com/office/officeart/2005/8/layout/list1"/>
    <dgm:cxn modelId="{28FB709F-C54C-4BA2-BBCB-E482CBAC56D1}" type="presParOf" srcId="{7384464B-3AC5-4700-88B3-F21154F9D299}" destId="{5E10D715-66B8-4A1E-9486-E914D1BAC111}" srcOrd="0" destOrd="0" presId="urn:microsoft.com/office/officeart/2005/8/layout/list1"/>
    <dgm:cxn modelId="{0854DC50-9B01-4AF3-AEC2-D79200325B90}" type="presParOf" srcId="{7384464B-3AC5-4700-88B3-F21154F9D299}" destId="{63979784-7494-4EB3-8FB0-A6AB8F3F76EC}" srcOrd="1" destOrd="0" presId="urn:microsoft.com/office/officeart/2005/8/layout/list1"/>
    <dgm:cxn modelId="{336A6A2B-D56D-4F63-98FD-BE2525AC9BDF}" type="presParOf" srcId="{540A47A9-F179-434D-81F3-568DAA7A56FC}" destId="{415DE164-99AC-488A-A97A-7A5B4A568B44}" srcOrd="1" destOrd="0" presId="urn:microsoft.com/office/officeart/2005/8/layout/list1"/>
    <dgm:cxn modelId="{0CB434F3-27B8-4AE9-B781-072A184BBB9E}" type="presParOf" srcId="{540A47A9-F179-434D-81F3-568DAA7A56FC}" destId="{9DBD862C-8154-435E-B9DD-56E88A38C360}" srcOrd="2" destOrd="0" presId="urn:microsoft.com/office/officeart/2005/8/layout/list1"/>
    <dgm:cxn modelId="{9A869893-AF12-443D-A493-CC32244644E3}" type="presParOf" srcId="{540A47A9-F179-434D-81F3-568DAA7A56FC}" destId="{864BAF8C-862B-47C6-9BB9-74CA4BC5D4EE}" srcOrd="3" destOrd="0" presId="urn:microsoft.com/office/officeart/2005/8/layout/list1"/>
    <dgm:cxn modelId="{3E37D0E6-119B-4B95-94A7-02F6B3061E19}" type="presParOf" srcId="{540A47A9-F179-434D-81F3-568DAA7A56FC}" destId="{451D2EA9-B9D6-4530-A66E-90D28F17D620}" srcOrd="4" destOrd="0" presId="urn:microsoft.com/office/officeart/2005/8/layout/list1"/>
    <dgm:cxn modelId="{DC4A8C91-2618-46A9-9A5E-91C198C3B001}" type="presParOf" srcId="{451D2EA9-B9D6-4530-A66E-90D28F17D620}" destId="{0BC58DA9-60A1-4429-A007-1A35B418B10D}" srcOrd="0" destOrd="0" presId="urn:microsoft.com/office/officeart/2005/8/layout/list1"/>
    <dgm:cxn modelId="{27213B5B-13E4-4AF4-A4CB-17BE32A15F03}" type="presParOf" srcId="{451D2EA9-B9D6-4530-A66E-90D28F17D620}" destId="{24419513-5253-4046-8113-275654C2798C}" srcOrd="1" destOrd="0" presId="urn:microsoft.com/office/officeart/2005/8/layout/list1"/>
    <dgm:cxn modelId="{A31498B0-9517-4D5F-9326-C972212C89C9}" type="presParOf" srcId="{540A47A9-F179-434D-81F3-568DAA7A56FC}" destId="{E89AE11A-258E-4CB7-A057-1C3500668549}" srcOrd="5" destOrd="0" presId="urn:microsoft.com/office/officeart/2005/8/layout/list1"/>
    <dgm:cxn modelId="{C0072D05-BAE8-4B8A-B20E-412537923218}" type="presParOf" srcId="{540A47A9-F179-434D-81F3-568DAA7A56FC}" destId="{D6C1EDF2-F474-476D-8B4A-64B03C731C8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26FDD-E207-4989-829D-4548891425C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129DB8-9B8B-4143-BBA3-BE74B11A6BC7}">
      <dgm:prSet/>
      <dgm:spPr/>
      <dgm:t>
        <a:bodyPr/>
        <a:lstStyle/>
        <a:p>
          <a:r>
            <a:rPr lang="en-GB" b="0" i="0" baseline="0"/>
            <a:t>int a, b, c;</a:t>
          </a:r>
          <a:endParaRPr lang="en-US"/>
        </a:p>
      </dgm:t>
    </dgm:pt>
    <dgm:pt modelId="{0846DF0B-3886-4635-AEA2-629ECDD398E1}" type="parTrans" cxnId="{76888D8A-95FD-4D8B-B881-B34866ACC6A2}">
      <dgm:prSet/>
      <dgm:spPr/>
      <dgm:t>
        <a:bodyPr/>
        <a:lstStyle/>
        <a:p>
          <a:endParaRPr lang="en-US" sz="1400"/>
        </a:p>
      </dgm:t>
    </dgm:pt>
    <dgm:pt modelId="{E2953045-53E6-4FA0-8C0D-4B758441E4F3}" type="sibTrans" cxnId="{76888D8A-95FD-4D8B-B881-B34866ACC6A2}">
      <dgm:prSet/>
      <dgm:spPr/>
      <dgm:t>
        <a:bodyPr/>
        <a:lstStyle/>
        <a:p>
          <a:endParaRPr lang="en-US"/>
        </a:p>
      </dgm:t>
    </dgm:pt>
    <dgm:pt modelId="{5EDBE525-08E1-4D7B-8CD0-393543BB9507}">
      <dgm:prSet/>
      <dgm:spPr/>
      <dgm:t>
        <a:bodyPr/>
        <a:lstStyle/>
        <a:p>
          <a:r>
            <a:rPr lang="en-GB" b="0" i="0" baseline="0"/>
            <a:t>double x;</a:t>
          </a:r>
          <a:endParaRPr lang="en-US"/>
        </a:p>
      </dgm:t>
    </dgm:pt>
    <dgm:pt modelId="{9B1F0A6B-57C4-47C8-8D81-37FD886AD5C4}" type="parTrans" cxnId="{CC2AC64C-D54A-4C36-B46C-404AFAD174F8}">
      <dgm:prSet/>
      <dgm:spPr/>
      <dgm:t>
        <a:bodyPr/>
        <a:lstStyle/>
        <a:p>
          <a:endParaRPr lang="en-US" sz="1400"/>
        </a:p>
      </dgm:t>
    </dgm:pt>
    <dgm:pt modelId="{AC8E8586-E01F-478B-9793-9EBBF18C38E2}" type="sibTrans" cxnId="{CC2AC64C-D54A-4C36-B46C-404AFAD174F8}">
      <dgm:prSet/>
      <dgm:spPr/>
      <dgm:t>
        <a:bodyPr/>
        <a:lstStyle/>
        <a:p>
          <a:endParaRPr lang="en-US"/>
        </a:p>
      </dgm:t>
    </dgm:pt>
    <dgm:pt modelId="{CCEC5256-8AA4-4D83-8C15-7668BE045CF5}">
      <dgm:prSet/>
      <dgm:spPr/>
      <dgm:t>
        <a:bodyPr/>
        <a:lstStyle/>
        <a:p>
          <a:r>
            <a:rPr lang="en-GB" b="0" i="0" baseline="0"/>
            <a:t>If the input is:</a:t>
          </a:r>
          <a:endParaRPr lang="en-US"/>
        </a:p>
      </dgm:t>
    </dgm:pt>
    <dgm:pt modelId="{E8CC1C70-158E-472D-BCCA-5661F7F5AFD1}" type="parTrans" cxnId="{D1CEE88C-D2F5-4F45-A74D-34E88EA50DFB}">
      <dgm:prSet/>
      <dgm:spPr/>
      <dgm:t>
        <a:bodyPr/>
        <a:lstStyle/>
        <a:p>
          <a:endParaRPr lang="en-US" sz="1400"/>
        </a:p>
      </dgm:t>
    </dgm:pt>
    <dgm:pt modelId="{9B9511D3-E7F5-44BC-A4EE-6F8806BA7DE2}" type="sibTrans" cxnId="{D1CEE88C-D2F5-4F45-A74D-34E88EA50DFB}">
      <dgm:prSet/>
      <dgm:spPr/>
      <dgm:t>
        <a:bodyPr/>
        <a:lstStyle/>
        <a:p>
          <a:endParaRPr lang="en-US"/>
        </a:p>
      </dgm:t>
    </dgm:pt>
    <dgm:pt modelId="{54B9761D-41E1-461F-8F17-2295BE1B683D}">
      <dgm:prSet/>
      <dgm:spPr/>
      <dgm:t>
        <a:bodyPr/>
        <a:lstStyle/>
        <a:p>
          <a:r>
            <a:rPr lang="en-GB" b="0" i="0" baseline="0"/>
            <a:t>W 54</a:t>
          </a:r>
          <a:endParaRPr lang="en-US"/>
        </a:p>
      </dgm:t>
    </dgm:pt>
    <dgm:pt modelId="{77A260E9-9D75-42FE-90E6-12A6B6B41166}" type="parTrans" cxnId="{AAB19312-0B1E-4957-98C8-654CC53B354B}">
      <dgm:prSet/>
      <dgm:spPr/>
      <dgm:t>
        <a:bodyPr/>
        <a:lstStyle/>
        <a:p>
          <a:endParaRPr lang="en-US" sz="1400"/>
        </a:p>
      </dgm:t>
    </dgm:pt>
    <dgm:pt modelId="{618FC7D2-6A61-45F3-92FC-64709D350590}" type="sibTrans" cxnId="{AAB19312-0B1E-4957-98C8-654CC53B354B}">
      <dgm:prSet/>
      <dgm:spPr/>
      <dgm:t>
        <a:bodyPr/>
        <a:lstStyle/>
        <a:p>
          <a:endParaRPr lang="en-US"/>
        </a:p>
      </dgm:t>
    </dgm:pt>
    <dgm:pt modelId="{C4095A5E-198A-4EB3-A3AA-F4C3699BB9A2}">
      <dgm:prSet/>
      <dgm:spPr/>
      <dgm:t>
        <a:bodyPr/>
        <a:lstStyle/>
        <a:p>
          <a:r>
            <a:rPr lang="en-GB" b="0" i="0" baseline="0"/>
            <a:t>then the statement:</a:t>
          </a:r>
          <a:endParaRPr lang="en-US"/>
        </a:p>
      </dgm:t>
    </dgm:pt>
    <dgm:pt modelId="{6D1031FF-5098-48EF-A6D3-5DE9C638B974}" type="parTrans" cxnId="{CACFD75D-BD35-483B-86A6-FAAC86614015}">
      <dgm:prSet/>
      <dgm:spPr/>
      <dgm:t>
        <a:bodyPr/>
        <a:lstStyle/>
        <a:p>
          <a:endParaRPr lang="en-US" sz="1400"/>
        </a:p>
      </dgm:t>
    </dgm:pt>
    <dgm:pt modelId="{D6326A75-E68E-4E38-90BB-7A981EDCA89F}" type="sibTrans" cxnId="{CACFD75D-BD35-483B-86A6-FAAC86614015}">
      <dgm:prSet/>
      <dgm:spPr/>
      <dgm:t>
        <a:bodyPr/>
        <a:lstStyle/>
        <a:p>
          <a:endParaRPr lang="en-US"/>
        </a:p>
      </dgm:t>
    </dgm:pt>
    <dgm:pt modelId="{DA3DEBF0-66EF-442C-8CCC-0B690B46CEED}">
      <dgm:prSet/>
      <dgm:spPr/>
      <dgm:t>
        <a:bodyPr/>
        <a:lstStyle/>
        <a:p>
          <a:r>
            <a:rPr lang="en-GB" b="0" i="0" baseline="0"/>
            <a:t>cin &gt;&gt; a &gt;&gt; b;</a:t>
          </a:r>
          <a:endParaRPr lang="en-US"/>
        </a:p>
      </dgm:t>
    </dgm:pt>
    <dgm:pt modelId="{CFBC0173-2A85-4BA1-B0D3-7C99CE6A67B0}" type="parTrans" cxnId="{6AB68A43-FA7F-45FF-A99A-AD9B05DB589D}">
      <dgm:prSet/>
      <dgm:spPr/>
      <dgm:t>
        <a:bodyPr/>
        <a:lstStyle/>
        <a:p>
          <a:endParaRPr lang="en-US" sz="1400"/>
        </a:p>
      </dgm:t>
    </dgm:pt>
    <dgm:pt modelId="{9A7153F8-A187-4A18-AE66-BA3579570D9A}" type="sibTrans" cxnId="{6AB68A43-FA7F-45FF-A99A-AD9B05DB589D}">
      <dgm:prSet/>
      <dgm:spPr/>
      <dgm:t>
        <a:bodyPr/>
        <a:lstStyle/>
        <a:p>
          <a:endParaRPr lang="en-US"/>
        </a:p>
      </dgm:t>
    </dgm:pt>
    <dgm:pt modelId="{26B31F40-5933-4857-8FD8-ED31D6848D13}">
      <dgm:prSet/>
      <dgm:spPr/>
      <dgm:t>
        <a:bodyPr/>
        <a:lstStyle/>
        <a:p>
          <a:r>
            <a:rPr lang="en-GB" b="0" i="0" baseline="0"/>
            <a:t>would result in an input failure, because you are trying to input the character 'W' into</a:t>
          </a:r>
          <a:r>
            <a:rPr lang="ar-EG" b="0" i="0" baseline="0"/>
            <a:t> </a:t>
          </a:r>
          <a:r>
            <a:rPr lang="en-GB" b="0" i="0" baseline="0"/>
            <a:t>the int variable a.</a:t>
          </a:r>
          <a:endParaRPr lang="en-US"/>
        </a:p>
      </dgm:t>
    </dgm:pt>
    <dgm:pt modelId="{DDC68139-F212-4D5C-8D0C-09E6A828E79D}" type="parTrans" cxnId="{105DC765-63BB-42A5-AB51-390EEE60E505}">
      <dgm:prSet/>
      <dgm:spPr/>
      <dgm:t>
        <a:bodyPr/>
        <a:lstStyle/>
        <a:p>
          <a:endParaRPr lang="en-US" sz="1400"/>
        </a:p>
      </dgm:t>
    </dgm:pt>
    <dgm:pt modelId="{F28FD179-E6B1-4D5A-B626-F485A044998A}" type="sibTrans" cxnId="{105DC765-63BB-42A5-AB51-390EEE60E505}">
      <dgm:prSet/>
      <dgm:spPr/>
      <dgm:t>
        <a:bodyPr/>
        <a:lstStyle/>
        <a:p>
          <a:endParaRPr lang="en-US"/>
        </a:p>
      </dgm:t>
    </dgm:pt>
    <dgm:pt modelId="{BFB22E9A-DC82-4425-9087-808ED6A65C0B}" type="pres">
      <dgm:prSet presAssocID="{B6426FDD-E207-4989-829D-4548891425C9}" presName="Name0" presStyleCnt="0">
        <dgm:presLayoutVars>
          <dgm:dir/>
          <dgm:resizeHandles val="exact"/>
        </dgm:presLayoutVars>
      </dgm:prSet>
      <dgm:spPr/>
    </dgm:pt>
    <dgm:pt modelId="{61ACB521-5C04-4804-851E-9C563B5FE511}" type="pres">
      <dgm:prSet presAssocID="{38129DB8-9B8B-4143-BBA3-BE74B11A6BC7}" presName="node" presStyleLbl="node1" presStyleIdx="0" presStyleCnt="7">
        <dgm:presLayoutVars>
          <dgm:bulletEnabled val="1"/>
        </dgm:presLayoutVars>
      </dgm:prSet>
      <dgm:spPr/>
    </dgm:pt>
    <dgm:pt modelId="{693F704A-63C4-443C-A90D-EB8BDEF7EA2D}" type="pres">
      <dgm:prSet presAssocID="{E2953045-53E6-4FA0-8C0D-4B758441E4F3}" presName="sibTrans" presStyleLbl="sibTrans1D1" presStyleIdx="0" presStyleCnt="6"/>
      <dgm:spPr/>
    </dgm:pt>
    <dgm:pt modelId="{8051BA17-62A0-4640-B76B-248F7AE2F4E7}" type="pres">
      <dgm:prSet presAssocID="{E2953045-53E6-4FA0-8C0D-4B758441E4F3}" presName="connectorText" presStyleLbl="sibTrans1D1" presStyleIdx="0" presStyleCnt="6"/>
      <dgm:spPr/>
    </dgm:pt>
    <dgm:pt modelId="{910B5CA2-014E-4309-83A9-C1DC47E86559}" type="pres">
      <dgm:prSet presAssocID="{5EDBE525-08E1-4D7B-8CD0-393543BB9507}" presName="node" presStyleLbl="node1" presStyleIdx="1" presStyleCnt="7">
        <dgm:presLayoutVars>
          <dgm:bulletEnabled val="1"/>
        </dgm:presLayoutVars>
      </dgm:prSet>
      <dgm:spPr/>
    </dgm:pt>
    <dgm:pt modelId="{8AA88EC4-AD7C-43C1-9B9F-313465E7CEC6}" type="pres">
      <dgm:prSet presAssocID="{AC8E8586-E01F-478B-9793-9EBBF18C38E2}" presName="sibTrans" presStyleLbl="sibTrans1D1" presStyleIdx="1" presStyleCnt="6"/>
      <dgm:spPr/>
    </dgm:pt>
    <dgm:pt modelId="{F69252F3-8813-4696-8006-D4852F87F1B6}" type="pres">
      <dgm:prSet presAssocID="{AC8E8586-E01F-478B-9793-9EBBF18C38E2}" presName="connectorText" presStyleLbl="sibTrans1D1" presStyleIdx="1" presStyleCnt="6"/>
      <dgm:spPr/>
    </dgm:pt>
    <dgm:pt modelId="{608464FA-A69F-4ABF-873A-B6F3B323D168}" type="pres">
      <dgm:prSet presAssocID="{CCEC5256-8AA4-4D83-8C15-7668BE045CF5}" presName="node" presStyleLbl="node1" presStyleIdx="2" presStyleCnt="7">
        <dgm:presLayoutVars>
          <dgm:bulletEnabled val="1"/>
        </dgm:presLayoutVars>
      </dgm:prSet>
      <dgm:spPr/>
    </dgm:pt>
    <dgm:pt modelId="{44BE4CBB-FA3B-49A1-A95C-1838D9E479DA}" type="pres">
      <dgm:prSet presAssocID="{9B9511D3-E7F5-44BC-A4EE-6F8806BA7DE2}" presName="sibTrans" presStyleLbl="sibTrans1D1" presStyleIdx="2" presStyleCnt="6"/>
      <dgm:spPr/>
    </dgm:pt>
    <dgm:pt modelId="{B29385FC-A428-486D-833B-8960558087A8}" type="pres">
      <dgm:prSet presAssocID="{9B9511D3-E7F5-44BC-A4EE-6F8806BA7DE2}" presName="connectorText" presStyleLbl="sibTrans1D1" presStyleIdx="2" presStyleCnt="6"/>
      <dgm:spPr/>
    </dgm:pt>
    <dgm:pt modelId="{F4E56335-9680-4198-B2AB-3FC2A7196304}" type="pres">
      <dgm:prSet presAssocID="{54B9761D-41E1-461F-8F17-2295BE1B683D}" presName="node" presStyleLbl="node1" presStyleIdx="3" presStyleCnt="7">
        <dgm:presLayoutVars>
          <dgm:bulletEnabled val="1"/>
        </dgm:presLayoutVars>
      </dgm:prSet>
      <dgm:spPr/>
    </dgm:pt>
    <dgm:pt modelId="{15341F8E-2D9E-46DE-B631-B73BC883DFA3}" type="pres">
      <dgm:prSet presAssocID="{618FC7D2-6A61-45F3-92FC-64709D350590}" presName="sibTrans" presStyleLbl="sibTrans1D1" presStyleIdx="3" presStyleCnt="6"/>
      <dgm:spPr/>
    </dgm:pt>
    <dgm:pt modelId="{2C13537F-7C57-4AD3-85B5-232E9474C4A3}" type="pres">
      <dgm:prSet presAssocID="{618FC7D2-6A61-45F3-92FC-64709D350590}" presName="connectorText" presStyleLbl="sibTrans1D1" presStyleIdx="3" presStyleCnt="6"/>
      <dgm:spPr/>
    </dgm:pt>
    <dgm:pt modelId="{1395F232-B781-47ED-A492-6806E2DFCFB6}" type="pres">
      <dgm:prSet presAssocID="{C4095A5E-198A-4EB3-A3AA-F4C3699BB9A2}" presName="node" presStyleLbl="node1" presStyleIdx="4" presStyleCnt="7">
        <dgm:presLayoutVars>
          <dgm:bulletEnabled val="1"/>
        </dgm:presLayoutVars>
      </dgm:prSet>
      <dgm:spPr/>
    </dgm:pt>
    <dgm:pt modelId="{6CF70AF6-C187-44EA-8368-C2DB34710ED3}" type="pres">
      <dgm:prSet presAssocID="{D6326A75-E68E-4E38-90BB-7A981EDCA89F}" presName="sibTrans" presStyleLbl="sibTrans1D1" presStyleIdx="4" presStyleCnt="6"/>
      <dgm:spPr/>
    </dgm:pt>
    <dgm:pt modelId="{3BB5CD1F-E588-4C34-8D36-7095062E8AF8}" type="pres">
      <dgm:prSet presAssocID="{D6326A75-E68E-4E38-90BB-7A981EDCA89F}" presName="connectorText" presStyleLbl="sibTrans1D1" presStyleIdx="4" presStyleCnt="6"/>
      <dgm:spPr/>
    </dgm:pt>
    <dgm:pt modelId="{469F1792-AB18-4431-A61D-3474C67E5C6D}" type="pres">
      <dgm:prSet presAssocID="{DA3DEBF0-66EF-442C-8CCC-0B690B46CEED}" presName="node" presStyleLbl="node1" presStyleIdx="5" presStyleCnt="7">
        <dgm:presLayoutVars>
          <dgm:bulletEnabled val="1"/>
        </dgm:presLayoutVars>
      </dgm:prSet>
      <dgm:spPr/>
    </dgm:pt>
    <dgm:pt modelId="{5241AD31-7E64-49CD-BA38-D1C49012BADE}" type="pres">
      <dgm:prSet presAssocID="{9A7153F8-A187-4A18-AE66-BA3579570D9A}" presName="sibTrans" presStyleLbl="sibTrans1D1" presStyleIdx="5" presStyleCnt="6"/>
      <dgm:spPr/>
    </dgm:pt>
    <dgm:pt modelId="{4F57F211-F5A4-4010-A52E-05E4AEF231BF}" type="pres">
      <dgm:prSet presAssocID="{9A7153F8-A187-4A18-AE66-BA3579570D9A}" presName="connectorText" presStyleLbl="sibTrans1D1" presStyleIdx="5" presStyleCnt="6"/>
      <dgm:spPr/>
    </dgm:pt>
    <dgm:pt modelId="{D3D12F7D-1C89-471A-9A3C-4AD51922F9D8}" type="pres">
      <dgm:prSet presAssocID="{26B31F40-5933-4857-8FD8-ED31D6848D13}" presName="node" presStyleLbl="node1" presStyleIdx="6" presStyleCnt="7">
        <dgm:presLayoutVars>
          <dgm:bulletEnabled val="1"/>
        </dgm:presLayoutVars>
      </dgm:prSet>
      <dgm:spPr/>
    </dgm:pt>
  </dgm:ptLst>
  <dgm:cxnLst>
    <dgm:cxn modelId="{D8855B03-CBE9-4731-B0BA-77F8D0470975}" type="presOf" srcId="{9A7153F8-A187-4A18-AE66-BA3579570D9A}" destId="{5241AD31-7E64-49CD-BA38-D1C49012BADE}" srcOrd="0" destOrd="0" presId="urn:microsoft.com/office/officeart/2016/7/layout/RepeatingBendingProcessNew"/>
    <dgm:cxn modelId="{B3FBF805-851A-40E7-B56A-8D5A3FD41AA6}" type="presOf" srcId="{26B31F40-5933-4857-8FD8-ED31D6848D13}" destId="{D3D12F7D-1C89-471A-9A3C-4AD51922F9D8}" srcOrd="0" destOrd="0" presId="urn:microsoft.com/office/officeart/2016/7/layout/RepeatingBendingProcessNew"/>
    <dgm:cxn modelId="{497E830D-0328-4DBB-8C1D-BC1FD050BDDF}" type="presOf" srcId="{E2953045-53E6-4FA0-8C0D-4B758441E4F3}" destId="{8051BA17-62A0-4640-B76B-248F7AE2F4E7}" srcOrd="1" destOrd="0" presId="urn:microsoft.com/office/officeart/2016/7/layout/RepeatingBendingProcessNew"/>
    <dgm:cxn modelId="{AAB19312-0B1E-4957-98C8-654CC53B354B}" srcId="{B6426FDD-E207-4989-829D-4548891425C9}" destId="{54B9761D-41E1-461F-8F17-2295BE1B683D}" srcOrd="3" destOrd="0" parTransId="{77A260E9-9D75-42FE-90E6-12A6B6B41166}" sibTransId="{618FC7D2-6A61-45F3-92FC-64709D350590}"/>
    <dgm:cxn modelId="{3BC46122-7E55-4096-99A6-0884BF07FF24}" type="presOf" srcId="{9B9511D3-E7F5-44BC-A4EE-6F8806BA7DE2}" destId="{44BE4CBB-FA3B-49A1-A95C-1838D9E479DA}" srcOrd="0" destOrd="0" presId="urn:microsoft.com/office/officeart/2016/7/layout/RepeatingBendingProcessNew"/>
    <dgm:cxn modelId="{838D9E29-1A33-4652-A85D-6ABC1D05E69F}" type="presOf" srcId="{D6326A75-E68E-4E38-90BB-7A981EDCA89F}" destId="{3BB5CD1F-E588-4C34-8D36-7095062E8AF8}" srcOrd="1" destOrd="0" presId="urn:microsoft.com/office/officeart/2016/7/layout/RepeatingBendingProcessNew"/>
    <dgm:cxn modelId="{C253BA2C-4AB7-4FC8-9949-0AFB3A59F955}" type="presOf" srcId="{CCEC5256-8AA4-4D83-8C15-7668BE045CF5}" destId="{608464FA-A69F-4ABF-873A-B6F3B323D168}" srcOrd="0" destOrd="0" presId="urn:microsoft.com/office/officeart/2016/7/layout/RepeatingBendingProcessNew"/>
    <dgm:cxn modelId="{FDBCBD3B-8CC4-4DA2-A41B-C4219D1C798C}" type="presOf" srcId="{E2953045-53E6-4FA0-8C0D-4B758441E4F3}" destId="{693F704A-63C4-443C-A90D-EB8BDEF7EA2D}" srcOrd="0" destOrd="0" presId="urn:microsoft.com/office/officeart/2016/7/layout/RepeatingBendingProcessNew"/>
    <dgm:cxn modelId="{996F113D-A23E-4085-B141-E95730421095}" type="presOf" srcId="{9A7153F8-A187-4A18-AE66-BA3579570D9A}" destId="{4F57F211-F5A4-4010-A52E-05E4AEF231BF}" srcOrd="1" destOrd="0" presId="urn:microsoft.com/office/officeart/2016/7/layout/RepeatingBendingProcessNew"/>
    <dgm:cxn modelId="{CACFD75D-BD35-483B-86A6-FAAC86614015}" srcId="{B6426FDD-E207-4989-829D-4548891425C9}" destId="{C4095A5E-198A-4EB3-A3AA-F4C3699BB9A2}" srcOrd="4" destOrd="0" parTransId="{6D1031FF-5098-48EF-A6D3-5DE9C638B974}" sibTransId="{D6326A75-E68E-4E38-90BB-7A981EDCA89F}"/>
    <dgm:cxn modelId="{6AB68A43-FA7F-45FF-A99A-AD9B05DB589D}" srcId="{B6426FDD-E207-4989-829D-4548891425C9}" destId="{DA3DEBF0-66EF-442C-8CCC-0B690B46CEED}" srcOrd="5" destOrd="0" parTransId="{CFBC0173-2A85-4BA1-B0D3-7C99CE6A67B0}" sibTransId="{9A7153F8-A187-4A18-AE66-BA3579570D9A}"/>
    <dgm:cxn modelId="{11DC8465-6750-48EB-9092-574F29DC1B0B}" type="presOf" srcId="{618FC7D2-6A61-45F3-92FC-64709D350590}" destId="{2C13537F-7C57-4AD3-85B5-232E9474C4A3}" srcOrd="1" destOrd="0" presId="urn:microsoft.com/office/officeart/2016/7/layout/RepeatingBendingProcessNew"/>
    <dgm:cxn modelId="{105DC765-63BB-42A5-AB51-390EEE60E505}" srcId="{B6426FDD-E207-4989-829D-4548891425C9}" destId="{26B31F40-5933-4857-8FD8-ED31D6848D13}" srcOrd="6" destOrd="0" parTransId="{DDC68139-F212-4D5C-8D0C-09E6A828E79D}" sibTransId="{F28FD179-E6B1-4D5A-B626-F485A044998A}"/>
    <dgm:cxn modelId="{DB369548-7B30-40B4-97F2-907C391EE7C8}" type="presOf" srcId="{AC8E8586-E01F-478B-9793-9EBBF18C38E2}" destId="{8AA88EC4-AD7C-43C1-9B9F-313465E7CEC6}" srcOrd="0" destOrd="0" presId="urn:microsoft.com/office/officeart/2016/7/layout/RepeatingBendingProcessNew"/>
    <dgm:cxn modelId="{CC2AC64C-D54A-4C36-B46C-404AFAD174F8}" srcId="{B6426FDD-E207-4989-829D-4548891425C9}" destId="{5EDBE525-08E1-4D7B-8CD0-393543BB9507}" srcOrd="1" destOrd="0" parTransId="{9B1F0A6B-57C4-47C8-8D81-37FD886AD5C4}" sibTransId="{AC8E8586-E01F-478B-9793-9EBBF18C38E2}"/>
    <dgm:cxn modelId="{AD3FBD4F-C489-427B-A968-EABFE57BA466}" type="presOf" srcId="{C4095A5E-198A-4EB3-A3AA-F4C3699BB9A2}" destId="{1395F232-B781-47ED-A492-6806E2DFCFB6}" srcOrd="0" destOrd="0" presId="urn:microsoft.com/office/officeart/2016/7/layout/RepeatingBendingProcessNew"/>
    <dgm:cxn modelId="{2A570D51-0C12-4797-82AC-B9A08EF1B3BD}" type="presOf" srcId="{AC8E8586-E01F-478B-9793-9EBBF18C38E2}" destId="{F69252F3-8813-4696-8006-D4852F87F1B6}" srcOrd="1" destOrd="0" presId="urn:microsoft.com/office/officeart/2016/7/layout/RepeatingBendingProcessNew"/>
    <dgm:cxn modelId="{A73D0855-09FB-4C57-9102-2683665BC653}" type="presOf" srcId="{54B9761D-41E1-461F-8F17-2295BE1B683D}" destId="{F4E56335-9680-4198-B2AB-3FC2A7196304}" srcOrd="0" destOrd="0" presId="urn:microsoft.com/office/officeart/2016/7/layout/RepeatingBendingProcessNew"/>
    <dgm:cxn modelId="{D495757E-5827-4A5A-B464-D6822DB95137}" type="presOf" srcId="{B6426FDD-E207-4989-829D-4548891425C9}" destId="{BFB22E9A-DC82-4425-9087-808ED6A65C0B}" srcOrd="0" destOrd="0" presId="urn:microsoft.com/office/officeart/2016/7/layout/RepeatingBendingProcessNew"/>
    <dgm:cxn modelId="{76888D8A-95FD-4D8B-B881-B34866ACC6A2}" srcId="{B6426FDD-E207-4989-829D-4548891425C9}" destId="{38129DB8-9B8B-4143-BBA3-BE74B11A6BC7}" srcOrd="0" destOrd="0" parTransId="{0846DF0B-3886-4635-AEA2-629ECDD398E1}" sibTransId="{E2953045-53E6-4FA0-8C0D-4B758441E4F3}"/>
    <dgm:cxn modelId="{D1CEE88C-D2F5-4F45-A74D-34E88EA50DFB}" srcId="{B6426FDD-E207-4989-829D-4548891425C9}" destId="{CCEC5256-8AA4-4D83-8C15-7668BE045CF5}" srcOrd="2" destOrd="0" parTransId="{E8CC1C70-158E-472D-BCCA-5661F7F5AFD1}" sibTransId="{9B9511D3-E7F5-44BC-A4EE-6F8806BA7DE2}"/>
    <dgm:cxn modelId="{6FDFE0AC-1C07-4EBA-829B-BA669629A88C}" type="presOf" srcId="{618FC7D2-6A61-45F3-92FC-64709D350590}" destId="{15341F8E-2D9E-46DE-B631-B73BC883DFA3}" srcOrd="0" destOrd="0" presId="urn:microsoft.com/office/officeart/2016/7/layout/RepeatingBendingProcessNew"/>
    <dgm:cxn modelId="{FD8A46B2-37CF-42CF-84D3-1B70F95CF167}" type="presOf" srcId="{9B9511D3-E7F5-44BC-A4EE-6F8806BA7DE2}" destId="{B29385FC-A428-486D-833B-8960558087A8}" srcOrd="1" destOrd="0" presId="urn:microsoft.com/office/officeart/2016/7/layout/RepeatingBendingProcessNew"/>
    <dgm:cxn modelId="{B83B8FCE-DA47-4B76-B470-CC2572E54CFF}" type="presOf" srcId="{38129DB8-9B8B-4143-BBA3-BE74B11A6BC7}" destId="{61ACB521-5C04-4804-851E-9C563B5FE511}" srcOrd="0" destOrd="0" presId="urn:microsoft.com/office/officeart/2016/7/layout/RepeatingBendingProcessNew"/>
    <dgm:cxn modelId="{ED8E6BD8-539E-44B6-A694-C2F0A2484E32}" type="presOf" srcId="{DA3DEBF0-66EF-442C-8CCC-0B690B46CEED}" destId="{469F1792-AB18-4431-A61D-3474C67E5C6D}" srcOrd="0" destOrd="0" presId="urn:microsoft.com/office/officeart/2016/7/layout/RepeatingBendingProcessNew"/>
    <dgm:cxn modelId="{5958ACE3-246F-4722-8C54-FD99563CC66F}" type="presOf" srcId="{D6326A75-E68E-4E38-90BB-7A981EDCA89F}" destId="{6CF70AF6-C187-44EA-8368-C2DB34710ED3}" srcOrd="0" destOrd="0" presId="urn:microsoft.com/office/officeart/2016/7/layout/RepeatingBendingProcessNew"/>
    <dgm:cxn modelId="{476EC9F8-DD46-42C0-ACBE-FAAC7FB0A239}" type="presOf" srcId="{5EDBE525-08E1-4D7B-8CD0-393543BB9507}" destId="{910B5CA2-014E-4309-83A9-C1DC47E86559}" srcOrd="0" destOrd="0" presId="urn:microsoft.com/office/officeart/2016/7/layout/RepeatingBendingProcessNew"/>
    <dgm:cxn modelId="{EEE4B8BE-CCFF-45C7-9D8B-0533B48C07C8}" type="presParOf" srcId="{BFB22E9A-DC82-4425-9087-808ED6A65C0B}" destId="{61ACB521-5C04-4804-851E-9C563B5FE511}" srcOrd="0" destOrd="0" presId="urn:microsoft.com/office/officeart/2016/7/layout/RepeatingBendingProcessNew"/>
    <dgm:cxn modelId="{BAE35BF1-4BC9-46C7-A766-4692C5EBA909}" type="presParOf" srcId="{BFB22E9A-DC82-4425-9087-808ED6A65C0B}" destId="{693F704A-63C4-443C-A90D-EB8BDEF7EA2D}" srcOrd="1" destOrd="0" presId="urn:microsoft.com/office/officeart/2016/7/layout/RepeatingBendingProcessNew"/>
    <dgm:cxn modelId="{6AB918D0-FB5F-4A68-A219-40641BA92BB6}" type="presParOf" srcId="{693F704A-63C4-443C-A90D-EB8BDEF7EA2D}" destId="{8051BA17-62A0-4640-B76B-248F7AE2F4E7}" srcOrd="0" destOrd="0" presId="urn:microsoft.com/office/officeart/2016/7/layout/RepeatingBendingProcessNew"/>
    <dgm:cxn modelId="{055EDA84-71F7-4067-BC70-B24B42A50D60}" type="presParOf" srcId="{BFB22E9A-DC82-4425-9087-808ED6A65C0B}" destId="{910B5CA2-014E-4309-83A9-C1DC47E86559}" srcOrd="2" destOrd="0" presId="urn:microsoft.com/office/officeart/2016/7/layout/RepeatingBendingProcessNew"/>
    <dgm:cxn modelId="{B4F4F886-E440-4B36-B5A2-E706BE79668C}" type="presParOf" srcId="{BFB22E9A-DC82-4425-9087-808ED6A65C0B}" destId="{8AA88EC4-AD7C-43C1-9B9F-313465E7CEC6}" srcOrd="3" destOrd="0" presId="urn:microsoft.com/office/officeart/2016/7/layout/RepeatingBendingProcessNew"/>
    <dgm:cxn modelId="{CAB66CEC-5F7A-4A17-B6A5-C14800A6BCBC}" type="presParOf" srcId="{8AA88EC4-AD7C-43C1-9B9F-313465E7CEC6}" destId="{F69252F3-8813-4696-8006-D4852F87F1B6}" srcOrd="0" destOrd="0" presId="urn:microsoft.com/office/officeart/2016/7/layout/RepeatingBendingProcessNew"/>
    <dgm:cxn modelId="{15135DDE-867B-466F-8F7C-28C3BE1B88C2}" type="presParOf" srcId="{BFB22E9A-DC82-4425-9087-808ED6A65C0B}" destId="{608464FA-A69F-4ABF-873A-B6F3B323D168}" srcOrd="4" destOrd="0" presId="urn:microsoft.com/office/officeart/2016/7/layout/RepeatingBendingProcessNew"/>
    <dgm:cxn modelId="{E0A1EED9-F7F4-42CA-B1A3-538801C3C901}" type="presParOf" srcId="{BFB22E9A-DC82-4425-9087-808ED6A65C0B}" destId="{44BE4CBB-FA3B-49A1-A95C-1838D9E479DA}" srcOrd="5" destOrd="0" presId="urn:microsoft.com/office/officeart/2016/7/layout/RepeatingBendingProcessNew"/>
    <dgm:cxn modelId="{22BBB81E-E59D-4576-9836-A084FF77A252}" type="presParOf" srcId="{44BE4CBB-FA3B-49A1-A95C-1838D9E479DA}" destId="{B29385FC-A428-486D-833B-8960558087A8}" srcOrd="0" destOrd="0" presId="urn:microsoft.com/office/officeart/2016/7/layout/RepeatingBendingProcessNew"/>
    <dgm:cxn modelId="{C13C5943-DA11-4880-91CD-73548C912A09}" type="presParOf" srcId="{BFB22E9A-DC82-4425-9087-808ED6A65C0B}" destId="{F4E56335-9680-4198-B2AB-3FC2A7196304}" srcOrd="6" destOrd="0" presId="urn:microsoft.com/office/officeart/2016/7/layout/RepeatingBendingProcessNew"/>
    <dgm:cxn modelId="{E62285E4-2F2A-443C-B6DC-19A1DCB458EE}" type="presParOf" srcId="{BFB22E9A-DC82-4425-9087-808ED6A65C0B}" destId="{15341F8E-2D9E-46DE-B631-B73BC883DFA3}" srcOrd="7" destOrd="0" presId="urn:microsoft.com/office/officeart/2016/7/layout/RepeatingBendingProcessNew"/>
    <dgm:cxn modelId="{ECD96BF1-9F9B-49EB-BF5E-4DF9ACAFB0AA}" type="presParOf" srcId="{15341F8E-2D9E-46DE-B631-B73BC883DFA3}" destId="{2C13537F-7C57-4AD3-85B5-232E9474C4A3}" srcOrd="0" destOrd="0" presId="urn:microsoft.com/office/officeart/2016/7/layout/RepeatingBendingProcessNew"/>
    <dgm:cxn modelId="{17FB5FCE-4E03-4C8C-A36D-ABF770B7ECB9}" type="presParOf" srcId="{BFB22E9A-DC82-4425-9087-808ED6A65C0B}" destId="{1395F232-B781-47ED-A492-6806E2DFCFB6}" srcOrd="8" destOrd="0" presId="urn:microsoft.com/office/officeart/2016/7/layout/RepeatingBendingProcessNew"/>
    <dgm:cxn modelId="{8206327C-84A5-4A64-86A7-4CA750442965}" type="presParOf" srcId="{BFB22E9A-DC82-4425-9087-808ED6A65C0B}" destId="{6CF70AF6-C187-44EA-8368-C2DB34710ED3}" srcOrd="9" destOrd="0" presId="urn:microsoft.com/office/officeart/2016/7/layout/RepeatingBendingProcessNew"/>
    <dgm:cxn modelId="{8670586A-FC24-46FA-B2ED-67D14F57713B}" type="presParOf" srcId="{6CF70AF6-C187-44EA-8368-C2DB34710ED3}" destId="{3BB5CD1F-E588-4C34-8D36-7095062E8AF8}" srcOrd="0" destOrd="0" presId="urn:microsoft.com/office/officeart/2016/7/layout/RepeatingBendingProcessNew"/>
    <dgm:cxn modelId="{EFB53511-294B-4E97-95C2-78870E4884B0}" type="presParOf" srcId="{BFB22E9A-DC82-4425-9087-808ED6A65C0B}" destId="{469F1792-AB18-4431-A61D-3474C67E5C6D}" srcOrd="10" destOrd="0" presId="urn:microsoft.com/office/officeart/2016/7/layout/RepeatingBendingProcessNew"/>
    <dgm:cxn modelId="{41BBC532-072F-427B-B48B-6D9025A9D4A2}" type="presParOf" srcId="{BFB22E9A-DC82-4425-9087-808ED6A65C0B}" destId="{5241AD31-7E64-49CD-BA38-D1C49012BADE}" srcOrd="11" destOrd="0" presId="urn:microsoft.com/office/officeart/2016/7/layout/RepeatingBendingProcessNew"/>
    <dgm:cxn modelId="{CB76DBD7-494B-4C4E-B60D-D77F39252418}" type="presParOf" srcId="{5241AD31-7E64-49CD-BA38-D1C49012BADE}" destId="{4F57F211-F5A4-4010-A52E-05E4AEF231BF}" srcOrd="0" destOrd="0" presId="urn:microsoft.com/office/officeart/2016/7/layout/RepeatingBendingProcessNew"/>
    <dgm:cxn modelId="{AAE4C738-4E23-445D-8D85-B1635726E38F}" type="presParOf" srcId="{BFB22E9A-DC82-4425-9087-808ED6A65C0B}" destId="{D3D12F7D-1C89-471A-9A3C-4AD51922F9D8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512EF7-3FF9-4636-9854-E4D0916DDBB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5E31158-9836-49FA-951A-D750DFD7B9BD}">
      <dgm:prSet/>
      <dgm:spPr/>
      <dgm:t>
        <a:bodyPr/>
        <a:lstStyle/>
        <a:p>
          <a:r>
            <a:rPr lang="en-GB" b="0" i="0" baseline="0"/>
            <a:t>In this sample run, the user input is shaded.</a:t>
          </a:r>
          <a:endParaRPr lang="en-US"/>
        </a:p>
      </dgm:t>
    </dgm:pt>
    <dgm:pt modelId="{A21A97AE-2CE8-47F9-8039-477A2D179136}" type="parTrans" cxnId="{FD283494-5C98-460E-A19E-75368FA08724}">
      <dgm:prSet/>
      <dgm:spPr/>
      <dgm:t>
        <a:bodyPr/>
        <a:lstStyle/>
        <a:p>
          <a:endParaRPr lang="en-US"/>
        </a:p>
      </dgm:t>
    </dgm:pt>
    <dgm:pt modelId="{3595627E-657E-48DC-9618-387C39D78060}" type="sibTrans" cxnId="{FD283494-5C98-460E-A19E-75368FA08724}">
      <dgm:prSet/>
      <dgm:spPr/>
      <dgm:t>
        <a:bodyPr/>
        <a:lstStyle/>
        <a:p>
          <a:endParaRPr lang="en-US"/>
        </a:p>
      </dgm:t>
    </dgm:pt>
    <dgm:pt modelId="{27E14AAF-4076-495A-B435-7C63C4EFEE15}">
      <dgm:prSet/>
      <dgm:spPr/>
      <dgm:t>
        <a:bodyPr/>
        <a:lstStyle/>
        <a:p>
          <a:r>
            <a:rPr lang="en-GB" b="0" i="0" baseline="0"/>
            <a:t>Line 3: Enter a number followed by a character: 78 d</a:t>
          </a:r>
          <a:endParaRPr lang="en-US"/>
        </a:p>
      </dgm:t>
    </dgm:pt>
    <dgm:pt modelId="{2044E610-FBA8-47FF-83A4-4A2C917F7F83}" type="parTrans" cxnId="{25AABCD8-EE4E-4890-8F6F-8096F53AF76C}">
      <dgm:prSet/>
      <dgm:spPr/>
      <dgm:t>
        <a:bodyPr/>
        <a:lstStyle/>
        <a:p>
          <a:endParaRPr lang="en-US"/>
        </a:p>
      </dgm:t>
    </dgm:pt>
    <dgm:pt modelId="{5EE5E414-2B5F-431A-8791-C32F057CDF9C}" type="sibTrans" cxnId="{25AABCD8-EE4E-4890-8F6F-8096F53AF76C}">
      <dgm:prSet/>
      <dgm:spPr/>
      <dgm:t>
        <a:bodyPr/>
        <a:lstStyle/>
        <a:p>
          <a:endParaRPr lang="en-US"/>
        </a:p>
      </dgm:t>
    </dgm:pt>
    <dgm:pt modelId="{A3A5EF26-18C4-441A-A828-51CFA7E73594}">
      <dgm:prSet/>
      <dgm:spPr/>
      <dgm:t>
        <a:bodyPr/>
        <a:lstStyle/>
        <a:p>
          <a:r>
            <a:rPr lang="en-GB" b="0" i="0" baseline="0"/>
            <a:t>Line 5: a = 78, b = 34</a:t>
          </a:r>
          <a:endParaRPr lang="en-US"/>
        </a:p>
      </dgm:t>
    </dgm:pt>
    <dgm:pt modelId="{3E31D11D-1324-4BCF-A17C-144D2C478373}" type="parTrans" cxnId="{7C3B75AE-A670-487D-B2F9-C9E58085FE0F}">
      <dgm:prSet/>
      <dgm:spPr/>
      <dgm:t>
        <a:bodyPr/>
        <a:lstStyle/>
        <a:p>
          <a:endParaRPr lang="en-US"/>
        </a:p>
      </dgm:t>
    </dgm:pt>
    <dgm:pt modelId="{69E6CCFE-C61B-4218-AF45-607326D3915D}" type="sibTrans" cxnId="{7C3B75AE-A670-487D-B2F9-C9E58085FE0F}">
      <dgm:prSet/>
      <dgm:spPr/>
      <dgm:t>
        <a:bodyPr/>
        <a:lstStyle/>
        <a:p>
          <a:endParaRPr lang="en-US"/>
        </a:p>
      </dgm:t>
    </dgm:pt>
    <dgm:pt modelId="{7E719726-5CDF-4398-A904-EE18A914B8C5}">
      <dgm:prSet/>
      <dgm:spPr/>
      <dgm:t>
        <a:bodyPr/>
        <a:lstStyle/>
        <a:p>
          <a:r>
            <a:rPr lang="en-GB" b="0" i="0" baseline="0"/>
            <a:t>Line 8: Enter two numbers: 65 88</a:t>
          </a:r>
          <a:endParaRPr lang="en-US"/>
        </a:p>
      </dgm:t>
    </dgm:pt>
    <dgm:pt modelId="{F6546D19-BAEC-47A3-92E7-706D274F68D9}" type="parTrans" cxnId="{1F5E0581-F3D6-4F49-9DA4-98D6723B1F66}">
      <dgm:prSet/>
      <dgm:spPr/>
      <dgm:t>
        <a:bodyPr/>
        <a:lstStyle/>
        <a:p>
          <a:endParaRPr lang="en-US"/>
        </a:p>
      </dgm:t>
    </dgm:pt>
    <dgm:pt modelId="{4C7C122A-5C9A-454E-871E-2562C245C579}" type="sibTrans" cxnId="{1F5E0581-F3D6-4F49-9DA4-98D6723B1F66}">
      <dgm:prSet/>
      <dgm:spPr/>
      <dgm:t>
        <a:bodyPr/>
        <a:lstStyle/>
        <a:p>
          <a:endParaRPr lang="en-US"/>
        </a:p>
      </dgm:t>
    </dgm:pt>
    <dgm:pt modelId="{6D84E83C-BBE6-421E-B060-8A3B6154BD24}">
      <dgm:prSet/>
      <dgm:spPr/>
      <dgm:t>
        <a:bodyPr/>
        <a:lstStyle/>
        <a:p>
          <a:r>
            <a:rPr lang="en-GB" b="0" i="0" baseline="0"/>
            <a:t>Line 10: a = 65, b = 88</a:t>
          </a:r>
          <a:endParaRPr lang="en-US"/>
        </a:p>
      </dgm:t>
    </dgm:pt>
    <dgm:pt modelId="{DCB73BC2-9B17-4FC2-921A-3B9D8BA82B6A}" type="parTrans" cxnId="{7BAC9C3E-141B-48CE-A167-99F9FD1EC14B}">
      <dgm:prSet/>
      <dgm:spPr/>
      <dgm:t>
        <a:bodyPr/>
        <a:lstStyle/>
        <a:p>
          <a:endParaRPr lang="en-US"/>
        </a:p>
      </dgm:t>
    </dgm:pt>
    <dgm:pt modelId="{DC0350E0-5344-4069-AD3A-41B822EB04EF}" type="sibTrans" cxnId="{7BAC9C3E-141B-48CE-A167-99F9FD1EC14B}">
      <dgm:prSet/>
      <dgm:spPr/>
      <dgm:t>
        <a:bodyPr/>
        <a:lstStyle/>
        <a:p>
          <a:endParaRPr lang="en-US"/>
        </a:p>
      </dgm:t>
    </dgm:pt>
    <dgm:pt modelId="{F17E1B2C-680D-47AC-9ED0-C64366A4BAEA}" type="pres">
      <dgm:prSet presAssocID="{25512EF7-3FF9-4636-9854-E4D0916DDBBE}" presName="linear" presStyleCnt="0">
        <dgm:presLayoutVars>
          <dgm:animLvl val="lvl"/>
          <dgm:resizeHandles val="exact"/>
        </dgm:presLayoutVars>
      </dgm:prSet>
      <dgm:spPr/>
    </dgm:pt>
    <dgm:pt modelId="{277FE859-432D-40C9-9B1D-6FEB96CDC2F7}" type="pres">
      <dgm:prSet presAssocID="{B5E31158-9836-49FA-951A-D750DFD7B9B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605F551-6E9F-4353-9DB2-B1085C98CD0E}" type="pres">
      <dgm:prSet presAssocID="{3595627E-657E-48DC-9618-387C39D78060}" presName="spacer" presStyleCnt="0"/>
      <dgm:spPr/>
    </dgm:pt>
    <dgm:pt modelId="{A6F1AF52-874C-4AD3-B35F-31875E9D39B2}" type="pres">
      <dgm:prSet presAssocID="{27E14AAF-4076-495A-B435-7C63C4EFEE1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BE57E55-4AF6-45C8-A67C-D070CF2A2E0C}" type="pres">
      <dgm:prSet presAssocID="{5EE5E414-2B5F-431A-8791-C32F057CDF9C}" presName="spacer" presStyleCnt="0"/>
      <dgm:spPr/>
    </dgm:pt>
    <dgm:pt modelId="{6B9B0A35-AF8E-403C-B172-D84260CF2504}" type="pres">
      <dgm:prSet presAssocID="{A3A5EF26-18C4-441A-A828-51CFA7E7359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D8361A9-2DCD-4545-B3F7-29671C721F28}" type="pres">
      <dgm:prSet presAssocID="{69E6CCFE-C61B-4218-AF45-607326D3915D}" presName="spacer" presStyleCnt="0"/>
      <dgm:spPr/>
    </dgm:pt>
    <dgm:pt modelId="{C7056C8D-DC0E-40D3-B316-B7AC35AD2E68}" type="pres">
      <dgm:prSet presAssocID="{7E719726-5CDF-4398-A904-EE18A914B8C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87D223F-986B-47A8-BCAA-4127B0A46C06}" type="pres">
      <dgm:prSet presAssocID="{4C7C122A-5C9A-454E-871E-2562C245C579}" presName="spacer" presStyleCnt="0"/>
      <dgm:spPr/>
    </dgm:pt>
    <dgm:pt modelId="{F821A8EA-5519-4E62-8002-1700BFE45C75}" type="pres">
      <dgm:prSet presAssocID="{6D84E83C-BBE6-421E-B060-8A3B6154BD2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BB8C706-979F-4F46-A955-BA9D74E378EF}" type="presOf" srcId="{25512EF7-3FF9-4636-9854-E4D0916DDBBE}" destId="{F17E1B2C-680D-47AC-9ED0-C64366A4BAEA}" srcOrd="0" destOrd="0" presId="urn:microsoft.com/office/officeart/2005/8/layout/vList2"/>
    <dgm:cxn modelId="{EA50971D-5873-44E2-8CD3-65285AFDDC44}" type="presOf" srcId="{6D84E83C-BBE6-421E-B060-8A3B6154BD24}" destId="{F821A8EA-5519-4E62-8002-1700BFE45C75}" srcOrd="0" destOrd="0" presId="urn:microsoft.com/office/officeart/2005/8/layout/vList2"/>
    <dgm:cxn modelId="{7BAC9C3E-141B-48CE-A167-99F9FD1EC14B}" srcId="{25512EF7-3FF9-4636-9854-E4D0916DDBBE}" destId="{6D84E83C-BBE6-421E-B060-8A3B6154BD24}" srcOrd="4" destOrd="0" parTransId="{DCB73BC2-9B17-4FC2-921A-3B9D8BA82B6A}" sibTransId="{DC0350E0-5344-4069-AD3A-41B822EB04EF}"/>
    <dgm:cxn modelId="{E9DA2640-3A1D-4032-A04A-41957F72671C}" type="presOf" srcId="{A3A5EF26-18C4-441A-A828-51CFA7E73594}" destId="{6B9B0A35-AF8E-403C-B172-D84260CF2504}" srcOrd="0" destOrd="0" presId="urn:microsoft.com/office/officeart/2005/8/layout/vList2"/>
    <dgm:cxn modelId="{D7EA9573-057B-412C-9DE5-EC08726860EA}" type="presOf" srcId="{B5E31158-9836-49FA-951A-D750DFD7B9BD}" destId="{277FE859-432D-40C9-9B1D-6FEB96CDC2F7}" srcOrd="0" destOrd="0" presId="urn:microsoft.com/office/officeart/2005/8/layout/vList2"/>
    <dgm:cxn modelId="{F9796354-8B73-454B-9620-9340B39DA115}" type="presOf" srcId="{27E14AAF-4076-495A-B435-7C63C4EFEE15}" destId="{A6F1AF52-874C-4AD3-B35F-31875E9D39B2}" srcOrd="0" destOrd="0" presId="urn:microsoft.com/office/officeart/2005/8/layout/vList2"/>
    <dgm:cxn modelId="{1F5E0581-F3D6-4F49-9DA4-98D6723B1F66}" srcId="{25512EF7-3FF9-4636-9854-E4D0916DDBBE}" destId="{7E719726-5CDF-4398-A904-EE18A914B8C5}" srcOrd="3" destOrd="0" parTransId="{F6546D19-BAEC-47A3-92E7-706D274F68D9}" sibTransId="{4C7C122A-5C9A-454E-871E-2562C245C579}"/>
    <dgm:cxn modelId="{FD283494-5C98-460E-A19E-75368FA08724}" srcId="{25512EF7-3FF9-4636-9854-E4D0916DDBBE}" destId="{B5E31158-9836-49FA-951A-D750DFD7B9BD}" srcOrd="0" destOrd="0" parTransId="{A21A97AE-2CE8-47F9-8039-477A2D179136}" sibTransId="{3595627E-657E-48DC-9618-387C39D78060}"/>
    <dgm:cxn modelId="{7C3B75AE-A670-487D-B2F9-C9E58085FE0F}" srcId="{25512EF7-3FF9-4636-9854-E4D0916DDBBE}" destId="{A3A5EF26-18C4-441A-A828-51CFA7E73594}" srcOrd="2" destOrd="0" parTransId="{3E31D11D-1324-4BCF-A17C-144D2C478373}" sibTransId="{69E6CCFE-C61B-4218-AF45-607326D3915D}"/>
    <dgm:cxn modelId="{25AABCD8-EE4E-4890-8F6F-8096F53AF76C}" srcId="{25512EF7-3FF9-4636-9854-E4D0916DDBBE}" destId="{27E14AAF-4076-495A-B435-7C63C4EFEE15}" srcOrd="1" destOrd="0" parTransId="{2044E610-FBA8-47FF-83A4-4A2C917F7F83}" sibTransId="{5EE5E414-2B5F-431A-8791-C32F057CDF9C}"/>
    <dgm:cxn modelId="{A28C68E8-C076-4F18-821D-B0F50E404388}" type="presOf" srcId="{7E719726-5CDF-4398-A904-EE18A914B8C5}" destId="{C7056C8D-DC0E-40D3-B316-B7AC35AD2E68}" srcOrd="0" destOrd="0" presId="urn:microsoft.com/office/officeart/2005/8/layout/vList2"/>
    <dgm:cxn modelId="{6635F6E7-B49F-48C5-AE8A-C253D428F5DE}" type="presParOf" srcId="{F17E1B2C-680D-47AC-9ED0-C64366A4BAEA}" destId="{277FE859-432D-40C9-9B1D-6FEB96CDC2F7}" srcOrd="0" destOrd="0" presId="urn:microsoft.com/office/officeart/2005/8/layout/vList2"/>
    <dgm:cxn modelId="{AFB171AD-0021-4607-B186-BCFA34226015}" type="presParOf" srcId="{F17E1B2C-680D-47AC-9ED0-C64366A4BAEA}" destId="{0605F551-6E9F-4353-9DB2-B1085C98CD0E}" srcOrd="1" destOrd="0" presId="urn:microsoft.com/office/officeart/2005/8/layout/vList2"/>
    <dgm:cxn modelId="{ED1F0B9C-A2E7-4C2A-AB47-69897212848C}" type="presParOf" srcId="{F17E1B2C-680D-47AC-9ED0-C64366A4BAEA}" destId="{A6F1AF52-874C-4AD3-B35F-31875E9D39B2}" srcOrd="2" destOrd="0" presId="urn:microsoft.com/office/officeart/2005/8/layout/vList2"/>
    <dgm:cxn modelId="{1B12FE64-364E-45BF-8EEC-4D616E35906D}" type="presParOf" srcId="{F17E1B2C-680D-47AC-9ED0-C64366A4BAEA}" destId="{7BE57E55-4AF6-45C8-A67C-D070CF2A2E0C}" srcOrd="3" destOrd="0" presId="urn:microsoft.com/office/officeart/2005/8/layout/vList2"/>
    <dgm:cxn modelId="{96353A2A-713C-466F-B16D-02C6F80F27D1}" type="presParOf" srcId="{F17E1B2C-680D-47AC-9ED0-C64366A4BAEA}" destId="{6B9B0A35-AF8E-403C-B172-D84260CF2504}" srcOrd="4" destOrd="0" presId="urn:microsoft.com/office/officeart/2005/8/layout/vList2"/>
    <dgm:cxn modelId="{208EC59D-8FBD-44CD-AEC1-813BCACEEF5B}" type="presParOf" srcId="{F17E1B2C-680D-47AC-9ED0-C64366A4BAEA}" destId="{3D8361A9-2DCD-4545-B3F7-29671C721F28}" srcOrd="5" destOrd="0" presId="urn:microsoft.com/office/officeart/2005/8/layout/vList2"/>
    <dgm:cxn modelId="{937F0100-FD19-4A61-BC22-250AAA878AB9}" type="presParOf" srcId="{F17E1B2C-680D-47AC-9ED0-C64366A4BAEA}" destId="{C7056C8D-DC0E-40D3-B316-B7AC35AD2E68}" srcOrd="6" destOrd="0" presId="urn:microsoft.com/office/officeart/2005/8/layout/vList2"/>
    <dgm:cxn modelId="{0275D0A6-3041-442C-B68B-F3F80C8750AD}" type="presParOf" srcId="{F17E1B2C-680D-47AC-9ED0-C64366A4BAEA}" destId="{287D223F-986B-47A8-BCAA-4127B0A46C06}" srcOrd="7" destOrd="0" presId="urn:microsoft.com/office/officeart/2005/8/layout/vList2"/>
    <dgm:cxn modelId="{C3086305-317A-4EB3-A85D-C842D186EAB2}" type="presParOf" srcId="{F17E1B2C-680D-47AC-9ED0-C64366A4BAEA}" destId="{F821A8EA-5519-4E62-8002-1700BFE45C7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9B4E4C-C698-4034-981B-875985FDD1F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E00451-D798-46C1-96DF-5551B3A3D7EE}">
      <dgm:prSet/>
      <dgm:spPr/>
      <dgm:t>
        <a:bodyPr/>
        <a:lstStyle/>
        <a:p>
          <a:r>
            <a:rPr lang="en-GB" b="0" i="0" baseline="0"/>
            <a:t>cout &lt;&lt; expression or manipulator &lt;&lt; expression or manipulator...;</a:t>
          </a:r>
          <a:endParaRPr lang="en-US"/>
        </a:p>
      </dgm:t>
    </dgm:pt>
    <dgm:pt modelId="{17B355DA-4DD5-461B-B753-A71B3B19B123}" type="parTrans" cxnId="{EEA92B64-0378-4A04-B60A-763FBAE561D8}">
      <dgm:prSet/>
      <dgm:spPr/>
      <dgm:t>
        <a:bodyPr/>
        <a:lstStyle/>
        <a:p>
          <a:endParaRPr lang="en-US"/>
        </a:p>
      </dgm:t>
    </dgm:pt>
    <dgm:pt modelId="{6342746F-1FAA-461B-8EBD-3DB67D5E6AC6}" type="sibTrans" cxnId="{EEA92B64-0378-4A04-B60A-763FBAE561D8}">
      <dgm:prSet/>
      <dgm:spPr/>
      <dgm:t>
        <a:bodyPr/>
        <a:lstStyle/>
        <a:p>
          <a:endParaRPr lang="en-US"/>
        </a:p>
      </dgm:t>
    </dgm:pt>
    <dgm:pt modelId="{B9A56DCD-4806-4528-8C4A-46CA75D3E137}">
      <dgm:prSet/>
      <dgm:spPr/>
      <dgm:t>
        <a:bodyPr/>
        <a:lstStyle/>
        <a:p>
          <a:r>
            <a:rPr lang="en-US"/>
            <a:t>Manipulator is used to format the output</a:t>
          </a:r>
        </a:p>
      </dgm:t>
    </dgm:pt>
    <dgm:pt modelId="{E294E5A5-0C74-43CF-86A5-9CF6E503589B}" type="parTrans" cxnId="{04B5DB21-FBFE-4945-918E-5D333901C5DE}">
      <dgm:prSet/>
      <dgm:spPr/>
      <dgm:t>
        <a:bodyPr/>
        <a:lstStyle/>
        <a:p>
          <a:endParaRPr lang="en-US"/>
        </a:p>
      </dgm:t>
    </dgm:pt>
    <dgm:pt modelId="{6D8782CD-CA12-4079-8288-2A418C558E34}" type="sibTrans" cxnId="{04B5DB21-FBFE-4945-918E-5D333901C5DE}">
      <dgm:prSet/>
      <dgm:spPr/>
      <dgm:t>
        <a:bodyPr/>
        <a:lstStyle/>
        <a:p>
          <a:endParaRPr lang="en-US"/>
        </a:p>
      </dgm:t>
    </dgm:pt>
    <dgm:pt modelId="{84B918EE-9EC6-453B-965D-33D0A56658BD}" type="pres">
      <dgm:prSet presAssocID="{9E9B4E4C-C698-4034-981B-875985FDD1FB}" presName="linear" presStyleCnt="0">
        <dgm:presLayoutVars>
          <dgm:animLvl val="lvl"/>
          <dgm:resizeHandles val="exact"/>
        </dgm:presLayoutVars>
      </dgm:prSet>
      <dgm:spPr/>
    </dgm:pt>
    <dgm:pt modelId="{F7B66910-6CFF-45A4-9201-7C1C8641BD4E}" type="pres">
      <dgm:prSet presAssocID="{6FE00451-D798-46C1-96DF-5551B3A3D7E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F958ECD-D2BD-4B36-96E4-B5B62CBBFD08}" type="pres">
      <dgm:prSet presAssocID="{6342746F-1FAA-461B-8EBD-3DB67D5E6AC6}" presName="spacer" presStyleCnt="0"/>
      <dgm:spPr/>
    </dgm:pt>
    <dgm:pt modelId="{ADC60AF6-247A-47A5-9528-603E90AA8E28}" type="pres">
      <dgm:prSet presAssocID="{B9A56DCD-4806-4528-8C4A-46CA75D3E13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BE98116-A6CE-4BF6-8795-E5B91C2B6FEA}" type="presOf" srcId="{9E9B4E4C-C698-4034-981B-875985FDD1FB}" destId="{84B918EE-9EC6-453B-965D-33D0A56658BD}" srcOrd="0" destOrd="0" presId="urn:microsoft.com/office/officeart/2005/8/layout/vList2"/>
    <dgm:cxn modelId="{04B5DB21-FBFE-4945-918E-5D333901C5DE}" srcId="{9E9B4E4C-C698-4034-981B-875985FDD1FB}" destId="{B9A56DCD-4806-4528-8C4A-46CA75D3E137}" srcOrd="1" destOrd="0" parTransId="{E294E5A5-0C74-43CF-86A5-9CF6E503589B}" sibTransId="{6D8782CD-CA12-4079-8288-2A418C558E34}"/>
    <dgm:cxn modelId="{EEA92B64-0378-4A04-B60A-763FBAE561D8}" srcId="{9E9B4E4C-C698-4034-981B-875985FDD1FB}" destId="{6FE00451-D798-46C1-96DF-5551B3A3D7EE}" srcOrd="0" destOrd="0" parTransId="{17B355DA-4DD5-461B-B753-A71B3B19B123}" sibTransId="{6342746F-1FAA-461B-8EBD-3DB67D5E6AC6}"/>
    <dgm:cxn modelId="{E0CA6B8D-880D-432A-AA11-82E2D15FBDBB}" type="presOf" srcId="{6FE00451-D798-46C1-96DF-5551B3A3D7EE}" destId="{F7B66910-6CFF-45A4-9201-7C1C8641BD4E}" srcOrd="0" destOrd="0" presId="urn:microsoft.com/office/officeart/2005/8/layout/vList2"/>
    <dgm:cxn modelId="{1DD67EB4-0501-4202-BB12-1692CD3E8D11}" type="presOf" srcId="{B9A56DCD-4806-4528-8C4A-46CA75D3E137}" destId="{ADC60AF6-247A-47A5-9528-603E90AA8E28}" srcOrd="0" destOrd="0" presId="urn:microsoft.com/office/officeart/2005/8/layout/vList2"/>
    <dgm:cxn modelId="{76E102AB-7099-477A-94D7-8843EAD0E59D}" type="presParOf" srcId="{84B918EE-9EC6-453B-965D-33D0A56658BD}" destId="{F7B66910-6CFF-45A4-9201-7C1C8641BD4E}" srcOrd="0" destOrd="0" presId="urn:microsoft.com/office/officeart/2005/8/layout/vList2"/>
    <dgm:cxn modelId="{34D6D710-1FF5-4227-B003-03C00335D4EE}" type="presParOf" srcId="{84B918EE-9EC6-453B-965D-33D0A56658BD}" destId="{1F958ECD-D2BD-4B36-96E4-B5B62CBBFD08}" srcOrd="1" destOrd="0" presId="urn:microsoft.com/office/officeart/2005/8/layout/vList2"/>
    <dgm:cxn modelId="{F888A533-C70F-4663-AC11-85DD0126B4F8}" type="presParOf" srcId="{84B918EE-9EC6-453B-965D-33D0A56658BD}" destId="{ADC60AF6-247A-47A5-9528-603E90AA8E2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5820AD-47DF-483F-8B1B-226C1F930FE1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B185915-77A6-4E0A-84AF-9BE41CBFB500}">
      <dgm:prSet/>
      <dgm:spPr/>
      <dgm:t>
        <a:bodyPr/>
        <a:lstStyle/>
        <a:p>
          <a:r>
            <a:rPr lang="en-GB"/>
            <a:t>Original number is: 2.71828</a:t>
          </a:r>
          <a:endParaRPr lang="en-US"/>
        </a:p>
      </dgm:t>
    </dgm:pt>
    <dgm:pt modelId="{E4CCEB6A-0ECF-4BA8-86F6-4FD963C1A5AD}" type="parTrans" cxnId="{EE140612-E627-458D-B18F-091F6D74CB51}">
      <dgm:prSet/>
      <dgm:spPr/>
      <dgm:t>
        <a:bodyPr/>
        <a:lstStyle/>
        <a:p>
          <a:endParaRPr lang="en-US"/>
        </a:p>
      </dgm:t>
    </dgm:pt>
    <dgm:pt modelId="{F440C0CD-8E45-409E-8936-C353FA5A07BB}" type="sibTrans" cxnId="{EE140612-E627-458D-B18F-091F6D74CB51}">
      <dgm:prSet/>
      <dgm:spPr/>
      <dgm:t>
        <a:bodyPr/>
        <a:lstStyle/>
        <a:p>
          <a:endParaRPr lang="en-US"/>
        </a:p>
      </dgm:t>
    </dgm:pt>
    <dgm:pt modelId="{524D11B4-BEAA-4CFB-83BC-D517621CCD3B}">
      <dgm:prSet/>
      <dgm:spPr/>
      <dgm:t>
        <a:bodyPr/>
        <a:lstStyle/>
        <a:p>
          <a:r>
            <a:rPr lang="en-GB"/>
            <a:t>The number with 3 significant figures is: 2.72</a:t>
          </a:r>
          <a:endParaRPr lang="en-US"/>
        </a:p>
      </dgm:t>
    </dgm:pt>
    <dgm:pt modelId="{63CD3E89-102F-4AB0-B2E7-C8059357AB00}" type="parTrans" cxnId="{ABABE3EF-433C-4C3F-AF6A-BDD7724E20A7}">
      <dgm:prSet/>
      <dgm:spPr/>
      <dgm:t>
        <a:bodyPr/>
        <a:lstStyle/>
        <a:p>
          <a:endParaRPr lang="en-US"/>
        </a:p>
      </dgm:t>
    </dgm:pt>
    <dgm:pt modelId="{B9C590D0-B81B-4E1B-BFD4-64F6BC72B3AE}" type="sibTrans" cxnId="{ABABE3EF-433C-4C3F-AF6A-BDD7724E20A7}">
      <dgm:prSet/>
      <dgm:spPr/>
      <dgm:t>
        <a:bodyPr/>
        <a:lstStyle/>
        <a:p>
          <a:endParaRPr lang="en-US"/>
        </a:p>
      </dgm:t>
    </dgm:pt>
    <dgm:pt modelId="{CF6322F0-E71E-4A12-9FE3-0F246A0A7FCD}">
      <dgm:prSet/>
      <dgm:spPr/>
      <dgm:t>
        <a:bodyPr/>
        <a:lstStyle/>
        <a:p>
          <a:r>
            <a:rPr lang="en-GB"/>
            <a:t>The number with 3 decimal places is: 2.718</a:t>
          </a:r>
          <a:endParaRPr lang="en-US"/>
        </a:p>
      </dgm:t>
    </dgm:pt>
    <dgm:pt modelId="{29DD13CD-B8FE-4D32-9A3F-24B9E37E5197}" type="parTrans" cxnId="{E537CA8E-089C-4499-95FD-E88A9FFCF068}">
      <dgm:prSet/>
      <dgm:spPr/>
      <dgm:t>
        <a:bodyPr/>
        <a:lstStyle/>
        <a:p>
          <a:endParaRPr lang="en-US"/>
        </a:p>
      </dgm:t>
    </dgm:pt>
    <dgm:pt modelId="{18E9593C-2978-4F80-841D-8A15D79F7D12}" type="sibTrans" cxnId="{E537CA8E-089C-4499-95FD-E88A9FFCF068}">
      <dgm:prSet/>
      <dgm:spPr/>
      <dgm:t>
        <a:bodyPr/>
        <a:lstStyle/>
        <a:p>
          <a:endParaRPr lang="en-US"/>
        </a:p>
      </dgm:t>
    </dgm:pt>
    <dgm:pt modelId="{A553947C-4DDF-490F-B69E-F908C9034523}" type="pres">
      <dgm:prSet presAssocID="{195820AD-47DF-483F-8B1B-226C1F930FE1}" presName="vert0" presStyleCnt="0">
        <dgm:presLayoutVars>
          <dgm:dir/>
          <dgm:animOne val="branch"/>
          <dgm:animLvl val="lvl"/>
        </dgm:presLayoutVars>
      </dgm:prSet>
      <dgm:spPr/>
    </dgm:pt>
    <dgm:pt modelId="{4FDF8C08-45EB-435F-AF00-65EE2747F4E7}" type="pres">
      <dgm:prSet presAssocID="{0B185915-77A6-4E0A-84AF-9BE41CBFB500}" presName="thickLine" presStyleLbl="alignNode1" presStyleIdx="0" presStyleCnt="3"/>
      <dgm:spPr/>
    </dgm:pt>
    <dgm:pt modelId="{3D74F373-BEC1-4556-A089-A39A11289C19}" type="pres">
      <dgm:prSet presAssocID="{0B185915-77A6-4E0A-84AF-9BE41CBFB500}" presName="horz1" presStyleCnt="0"/>
      <dgm:spPr/>
    </dgm:pt>
    <dgm:pt modelId="{DB45D4D0-019B-4C3B-BE24-A90EC3FEA2A8}" type="pres">
      <dgm:prSet presAssocID="{0B185915-77A6-4E0A-84AF-9BE41CBFB500}" presName="tx1" presStyleLbl="revTx" presStyleIdx="0" presStyleCnt="3"/>
      <dgm:spPr/>
    </dgm:pt>
    <dgm:pt modelId="{189BC66E-E317-4758-B86E-415545F31A72}" type="pres">
      <dgm:prSet presAssocID="{0B185915-77A6-4E0A-84AF-9BE41CBFB500}" presName="vert1" presStyleCnt="0"/>
      <dgm:spPr/>
    </dgm:pt>
    <dgm:pt modelId="{9E8BA828-070A-4C33-86CF-B46A6E9A5A78}" type="pres">
      <dgm:prSet presAssocID="{524D11B4-BEAA-4CFB-83BC-D517621CCD3B}" presName="thickLine" presStyleLbl="alignNode1" presStyleIdx="1" presStyleCnt="3"/>
      <dgm:spPr/>
    </dgm:pt>
    <dgm:pt modelId="{9D77865D-59CD-4F90-AB3F-CB9D9ED93FD5}" type="pres">
      <dgm:prSet presAssocID="{524D11B4-BEAA-4CFB-83BC-D517621CCD3B}" presName="horz1" presStyleCnt="0"/>
      <dgm:spPr/>
    </dgm:pt>
    <dgm:pt modelId="{2B5A4D83-7A8E-4542-9E32-47FB3B9E4D1F}" type="pres">
      <dgm:prSet presAssocID="{524D11B4-BEAA-4CFB-83BC-D517621CCD3B}" presName="tx1" presStyleLbl="revTx" presStyleIdx="1" presStyleCnt="3"/>
      <dgm:spPr/>
    </dgm:pt>
    <dgm:pt modelId="{875E00EE-6C42-4FFC-A465-40B138E19977}" type="pres">
      <dgm:prSet presAssocID="{524D11B4-BEAA-4CFB-83BC-D517621CCD3B}" presName="vert1" presStyleCnt="0"/>
      <dgm:spPr/>
    </dgm:pt>
    <dgm:pt modelId="{ABFF13DA-086A-4B54-A3AE-BF7ECF6C5D36}" type="pres">
      <dgm:prSet presAssocID="{CF6322F0-E71E-4A12-9FE3-0F246A0A7FCD}" presName="thickLine" presStyleLbl="alignNode1" presStyleIdx="2" presStyleCnt="3"/>
      <dgm:spPr/>
    </dgm:pt>
    <dgm:pt modelId="{896FC485-93F0-4A4C-8C17-4A9E1EE11FE1}" type="pres">
      <dgm:prSet presAssocID="{CF6322F0-E71E-4A12-9FE3-0F246A0A7FCD}" presName="horz1" presStyleCnt="0"/>
      <dgm:spPr/>
    </dgm:pt>
    <dgm:pt modelId="{BF717AAE-C05E-4507-99C7-5A2B5EDA2BCE}" type="pres">
      <dgm:prSet presAssocID="{CF6322F0-E71E-4A12-9FE3-0F246A0A7FCD}" presName="tx1" presStyleLbl="revTx" presStyleIdx="2" presStyleCnt="3"/>
      <dgm:spPr/>
    </dgm:pt>
    <dgm:pt modelId="{453F1625-5CB0-4538-92A6-FB0C93DEF176}" type="pres">
      <dgm:prSet presAssocID="{CF6322F0-E71E-4A12-9FE3-0F246A0A7FCD}" presName="vert1" presStyleCnt="0"/>
      <dgm:spPr/>
    </dgm:pt>
  </dgm:ptLst>
  <dgm:cxnLst>
    <dgm:cxn modelId="{6D07BC0D-4541-4965-97F4-792F5214935A}" type="presOf" srcId="{524D11B4-BEAA-4CFB-83BC-D517621CCD3B}" destId="{2B5A4D83-7A8E-4542-9E32-47FB3B9E4D1F}" srcOrd="0" destOrd="0" presId="urn:microsoft.com/office/officeart/2008/layout/LinedList"/>
    <dgm:cxn modelId="{EE140612-E627-458D-B18F-091F6D74CB51}" srcId="{195820AD-47DF-483F-8B1B-226C1F930FE1}" destId="{0B185915-77A6-4E0A-84AF-9BE41CBFB500}" srcOrd="0" destOrd="0" parTransId="{E4CCEB6A-0ECF-4BA8-86F6-4FD963C1A5AD}" sibTransId="{F440C0CD-8E45-409E-8936-C353FA5A07BB}"/>
    <dgm:cxn modelId="{4C2E6918-71E2-4FCF-9138-0DBC182A5AC5}" type="presOf" srcId="{0B185915-77A6-4E0A-84AF-9BE41CBFB500}" destId="{DB45D4D0-019B-4C3B-BE24-A90EC3FEA2A8}" srcOrd="0" destOrd="0" presId="urn:microsoft.com/office/officeart/2008/layout/LinedList"/>
    <dgm:cxn modelId="{0BF4155C-0FE1-4A10-829F-0D71FAFEC14D}" type="presOf" srcId="{CF6322F0-E71E-4A12-9FE3-0F246A0A7FCD}" destId="{BF717AAE-C05E-4507-99C7-5A2B5EDA2BCE}" srcOrd="0" destOrd="0" presId="urn:microsoft.com/office/officeart/2008/layout/LinedList"/>
    <dgm:cxn modelId="{82C33063-E944-4FA4-A4E2-7CCFD7AA961D}" type="presOf" srcId="{195820AD-47DF-483F-8B1B-226C1F930FE1}" destId="{A553947C-4DDF-490F-B69E-F908C9034523}" srcOrd="0" destOrd="0" presId="urn:microsoft.com/office/officeart/2008/layout/LinedList"/>
    <dgm:cxn modelId="{E537CA8E-089C-4499-95FD-E88A9FFCF068}" srcId="{195820AD-47DF-483F-8B1B-226C1F930FE1}" destId="{CF6322F0-E71E-4A12-9FE3-0F246A0A7FCD}" srcOrd="2" destOrd="0" parTransId="{29DD13CD-B8FE-4D32-9A3F-24B9E37E5197}" sibTransId="{18E9593C-2978-4F80-841D-8A15D79F7D12}"/>
    <dgm:cxn modelId="{ABABE3EF-433C-4C3F-AF6A-BDD7724E20A7}" srcId="{195820AD-47DF-483F-8B1B-226C1F930FE1}" destId="{524D11B4-BEAA-4CFB-83BC-D517621CCD3B}" srcOrd="1" destOrd="0" parTransId="{63CD3E89-102F-4AB0-B2E7-C8059357AB00}" sibTransId="{B9C590D0-B81B-4E1B-BFD4-64F6BC72B3AE}"/>
    <dgm:cxn modelId="{705CF37B-7F36-438A-AB98-BB1136E43ACD}" type="presParOf" srcId="{A553947C-4DDF-490F-B69E-F908C9034523}" destId="{4FDF8C08-45EB-435F-AF00-65EE2747F4E7}" srcOrd="0" destOrd="0" presId="urn:microsoft.com/office/officeart/2008/layout/LinedList"/>
    <dgm:cxn modelId="{C859F4A2-9C0E-4052-AEB2-777FE48D4236}" type="presParOf" srcId="{A553947C-4DDF-490F-B69E-F908C9034523}" destId="{3D74F373-BEC1-4556-A089-A39A11289C19}" srcOrd="1" destOrd="0" presId="urn:microsoft.com/office/officeart/2008/layout/LinedList"/>
    <dgm:cxn modelId="{773DAE57-441B-45D0-9DC8-E80353783CA6}" type="presParOf" srcId="{3D74F373-BEC1-4556-A089-A39A11289C19}" destId="{DB45D4D0-019B-4C3B-BE24-A90EC3FEA2A8}" srcOrd="0" destOrd="0" presId="urn:microsoft.com/office/officeart/2008/layout/LinedList"/>
    <dgm:cxn modelId="{A8BA4805-6E7F-45FC-BA99-D29C468D041E}" type="presParOf" srcId="{3D74F373-BEC1-4556-A089-A39A11289C19}" destId="{189BC66E-E317-4758-B86E-415545F31A72}" srcOrd="1" destOrd="0" presId="urn:microsoft.com/office/officeart/2008/layout/LinedList"/>
    <dgm:cxn modelId="{599F1FDD-B5D5-4FC5-B565-5AC8FA07C6FE}" type="presParOf" srcId="{A553947C-4DDF-490F-B69E-F908C9034523}" destId="{9E8BA828-070A-4C33-86CF-B46A6E9A5A78}" srcOrd="2" destOrd="0" presId="urn:microsoft.com/office/officeart/2008/layout/LinedList"/>
    <dgm:cxn modelId="{853970CD-BA97-4775-9EEA-7B3A75289DBF}" type="presParOf" srcId="{A553947C-4DDF-490F-B69E-F908C9034523}" destId="{9D77865D-59CD-4F90-AB3F-CB9D9ED93FD5}" srcOrd="3" destOrd="0" presId="urn:microsoft.com/office/officeart/2008/layout/LinedList"/>
    <dgm:cxn modelId="{0BF9491A-60A0-43F1-9FE7-6F7B6A4F31C5}" type="presParOf" srcId="{9D77865D-59CD-4F90-AB3F-CB9D9ED93FD5}" destId="{2B5A4D83-7A8E-4542-9E32-47FB3B9E4D1F}" srcOrd="0" destOrd="0" presId="urn:microsoft.com/office/officeart/2008/layout/LinedList"/>
    <dgm:cxn modelId="{A37B5694-C682-4FBA-B56C-C39DDE16C232}" type="presParOf" srcId="{9D77865D-59CD-4F90-AB3F-CB9D9ED93FD5}" destId="{875E00EE-6C42-4FFC-A465-40B138E19977}" srcOrd="1" destOrd="0" presId="urn:microsoft.com/office/officeart/2008/layout/LinedList"/>
    <dgm:cxn modelId="{86150693-C5A9-40B3-A80F-3C38B5DD6958}" type="presParOf" srcId="{A553947C-4DDF-490F-B69E-F908C9034523}" destId="{ABFF13DA-086A-4B54-A3AE-BF7ECF6C5D36}" srcOrd="4" destOrd="0" presId="urn:microsoft.com/office/officeart/2008/layout/LinedList"/>
    <dgm:cxn modelId="{9B02E1E4-3D8A-4654-B6AF-F2285C616F61}" type="presParOf" srcId="{A553947C-4DDF-490F-B69E-F908C9034523}" destId="{896FC485-93F0-4A4C-8C17-4A9E1EE11FE1}" srcOrd="5" destOrd="0" presId="urn:microsoft.com/office/officeart/2008/layout/LinedList"/>
    <dgm:cxn modelId="{C5ADD29B-F844-44E8-9DEB-318F14B8BA92}" type="presParOf" srcId="{896FC485-93F0-4A4C-8C17-4A9E1EE11FE1}" destId="{BF717AAE-C05E-4507-99C7-5A2B5EDA2BCE}" srcOrd="0" destOrd="0" presId="urn:microsoft.com/office/officeart/2008/layout/LinedList"/>
    <dgm:cxn modelId="{ED476EE2-298A-4CA4-8506-4A134892AC58}" type="presParOf" srcId="{896FC485-93F0-4A4C-8C17-4A9E1EE11FE1}" destId="{453F1625-5CB0-4538-92A6-FB0C93DEF1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5E33C9-B1B7-4B73-BF9F-28E3DE150211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333A6C6-AB88-4EFE-A577-E3FBBE4503B7}">
      <dgm:prSet/>
      <dgm:spPr/>
      <dgm:t>
        <a:bodyPr/>
        <a:lstStyle/>
        <a:p>
          <a:r>
            <a:rPr lang="en-GB" b="0" i="0" baseline="0"/>
            <a:t>ostreamVar &lt;&lt; setfill(ch);</a:t>
          </a:r>
          <a:endParaRPr lang="en-US"/>
        </a:p>
      </dgm:t>
    </dgm:pt>
    <dgm:pt modelId="{94DFEBA7-608D-42D3-92FF-B29EDE8680A6}" type="parTrans" cxnId="{BBD74E8E-0F8D-42C0-9DAB-A0D7894E4889}">
      <dgm:prSet/>
      <dgm:spPr/>
      <dgm:t>
        <a:bodyPr/>
        <a:lstStyle/>
        <a:p>
          <a:endParaRPr lang="en-US"/>
        </a:p>
      </dgm:t>
    </dgm:pt>
    <dgm:pt modelId="{2DF8013F-1857-44C0-B927-DEB9AB99AB45}" type="sibTrans" cxnId="{BBD74E8E-0F8D-42C0-9DAB-A0D7894E4889}">
      <dgm:prSet/>
      <dgm:spPr/>
      <dgm:t>
        <a:bodyPr/>
        <a:lstStyle/>
        <a:p>
          <a:endParaRPr lang="en-US"/>
        </a:p>
      </dgm:t>
    </dgm:pt>
    <dgm:pt modelId="{10DC3E8A-FF1D-45D4-B744-4CA216CF5BF7}">
      <dgm:prSet/>
      <dgm:spPr/>
      <dgm:t>
        <a:bodyPr/>
        <a:lstStyle/>
        <a:p>
          <a:r>
            <a:rPr lang="en-GB" b="0" i="0" baseline="0" dirty="0"/>
            <a:t>The output stream variables can use the manipulator </a:t>
          </a:r>
          <a:r>
            <a:rPr lang="en-GB" b="0" i="0" baseline="0" dirty="0" err="1"/>
            <a:t>setfill</a:t>
          </a:r>
          <a:r>
            <a:rPr lang="en-GB" b="0" i="0" baseline="0" dirty="0"/>
            <a:t> to fill </a:t>
          </a:r>
          <a:r>
            <a:rPr lang="en-GB" b="0" i="0" baseline="0" dirty="0">
              <a:highlight>
                <a:srgbClr val="FFFF00"/>
              </a:highlight>
            </a:rPr>
            <a:t>the unused columns with a character other than a space</a:t>
          </a:r>
          <a:endParaRPr lang="en-US" dirty="0">
            <a:highlight>
              <a:srgbClr val="FFFF00"/>
            </a:highlight>
          </a:endParaRPr>
        </a:p>
      </dgm:t>
    </dgm:pt>
    <dgm:pt modelId="{86CDBEFE-4EE4-480F-AA8E-D8277D6C8BDA}" type="parTrans" cxnId="{EC68FCCA-C1D3-45D6-909F-3953074D5916}">
      <dgm:prSet/>
      <dgm:spPr/>
      <dgm:t>
        <a:bodyPr/>
        <a:lstStyle/>
        <a:p>
          <a:endParaRPr lang="en-US"/>
        </a:p>
      </dgm:t>
    </dgm:pt>
    <dgm:pt modelId="{8619A4D7-8F56-4348-AF1B-55BA328B6842}" type="sibTrans" cxnId="{EC68FCCA-C1D3-45D6-909F-3953074D5916}">
      <dgm:prSet/>
      <dgm:spPr/>
      <dgm:t>
        <a:bodyPr/>
        <a:lstStyle/>
        <a:p>
          <a:endParaRPr lang="en-US"/>
        </a:p>
      </dgm:t>
    </dgm:pt>
    <dgm:pt modelId="{EC66DA75-A671-4C91-A891-4AD86D05B7AD}">
      <dgm:prSet/>
      <dgm:spPr/>
      <dgm:t>
        <a:bodyPr/>
        <a:lstStyle/>
        <a:p>
          <a:r>
            <a:rPr lang="en-GB" b="0" i="0" baseline="0"/>
            <a:t>cout &lt;&lt; setfill('#’);</a:t>
          </a:r>
          <a:endParaRPr lang="en-US"/>
        </a:p>
      </dgm:t>
    </dgm:pt>
    <dgm:pt modelId="{3D8DAC35-3550-41A5-B81F-7FF29AA75B4B}" type="parTrans" cxnId="{CECA1239-382A-432D-AC90-FCE521BCB7C4}">
      <dgm:prSet/>
      <dgm:spPr/>
      <dgm:t>
        <a:bodyPr/>
        <a:lstStyle/>
        <a:p>
          <a:endParaRPr lang="en-US"/>
        </a:p>
      </dgm:t>
    </dgm:pt>
    <dgm:pt modelId="{64616025-77C2-428F-B359-B626D7BEB5BB}" type="sibTrans" cxnId="{CECA1239-382A-432D-AC90-FCE521BCB7C4}">
      <dgm:prSet/>
      <dgm:spPr/>
      <dgm:t>
        <a:bodyPr/>
        <a:lstStyle/>
        <a:p>
          <a:endParaRPr lang="en-US"/>
        </a:p>
      </dgm:t>
    </dgm:pt>
    <dgm:pt modelId="{951F6B61-B1BE-480C-A085-C85075BF9042}" type="pres">
      <dgm:prSet presAssocID="{BF5E33C9-B1B7-4B73-BF9F-28E3DE150211}" presName="vert0" presStyleCnt="0">
        <dgm:presLayoutVars>
          <dgm:dir/>
          <dgm:animOne val="branch"/>
          <dgm:animLvl val="lvl"/>
        </dgm:presLayoutVars>
      </dgm:prSet>
      <dgm:spPr/>
    </dgm:pt>
    <dgm:pt modelId="{7B746DE4-11C1-4C9A-800C-EF4CF86A976B}" type="pres">
      <dgm:prSet presAssocID="{C333A6C6-AB88-4EFE-A577-E3FBBE4503B7}" presName="thickLine" presStyleLbl="alignNode1" presStyleIdx="0" presStyleCnt="3"/>
      <dgm:spPr/>
    </dgm:pt>
    <dgm:pt modelId="{3F81F363-0651-4A0B-8A33-E35217F8E087}" type="pres">
      <dgm:prSet presAssocID="{C333A6C6-AB88-4EFE-A577-E3FBBE4503B7}" presName="horz1" presStyleCnt="0"/>
      <dgm:spPr/>
    </dgm:pt>
    <dgm:pt modelId="{BC6A141A-49F8-453B-93D7-EC1CBEBF3A55}" type="pres">
      <dgm:prSet presAssocID="{C333A6C6-AB88-4EFE-A577-E3FBBE4503B7}" presName="tx1" presStyleLbl="revTx" presStyleIdx="0" presStyleCnt="3"/>
      <dgm:spPr/>
    </dgm:pt>
    <dgm:pt modelId="{C594AB6B-E324-4D3A-B311-31EDB2C5E0E0}" type="pres">
      <dgm:prSet presAssocID="{C333A6C6-AB88-4EFE-A577-E3FBBE4503B7}" presName="vert1" presStyleCnt="0"/>
      <dgm:spPr/>
    </dgm:pt>
    <dgm:pt modelId="{1501AF80-03B1-4E27-9A4F-1C2EBB10F277}" type="pres">
      <dgm:prSet presAssocID="{10DC3E8A-FF1D-45D4-B744-4CA216CF5BF7}" presName="thickLine" presStyleLbl="alignNode1" presStyleIdx="1" presStyleCnt="3"/>
      <dgm:spPr/>
    </dgm:pt>
    <dgm:pt modelId="{C109C964-18D5-404B-88B5-ABB628CEA1A1}" type="pres">
      <dgm:prSet presAssocID="{10DC3E8A-FF1D-45D4-B744-4CA216CF5BF7}" presName="horz1" presStyleCnt="0"/>
      <dgm:spPr/>
    </dgm:pt>
    <dgm:pt modelId="{5EF8C91F-6C2F-41A1-BE7C-C556F04B32DA}" type="pres">
      <dgm:prSet presAssocID="{10DC3E8A-FF1D-45D4-B744-4CA216CF5BF7}" presName="tx1" presStyleLbl="revTx" presStyleIdx="1" presStyleCnt="3"/>
      <dgm:spPr/>
    </dgm:pt>
    <dgm:pt modelId="{C52E4D09-CBC1-402B-9F9C-ED8BD5130230}" type="pres">
      <dgm:prSet presAssocID="{10DC3E8A-FF1D-45D4-B744-4CA216CF5BF7}" presName="vert1" presStyleCnt="0"/>
      <dgm:spPr/>
    </dgm:pt>
    <dgm:pt modelId="{4F5A6F85-48B5-4BA0-A034-57C3F7975B89}" type="pres">
      <dgm:prSet presAssocID="{EC66DA75-A671-4C91-A891-4AD86D05B7AD}" presName="thickLine" presStyleLbl="alignNode1" presStyleIdx="2" presStyleCnt="3"/>
      <dgm:spPr/>
    </dgm:pt>
    <dgm:pt modelId="{ECFC10DE-4186-40AF-8DB9-7FE7E9EB8335}" type="pres">
      <dgm:prSet presAssocID="{EC66DA75-A671-4C91-A891-4AD86D05B7AD}" presName="horz1" presStyleCnt="0"/>
      <dgm:spPr/>
    </dgm:pt>
    <dgm:pt modelId="{81FDB429-B778-449D-9E1F-E33D49BA74B3}" type="pres">
      <dgm:prSet presAssocID="{EC66DA75-A671-4C91-A891-4AD86D05B7AD}" presName="tx1" presStyleLbl="revTx" presStyleIdx="2" presStyleCnt="3"/>
      <dgm:spPr/>
    </dgm:pt>
    <dgm:pt modelId="{DB8AC853-94D6-4610-A11F-3BDE834B867D}" type="pres">
      <dgm:prSet presAssocID="{EC66DA75-A671-4C91-A891-4AD86D05B7AD}" presName="vert1" presStyleCnt="0"/>
      <dgm:spPr/>
    </dgm:pt>
  </dgm:ptLst>
  <dgm:cxnLst>
    <dgm:cxn modelId="{AAC53C00-165E-4113-B969-6A9F3F793D68}" type="presOf" srcId="{10DC3E8A-FF1D-45D4-B744-4CA216CF5BF7}" destId="{5EF8C91F-6C2F-41A1-BE7C-C556F04B32DA}" srcOrd="0" destOrd="0" presId="urn:microsoft.com/office/officeart/2008/layout/LinedList"/>
    <dgm:cxn modelId="{CECA1239-382A-432D-AC90-FCE521BCB7C4}" srcId="{BF5E33C9-B1B7-4B73-BF9F-28E3DE150211}" destId="{EC66DA75-A671-4C91-A891-4AD86D05B7AD}" srcOrd="2" destOrd="0" parTransId="{3D8DAC35-3550-41A5-B81F-7FF29AA75B4B}" sibTransId="{64616025-77C2-428F-B359-B626D7BEB5BB}"/>
    <dgm:cxn modelId="{15C1BE44-934F-47D9-91BD-79AB21FA6B6B}" type="presOf" srcId="{BF5E33C9-B1B7-4B73-BF9F-28E3DE150211}" destId="{951F6B61-B1BE-480C-A085-C85075BF9042}" srcOrd="0" destOrd="0" presId="urn:microsoft.com/office/officeart/2008/layout/LinedList"/>
    <dgm:cxn modelId="{BBD74E8E-0F8D-42C0-9DAB-A0D7894E4889}" srcId="{BF5E33C9-B1B7-4B73-BF9F-28E3DE150211}" destId="{C333A6C6-AB88-4EFE-A577-E3FBBE4503B7}" srcOrd="0" destOrd="0" parTransId="{94DFEBA7-608D-42D3-92FF-B29EDE8680A6}" sibTransId="{2DF8013F-1857-44C0-B927-DEB9AB99AB45}"/>
    <dgm:cxn modelId="{D72B5BBA-3537-40AF-AE61-7A6780F70B9D}" type="presOf" srcId="{EC66DA75-A671-4C91-A891-4AD86D05B7AD}" destId="{81FDB429-B778-449D-9E1F-E33D49BA74B3}" srcOrd="0" destOrd="0" presId="urn:microsoft.com/office/officeart/2008/layout/LinedList"/>
    <dgm:cxn modelId="{C51C95BA-4614-4AE0-BA4A-2D6D3D603C9D}" type="presOf" srcId="{C333A6C6-AB88-4EFE-A577-E3FBBE4503B7}" destId="{BC6A141A-49F8-453B-93D7-EC1CBEBF3A55}" srcOrd="0" destOrd="0" presId="urn:microsoft.com/office/officeart/2008/layout/LinedList"/>
    <dgm:cxn modelId="{EC68FCCA-C1D3-45D6-909F-3953074D5916}" srcId="{BF5E33C9-B1B7-4B73-BF9F-28E3DE150211}" destId="{10DC3E8A-FF1D-45D4-B744-4CA216CF5BF7}" srcOrd="1" destOrd="0" parTransId="{86CDBEFE-4EE4-480F-AA8E-D8277D6C8BDA}" sibTransId="{8619A4D7-8F56-4348-AF1B-55BA328B6842}"/>
    <dgm:cxn modelId="{0165B13A-FB4D-4F0C-8D3F-26B3AD0AA585}" type="presParOf" srcId="{951F6B61-B1BE-480C-A085-C85075BF9042}" destId="{7B746DE4-11C1-4C9A-800C-EF4CF86A976B}" srcOrd="0" destOrd="0" presId="urn:microsoft.com/office/officeart/2008/layout/LinedList"/>
    <dgm:cxn modelId="{3D405A6D-D0DE-4DF8-A0CD-EEEFC9E109C7}" type="presParOf" srcId="{951F6B61-B1BE-480C-A085-C85075BF9042}" destId="{3F81F363-0651-4A0B-8A33-E35217F8E087}" srcOrd="1" destOrd="0" presId="urn:microsoft.com/office/officeart/2008/layout/LinedList"/>
    <dgm:cxn modelId="{41487CA2-B29E-47C3-85F0-ED632C310405}" type="presParOf" srcId="{3F81F363-0651-4A0B-8A33-E35217F8E087}" destId="{BC6A141A-49F8-453B-93D7-EC1CBEBF3A55}" srcOrd="0" destOrd="0" presId="urn:microsoft.com/office/officeart/2008/layout/LinedList"/>
    <dgm:cxn modelId="{7AAA4BC5-E5DC-45F7-BAC9-9FD0BA3DB838}" type="presParOf" srcId="{3F81F363-0651-4A0B-8A33-E35217F8E087}" destId="{C594AB6B-E324-4D3A-B311-31EDB2C5E0E0}" srcOrd="1" destOrd="0" presId="urn:microsoft.com/office/officeart/2008/layout/LinedList"/>
    <dgm:cxn modelId="{47BC3DE8-A29C-4EE3-97E6-0B404D5A9D7A}" type="presParOf" srcId="{951F6B61-B1BE-480C-A085-C85075BF9042}" destId="{1501AF80-03B1-4E27-9A4F-1C2EBB10F277}" srcOrd="2" destOrd="0" presId="urn:microsoft.com/office/officeart/2008/layout/LinedList"/>
    <dgm:cxn modelId="{DBF671F6-DEF0-4DA5-AEA0-8960BE64B9AE}" type="presParOf" srcId="{951F6B61-B1BE-480C-A085-C85075BF9042}" destId="{C109C964-18D5-404B-88B5-ABB628CEA1A1}" srcOrd="3" destOrd="0" presId="urn:microsoft.com/office/officeart/2008/layout/LinedList"/>
    <dgm:cxn modelId="{C52E4E4C-50BA-4098-8E3F-9AFDCEC4C624}" type="presParOf" srcId="{C109C964-18D5-404B-88B5-ABB628CEA1A1}" destId="{5EF8C91F-6C2F-41A1-BE7C-C556F04B32DA}" srcOrd="0" destOrd="0" presId="urn:microsoft.com/office/officeart/2008/layout/LinedList"/>
    <dgm:cxn modelId="{B29F715C-9D4A-43F9-8513-06DE381DA503}" type="presParOf" srcId="{C109C964-18D5-404B-88B5-ABB628CEA1A1}" destId="{C52E4D09-CBC1-402B-9F9C-ED8BD5130230}" srcOrd="1" destOrd="0" presId="urn:microsoft.com/office/officeart/2008/layout/LinedList"/>
    <dgm:cxn modelId="{756BC365-5B07-4A05-ACA1-F0EEBACAA71A}" type="presParOf" srcId="{951F6B61-B1BE-480C-A085-C85075BF9042}" destId="{4F5A6F85-48B5-4BA0-A034-57C3F7975B89}" srcOrd="4" destOrd="0" presId="urn:microsoft.com/office/officeart/2008/layout/LinedList"/>
    <dgm:cxn modelId="{3BD898A7-4FEF-415E-91D5-8040A62ED4C6}" type="presParOf" srcId="{951F6B61-B1BE-480C-A085-C85075BF9042}" destId="{ECFC10DE-4186-40AF-8DB9-7FE7E9EB8335}" srcOrd="5" destOrd="0" presId="urn:microsoft.com/office/officeart/2008/layout/LinedList"/>
    <dgm:cxn modelId="{6D6DF05B-5DA8-4B68-BD0D-6864AC350CEE}" type="presParOf" srcId="{ECFC10DE-4186-40AF-8DB9-7FE7E9EB8335}" destId="{81FDB429-B778-449D-9E1F-E33D49BA74B3}" srcOrd="0" destOrd="0" presId="urn:microsoft.com/office/officeart/2008/layout/LinedList"/>
    <dgm:cxn modelId="{E603C3A9-B74C-42ED-869F-B3D24F2F255A}" type="presParOf" srcId="{ECFC10DE-4186-40AF-8DB9-7FE7E9EB8335}" destId="{DB8AC853-94D6-4610-A11F-3BDE834B867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B2D5564-1E82-4905-A5A7-1F64095A58D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B64703-E0A9-4BE1-A80F-C7146AE6C64B}">
      <dgm:prSet/>
      <dgm:spPr/>
      <dgm:t>
        <a:bodyPr/>
        <a:lstStyle/>
        <a:p>
          <a:r>
            <a:rPr lang="en-GB" b="0" i="0" baseline="0"/>
            <a:t>ostreamVar &lt;&lt; right;</a:t>
          </a:r>
          <a:endParaRPr lang="en-US"/>
        </a:p>
      </dgm:t>
    </dgm:pt>
    <dgm:pt modelId="{FE968936-330B-481E-AEA3-75FA57EF81FD}" type="parTrans" cxnId="{3B65233F-BF34-404E-97EE-22BD3032DA82}">
      <dgm:prSet/>
      <dgm:spPr/>
      <dgm:t>
        <a:bodyPr/>
        <a:lstStyle/>
        <a:p>
          <a:endParaRPr lang="en-US"/>
        </a:p>
      </dgm:t>
    </dgm:pt>
    <dgm:pt modelId="{9628D191-5DFA-454F-9A7E-20CBA2AF270F}" type="sibTrans" cxnId="{3B65233F-BF34-404E-97EE-22BD3032DA82}">
      <dgm:prSet/>
      <dgm:spPr/>
      <dgm:t>
        <a:bodyPr/>
        <a:lstStyle/>
        <a:p>
          <a:endParaRPr lang="en-US"/>
        </a:p>
      </dgm:t>
    </dgm:pt>
    <dgm:pt modelId="{383EA6ED-304E-46F5-8791-998C28A45A97}">
      <dgm:prSet/>
      <dgm:spPr/>
      <dgm:t>
        <a:bodyPr/>
        <a:lstStyle/>
        <a:p>
          <a:r>
            <a:rPr lang="en-GB" b="0" i="0" baseline="0"/>
            <a:t>ostreamVar &lt;&lt; left;</a:t>
          </a:r>
          <a:endParaRPr lang="en-US"/>
        </a:p>
      </dgm:t>
    </dgm:pt>
    <dgm:pt modelId="{8283DAF9-B185-4B28-9697-7FB6F81D23A8}" type="parTrans" cxnId="{A3346179-DE06-4921-AD59-4956C8E5B0FC}">
      <dgm:prSet/>
      <dgm:spPr/>
      <dgm:t>
        <a:bodyPr/>
        <a:lstStyle/>
        <a:p>
          <a:endParaRPr lang="en-US"/>
        </a:p>
      </dgm:t>
    </dgm:pt>
    <dgm:pt modelId="{E1794B7F-1101-4E8B-BE3F-843C1CD7CF80}" type="sibTrans" cxnId="{A3346179-DE06-4921-AD59-4956C8E5B0FC}">
      <dgm:prSet/>
      <dgm:spPr/>
      <dgm:t>
        <a:bodyPr/>
        <a:lstStyle/>
        <a:p>
          <a:endParaRPr lang="en-US"/>
        </a:p>
      </dgm:t>
    </dgm:pt>
    <dgm:pt modelId="{558E4BC7-5E05-4119-8A96-878E14C46438}">
      <dgm:prSet/>
      <dgm:spPr/>
      <dgm:t>
        <a:bodyPr/>
        <a:lstStyle/>
        <a:p>
          <a:r>
            <a:rPr lang="en-GB" b="0" i="0" baseline="0"/>
            <a:t>cout &lt;&lt; left;</a:t>
          </a:r>
          <a:endParaRPr lang="en-US"/>
        </a:p>
      </dgm:t>
    </dgm:pt>
    <dgm:pt modelId="{F92199E6-49E2-47E5-91B7-685CA5639CAE}" type="parTrans" cxnId="{DEFD3B40-B11D-4653-B959-F5C91A682A56}">
      <dgm:prSet/>
      <dgm:spPr/>
      <dgm:t>
        <a:bodyPr/>
        <a:lstStyle/>
        <a:p>
          <a:endParaRPr lang="en-US"/>
        </a:p>
      </dgm:t>
    </dgm:pt>
    <dgm:pt modelId="{0DE0D26B-898C-4C5F-84EC-B5433A6D00AC}" type="sibTrans" cxnId="{DEFD3B40-B11D-4653-B959-F5C91A682A56}">
      <dgm:prSet/>
      <dgm:spPr/>
      <dgm:t>
        <a:bodyPr/>
        <a:lstStyle/>
        <a:p>
          <a:endParaRPr lang="en-US"/>
        </a:p>
      </dgm:t>
    </dgm:pt>
    <dgm:pt modelId="{4E348E4C-24E5-4FFA-8720-9FBCBE56C83B}">
      <dgm:prSet/>
      <dgm:spPr/>
      <dgm:t>
        <a:bodyPr/>
        <a:lstStyle/>
        <a:p>
          <a:r>
            <a:rPr lang="en-GB" b="0" i="0" baseline="0"/>
            <a:t>The statement sets the output to be left-justified on the standard output device</a:t>
          </a:r>
          <a:endParaRPr lang="en-US"/>
        </a:p>
      </dgm:t>
    </dgm:pt>
    <dgm:pt modelId="{97C94617-F1EE-4CCF-9D0F-42DF1E6CC5BC}" type="parTrans" cxnId="{A1912368-3AC2-443C-8421-16BB92097160}">
      <dgm:prSet/>
      <dgm:spPr/>
      <dgm:t>
        <a:bodyPr/>
        <a:lstStyle/>
        <a:p>
          <a:endParaRPr lang="en-US"/>
        </a:p>
      </dgm:t>
    </dgm:pt>
    <dgm:pt modelId="{3C38DEE7-164C-488E-BFB1-F389288CC569}" type="sibTrans" cxnId="{A1912368-3AC2-443C-8421-16BB92097160}">
      <dgm:prSet/>
      <dgm:spPr/>
      <dgm:t>
        <a:bodyPr/>
        <a:lstStyle/>
        <a:p>
          <a:endParaRPr lang="en-US"/>
        </a:p>
      </dgm:t>
    </dgm:pt>
    <dgm:pt modelId="{221DB8EF-17D6-4AD4-B08D-E480B4AE8B8C}" type="pres">
      <dgm:prSet presAssocID="{EB2D5564-1E82-4905-A5A7-1F64095A58D6}" presName="linear" presStyleCnt="0">
        <dgm:presLayoutVars>
          <dgm:animLvl val="lvl"/>
          <dgm:resizeHandles val="exact"/>
        </dgm:presLayoutVars>
      </dgm:prSet>
      <dgm:spPr/>
    </dgm:pt>
    <dgm:pt modelId="{6F2F0F99-3D88-424E-96BE-8F69B5179941}" type="pres">
      <dgm:prSet presAssocID="{8FB64703-E0A9-4BE1-A80F-C7146AE6C64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DC9563-70EB-471D-B4C6-268C8A974E65}" type="pres">
      <dgm:prSet presAssocID="{9628D191-5DFA-454F-9A7E-20CBA2AF270F}" presName="spacer" presStyleCnt="0"/>
      <dgm:spPr/>
    </dgm:pt>
    <dgm:pt modelId="{15ACC5A5-A84A-4F2E-B2CE-64F3FFE58F58}" type="pres">
      <dgm:prSet presAssocID="{383EA6ED-304E-46F5-8791-998C28A45A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8D426E-CC9B-47DD-BA61-E5C66AEC7440}" type="pres">
      <dgm:prSet presAssocID="{E1794B7F-1101-4E8B-BE3F-843C1CD7CF80}" presName="spacer" presStyleCnt="0"/>
      <dgm:spPr/>
    </dgm:pt>
    <dgm:pt modelId="{9D3A05FC-1793-47A1-97DD-F5307F990668}" type="pres">
      <dgm:prSet presAssocID="{558E4BC7-5E05-4119-8A96-878E14C4643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E3D15A4-2533-4325-A689-3BD40772DD95}" type="pres">
      <dgm:prSet presAssocID="{558E4BC7-5E05-4119-8A96-878E14C4643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82A150C-F5C0-4706-ABFB-0796A42EF44A}" type="presOf" srcId="{EB2D5564-1E82-4905-A5A7-1F64095A58D6}" destId="{221DB8EF-17D6-4AD4-B08D-E480B4AE8B8C}" srcOrd="0" destOrd="0" presId="urn:microsoft.com/office/officeart/2005/8/layout/vList2"/>
    <dgm:cxn modelId="{424DF620-CA02-454D-B3D4-287C850CC1CC}" type="presOf" srcId="{558E4BC7-5E05-4119-8A96-878E14C46438}" destId="{9D3A05FC-1793-47A1-97DD-F5307F990668}" srcOrd="0" destOrd="0" presId="urn:microsoft.com/office/officeart/2005/8/layout/vList2"/>
    <dgm:cxn modelId="{3B65233F-BF34-404E-97EE-22BD3032DA82}" srcId="{EB2D5564-1E82-4905-A5A7-1F64095A58D6}" destId="{8FB64703-E0A9-4BE1-A80F-C7146AE6C64B}" srcOrd="0" destOrd="0" parTransId="{FE968936-330B-481E-AEA3-75FA57EF81FD}" sibTransId="{9628D191-5DFA-454F-9A7E-20CBA2AF270F}"/>
    <dgm:cxn modelId="{DEFD3B40-B11D-4653-B959-F5C91A682A56}" srcId="{EB2D5564-1E82-4905-A5A7-1F64095A58D6}" destId="{558E4BC7-5E05-4119-8A96-878E14C46438}" srcOrd="2" destOrd="0" parTransId="{F92199E6-49E2-47E5-91B7-685CA5639CAE}" sibTransId="{0DE0D26B-898C-4C5F-84EC-B5433A6D00AC}"/>
    <dgm:cxn modelId="{A1912368-3AC2-443C-8421-16BB92097160}" srcId="{558E4BC7-5E05-4119-8A96-878E14C46438}" destId="{4E348E4C-24E5-4FFA-8720-9FBCBE56C83B}" srcOrd="0" destOrd="0" parTransId="{97C94617-F1EE-4CCF-9D0F-42DF1E6CC5BC}" sibTransId="{3C38DEE7-164C-488E-BFB1-F389288CC569}"/>
    <dgm:cxn modelId="{A3346179-DE06-4921-AD59-4956C8E5B0FC}" srcId="{EB2D5564-1E82-4905-A5A7-1F64095A58D6}" destId="{383EA6ED-304E-46F5-8791-998C28A45A97}" srcOrd="1" destOrd="0" parTransId="{8283DAF9-B185-4B28-9697-7FB6F81D23A8}" sibTransId="{E1794B7F-1101-4E8B-BE3F-843C1CD7CF80}"/>
    <dgm:cxn modelId="{9A6EB17F-0192-49AA-9F0F-4CEB218536F6}" type="presOf" srcId="{4E348E4C-24E5-4FFA-8720-9FBCBE56C83B}" destId="{5E3D15A4-2533-4325-A689-3BD40772DD95}" srcOrd="0" destOrd="0" presId="urn:microsoft.com/office/officeart/2005/8/layout/vList2"/>
    <dgm:cxn modelId="{4C390CA3-1352-4C3D-8B32-63180967503C}" type="presOf" srcId="{8FB64703-E0A9-4BE1-A80F-C7146AE6C64B}" destId="{6F2F0F99-3D88-424E-96BE-8F69B5179941}" srcOrd="0" destOrd="0" presId="urn:microsoft.com/office/officeart/2005/8/layout/vList2"/>
    <dgm:cxn modelId="{BA6C20E5-12EA-42B6-B44F-91B1EAC87B64}" type="presOf" srcId="{383EA6ED-304E-46F5-8791-998C28A45A97}" destId="{15ACC5A5-A84A-4F2E-B2CE-64F3FFE58F58}" srcOrd="0" destOrd="0" presId="urn:microsoft.com/office/officeart/2005/8/layout/vList2"/>
    <dgm:cxn modelId="{DEA9AE67-D0D5-4B4B-9B52-4664969E87A1}" type="presParOf" srcId="{221DB8EF-17D6-4AD4-B08D-E480B4AE8B8C}" destId="{6F2F0F99-3D88-424E-96BE-8F69B5179941}" srcOrd="0" destOrd="0" presId="urn:microsoft.com/office/officeart/2005/8/layout/vList2"/>
    <dgm:cxn modelId="{1C7E4384-EDCF-445E-9131-DFA2D6AFE115}" type="presParOf" srcId="{221DB8EF-17D6-4AD4-B08D-E480B4AE8B8C}" destId="{D3DC9563-70EB-471D-B4C6-268C8A974E65}" srcOrd="1" destOrd="0" presId="urn:microsoft.com/office/officeart/2005/8/layout/vList2"/>
    <dgm:cxn modelId="{A27E6D65-6618-4A91-AA3D-A7DDA17E23AD}" type="presParOf" srcId="{221DB8EF-17D6-4AD4-B08D-E480B4AE8B8C}" destId="{15ACC5A5-A84A-4F2E-B2CE-64F3FFE58F58}" srcOrd="2" destOrd="0" presId="urn:microsoft.com/office/officeart/2005/8/layout/vList2"/>
    <dgm:cxn modelId="{8356AABA-87CC-4E14-A50B-5B9F3F465440}" type="presParOf" srcId="{221DB8EF-17D6-4AD4-B08D-E480B4AE8B8C}" destId="{338D426E-CC9B-47DD-BA61-E5C66AEC7440}" srcOrd="3" destOrd="0" presId="urn:microsoft.com/office/officeart/2005/8/layout/vList2"/>
    <dgm:cxn modelId="{3A957AD9-CBF1-4ED8-B59C-9E2B39579F2A}" type="presParOf" srcId="{221DB8EF-17D6-4AD4-B08D-E480B4AE8B8C}" destId="{9D3A05FC-1793-47A1-97DD-F5307F990668}" srcOrd="4" destOrd="0" presId="urn:microsoft.com/office/officeart/2005/8/layout/vList2"/>
    <dgm:cxn modelId="{C4F34578-B4A6-444F-83E3-71B47B7522F8}" type="presParOf" srcId="{221DB8EF-17D6-4AD4-B08D-E480B4AE8B8C}" destId="{5E3D15A4-2533-4325-A689-3BD40772DD9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D862C-8154-435E-B9DD-56E88A38C360}">
      <dsp:nvSpPr>
        <dsp:cNvPr id="0" name=""/>
        <dsp:cNvSpPr/>
      </dsp:nvSpPr>
      <dsp:spPr>
        <a:xfrm>
          <a:off x="0" y="468409"/>
          <a:ext cx="6666833" cy="2381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83184" rIns="517420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b="0" i="0" kern="1200" baseline="0"/>
            <a:t>The stream function peek looks into the input stream and tells you what the next character is without removing it from the input stream.</a:t>
          </a:r>
          <a:endParaRPr lang="en-US" sz="2800" kern="1200"/>
        </a:p>
      </dsp:txBody>
      <dsp:txXfrm>
        <a:off x="0" y="468409"/>
        <a:ext cx="6666833" cy="2381400"/>
      </dsp:txXfrm>
    </dsp:sp>
    <dsp:sp modelId="{63979784-7494-4EB3-8FB0-A6AB8F3F76EC}">
      <dsp:nvSpPr>
        <dsp:cNvPr id="0" name=""/>
        <dsp:cNvSpPr/>
      </dsp:nvSpPr>
      <dsp:spPr>
        <a:xfrm>
          <a:off x="333341" y="55129"/>
          <a:ext cx="4666783" cy="8265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i="0" kern="1200" baseline="0"/>
            <a:t>ch = istreamVar.peek();</a:t>
          </a:r>
          <a:endParaRPr lang="en-US" sz="2800" kern="1200"/>
        </a:p>
      </dsp:txBody>
      <dsp:txXfrm>
        <a:off x="373690" y="95478"/>
        <a:ext cx="4586085" cy="745862"/>
      </dsp:txXfrm>
    </dsp:sp>
    <dsp:sp modelId="{D6C1EDF2-F474-476D-8B4A-64B03C731C87}">
      <dsp:nvSpPr>
        <dsp:cNvPr id="0" name=""/>
        <dsp:cNvSpPr/>
      </dsp:nvSpPr>
      <dsp:spPr>
        <a:xfrm>
          <a:off x="0" y="3414290"/>
          <a:ext cx="6666833" cy="198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83184" rIns="517420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b="0" i="0" kern="1200" baseline="0" dirty="0"/>
            <a:t>The stream function putback lets you put a character back into the input stream.</a:t>
          </a:r>
          <a:endParaRPr lang="en-US" sz="2800" kern="1200" dirty="0"/>
        </a:p>
      </dsp:txBody>
      <dsp:txXfrm>
        <a:off x="0" y="3414290"/>
        <a:ext cx="6666833" cy="1984500"/>
      </dsp:txXfrm>
    </dsp:sp>
    <dsp:sp modelId="{24419513-5253-4046-8113-275654C2798C}">
      <dsp:nvSpPr>
        <dsp:cNvPr id="0" name=""/>
        <dsp:cNvSpPr/>
      </dsp:nvSpPr>
      <dsp:spPr>
        <a:xfrm>
          <a:off x="333341" y="3001010"/>
          <a:ext cx="4666783" cy="82656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i="0" kern="1200" baseline="0" dirty="0" err="1"/>
            <a:t>istreamVar.putback</a:t>
          </a:r>
          <a:r>
            <a:rPr lang="en-GB" sz="2800" b="0" i="0" kern="1200" baseline="0" dirty="0"/>
            <a:t>(</a:t>
          </a:r>
          <a:r>
            <a:rPr lang="en-GB" sz="2800" b="0" i="0" kern="1200" baseline="0" dirty="0" err="1"/>
            <a:t>ch</a:t>
          </a:r>
          <a:r>
            <a:rPr lang="en-GB" sz="2800" b="0" i="0" kern="1200" baseline="0" dirty="0"/>
            <a:t>);</a:t>
          </a:r>
          <a:endParaRPr lang="en-US" sz="2800" kern="1200" dirty="0"/>
        </a:p>
      </dsp:txBody>
      <dsp:txXfrm>
        <a:off x="373690" y="3041359"/>
        <a:ext cx="4586085" cy="745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F704A-63C4-443C-A90D-EB8BDEF7EA2D}">
      <dsp:nvSpPr>
        <dsp:cNvPr id="0" name=""/>
        <dsp:cNvSpPr/>
      </dsp:nvSpPr>
      <dsp:spPr>
        <a:xfrm>
          <a:off x="1839629" y="1186858"/>
          <a:ext cx="3918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80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24972" y="1230466"/>
        <a:ext cx="21120" cy="4224"/>
      </dsp:txXfrm>
    </dsp:sp>
    <dsp:sp modelId="{61ACB521-5C04-4804-851E-9C563B5FE511}">
      <dsp:nvSpPr>
        <dsp:cNvPr id="0" name=""/>
        <dsp:cNvSpPr/>
      </dsp:nvSpPr>
      <dsp:spPr>
        <a:xfrm>
          <a:off x="4878" y="681613"/>
          <a:ext cx="1836550" cy="1101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93" tIns="94463" rIns="89993" bIns="9446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 baseline="0"/>
            <a:t>int a, b, c;</a:t>
          </a:r>
          <a:endParaRPr lang="en-US" sz="1300" kern="1200"/>
        </a:p>
      </dsp:txBody>
      <dsp:txXfrm>
        <a:off x="4878" y="681613"/>
        <a:ext cx="1836550" cy="1101930"/>
      </dsp:txXfrm>
    </dsp:sp>
    <dsp:sp modelId="{8AA88EC4-AD7C-43C1-9B9F-313465E7CEC6}">
      <dsp:nvSpPr>
        <dsp:cNvPr id="0" name=""/>
        <dsp:cNvSpPr/>
      </dsp:nvSpPr>
      <dsp:spPr>
        <a:xfrm>
          <a:off x="4098587" y="1186858"/>
          <a:ext cx="3918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80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83930" y="1230466"/>
        <a:ext cx="21120" cy="4224"/>
      </dsp:txXfrm>
    </dsp:sp>
    <dsp:sp modelId="{910B5CA2-014E-4309-83A9-C1DC47E86559}">
      <dsp:nvSpPr>
        <dsp:cNvPr id="0" name=""/>
        <dsp:cNvSpPr/>
      </dsp:nvSpPr>
      <dsp:spPr>
        <a:xfrm>
          <a:off x="2263836" y="681613"/>
          <a:ext cx="1836550" cy="1101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93" tIns="94463" rIns="89993" bIns="9446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 baseline="0"/>
            <a:t>double x;</a:t>
          </a:r>
          <a:endParaRPr lang="en-US" sz="1300" kern="1200"/>
        </a:p>
      </dsp:txBody>
      <dsp:txXfrm>
        <a:off x="2263836" y="681613"/>
        <a:ext cx="1836550" cy="1101930"/>
      </dsp:txXfrm>
    </dsp:sp>
    <dsp:sp modelId="{44BE4CBB-FA3B-49A1-A95C-1838D9E479DA}">
      <dsp:nvSpPr>
        <dsp:cNvPr id="0" name=""/>
        <dsp:cNvSpPr/>
      </dsp:nvSpPr>
      <dsp:spPr>
        <a:xfrm>
          <a:off x="923154" y="1781743"/>
          <a:ext cx="4517915" cy="391806"/>
        </a:xfrm>
        <a:custGeom>
          <a:avLst/>
          <a:gdLst/>
          <a:ahLst/>
          <a:cxnLst/>
          <a:rect l="0" t="0" r="0" b="0"/>
          <a:pathLst>
            <a:path>
              <a:moveTo>
                <a:pt x="4517915" y="0"/>
              </a:moveTo>
              <a:lnTo>
                <a:pt x="4517915" y="213003"/>
              </a:lnTo>
              <a:lnTo>
                <a:pt x="0" y="213003"/>
              </a:lnTo>
              <a:lnTo>
                <a:pt x="0" y="39180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8671" y="1975535"/>
        <a:ext cx="226880" cy="4224"/>
      </dsp:txXfrm>
    </dsp:sp>
    <dsp:sp modelId="{608464FA-A69F-4ABF-873A-B6F3B323D168}">
      <dsp:nvSpPr>
        <dsp:cNvPr id="0" name=""/>
        <dsp:cNvSpPr/>
      </dsp:nvSpPr>
      <dsp:spPr>
        <a:xfrm>
          <a:off x="4522794" y="681613"/>
          <a:ext cx="1836550" cy="1101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93" tIns="94463" rIns="89993" bIns="9446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 baseline="0"/>
            <a:t>If the input is:</a:t>
          </a:r>
          <a:endParaRPr lang="en-US" sz="1300" kern="1200"/>
        </a:p>
      </dsp:txBody>
      <dsp:txXfrm>
        <a:off x="4522794" y="681613"/>
        <a:ext cx="1836550" cy="1101930"/>
      </dsp:txXfrm>
    </dsp:sp>
    <dsp:sp modelId="{15341F8E-2D9E-46DE-B631-B73BC883DFA3}">
      <dsp:nvSpPr>
        <dsp:cNvPr id="0" name=""/>
        <dsp:cNvSpPr/>
      </dsp:nvSpPr>
      <dsp:spPr>
        <a:xfrm>
          <a:off x="1839629" y="2711196"/>
          <a:ext cx="3918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80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24972" y="2754803"/>
        <a:ext cx="21120" cy="4224"/>
      </dsp:txXfrm>
    </dsp:sp>
    <dsp:sp modelId="{F4E56335-9680-4198-B2AB-3FC2A7196304}">
      <dsp:nvSpPr>
        <dsp:cNvPr id="0" name=""/>
        <dsp:cNvSpPr/>
      </dsp:nvSpPr>
      <dsp:spPr>
        <a:xfrm>
          <a:off x="4878" y="2205950"/>
          <a:ext cx="1836550" cy="1101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93" tIns="94463" rIns="89993" bIns="9446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 baseline="0"/>
            <a:t>W 54</a:t>
          </a:r>
          <a:endParaRPr lang="en-US" sz="1300" kern="1200"/>
        </a:p>
      </dsp:txBody>
      <dsp:txXfrm>
        <a:off x="4878" y="2205950"/>
        <a:ext cx="1836550" cy="1101930"/>
      </dsp:txXfrm>
    </dsp:sp>
    <dsp:sp modelId="{6CF70AF6-C187-44EA-8368-C2DB34710ED3}">
      <dsp:nvSpPr>
        <dsp:cNvPr id="0" name=""/>
        <dsp:cNvSpPr/>
      </dsp:nvSpPr>
      <dsp:spPr>
        <a:xfrm>
          <a:off x="4098587" y="2711196"/>
          <a:ext cx="39180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80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83930" y="2754803"/>
        <a:ext cx="21120" cy="4224"/>
      </dsp:txXfrm>
    </dsp:sp>
    <dsp:sp modelId="{1395F232-B781-47ED-A492-6806E2DFCFB6}">
      <dsp:nvSpPr>
        <dsp:cNvPr id="0" name=""/>
        <dsp:cNvSpPr/>
      </dsp:nvSpPr>
      <dsp:spPr>
        <a:xfrm>
          <a:off x="2263836" y="2205950"/>
          <a:ext cx="1836550" cy="1101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93" tIns="94463" rIns="89993" bIns="9446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 baseline="0"/>
            <a:t>then the statement:</a:t>
          </a:r>
          <a:endParaRPr lang="en-US" sz="1300" kern="1200"/>
        </a:p>
      </dsp:txBody>
      <dsp:txXfrm>
        <a:off x="2263836" y="2205950"/>
        <a:ext cx="1836550" cy="1101930"/>
      </dsp:txXfrm>
    </dsp:sp>
    <dsp:sp modelId="{5241AD31-7E64-49CD-BA38-D1C49012BADE}">
      <dsp:nvSpPr>
        <dsp:cNvPr id="0" name=""/>
        <dsp:cNvSpPr/>
      </dsp:nvSpPr>
      <dsp:spPr>
        <a:xfrm>
          <a:off x="923154" y="3306081"/>
          <a:ext cx="4517915" cy="391806"/>
        </a:xfrm>
        <a:custGeom>
          <a:avLst/>
          <a:gdLst/>
          <a:ahLst/>
          <a:cxnLst/>
          <a:rect l="0" t="0" r="0" b="0"/>
          <a:pathLst>
            <a:path>
              <a:moveTo>
                <a:pt x="4517915" y="0"/>
              </a:moveTo>
              <a:lnTo>
                <a:pt x="4517915" y="213003"/>
              </a:lnTo>
              <a:lnTo>
                <a:pt x="0" y="213003"/>
              </a:lnTo>
              <a:lnTo>
                <a:pt x="0" y="39180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8671" y="3499872"/>
        <a:ext cx="226880" cy="4224"/>
      </dsp:txXfrm>
    </dsp:sp>
    <dsp:sp modelId="{469F1792-AB18-4431-A61D-3474C67E5C6D}">
      <dsp:nvSpPr>
        <dsp:cNvPr id="0" name=""/>
        <dsp:cNvSpPr/>
      </dsp:nvSpPr>
      <dsp:spPr>
        <a:xfrm>
          <a:off x="4522794" y="2205950"/>
          <a:ext cx="1836550" cy="1101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93" tIns="94463" rIns="89993" bIns="9446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 baseline="0"/>
            <a:t>cin &gt;&gt; a &gt;&gt; b;</a:t>
          </a:r>
          <a:endParaRPr lang="en-US" sz="1300" kern="1200"/>
        </a:p>
      </dsp:txBody>
      <dsp:txXfrm>
        <a:off x="4522794" y="2205950"/>
        <a:ext cx="1836550" cy="1101930"/>
      </dsp:txXfrm>
    </dsp:sp>
    <dsp:sp modelId="{D3D12F7D-1C89-471A-9A3C-4AD51922F9D8}">
      <dsp:nvSpPr>
        <dsp:cNvPr id="0" name=""/>
        <dsp:cNvSpPr/>
      </dsp:nvSpPr>
      <dsp:spPr>
        <a:xfrm>
          <a:off x="4878" y="3730288"/>
          <a:ext cx="1836550" cy="1101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93" tIns="94463" rIns="89993" bIns="9446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 baseline="0"/>
            <a:t>would result in an input failure, because you are trying to input the character 'W' into</a:t>
          </a:r>
          <a:r>
            <a:rPr lang="ar-EG" sz="1300" b="0" i="0" kern="1200" baseline="0"/>
            <a:t> </a:t>
          </a:r>
          <a:r>
            <a:rPr lang="en-GB" sz="1300" b="0" i="0" kern="1200" baseline="0"/>
            <a:t>the int variable a.</a:t>
          </a:r>
          <a:endParaRPr lang="en-US" sz="1300" kern="1200"/>
        </a:p>
      </dsp:txBody>
      <dsp:txXfrm>
        <a:off x="4878" y="3730288"/>
        <a:ext cx="1836550" cy="1101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FE859-432D-40C9-9B1D-6FEB96CDC2F7}">
      <dsp:nvSpPr>
        <dsp:cNvPr id="0" name=""/>
        <dsp:cNvSpPr/>
      </dsp:nvSpPr>
      <dsp:spPr>
        <a:xfrm>
          <a:off x="0" y="100137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i="0" kern="1200" baseline="0"/>
            <a:t>In this sample run, the user input is shaded.</a:t>
          </a:r>
          <a:endParaRPr lang="en-US" sz="2500" kern="1200"/>
        </a:p>
      </dsp:txBody>
      <dsp:txXfrm>
        <a:off x="48481" y="148618"/>
        <a:ext cx="6569871" cy="896166"/>
      </dsp:txXfrm>
    </dsp:sp>
    <dsp:sp modelId="{A6F1AF52-874C-4AD3-B35F-31875E9D39B2}">
      <dsp:nvSpPr>
        <dsp:cNvPr id="0" name=""/>
        <dsp:cNvSpPr/>
      </dsp:nvSpPr>
      <dsp:spPr>
        <a:xfrm>
          <a:off x="0" y="1165266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i="0" kern="1200" baseline="0"/>
            <a:t>Line 3: Enter a number followed by a character: 78 d</a:t>
          </a:r>
          <a:endParaRPr lang="en-US" sz="2500" kern="1200"/>
        </a:p>
      </dsp:txBody>
      <dsp:txXfrm>
        <a:off x="48481" y="1213747"/>
        <a:ext cx="6569871" cy="896166"/>
      </dsp:txXfrm>
    </dsp:sp>
    <dsp:sp modelId="{6B9B0A35-AF8E-403C-B172-D84260CF2504}">
      <dsp:nvSpPr>
        <dsp:cNvPr id="0" name=""/>
        <dsp:cNvSpPr/>
      </dsp:nvSpPr>
      <dsp:spPr>
        <a:xfrm>
          <a:off x="0" y="2230395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i="0" kern="1200" baseline="0"/>
            <a:t>Line 5: a = 78, b = 34</a:t>
          </a:r>
          <a:endParaRPr lang="en-US" sz="2500" kern="1200"/>
        </a:p>
      </dsp:txBody>
      <dsp:txXfrm>
        <a:off x="48481" y="2278876"/>
        <a:ext cx="6569871" cy="896166"/>
      </dsp:txXfrm>
    </dsp:sp>
    <dsp:sp modelId="{C7056C8D-DC0E-40D3-B316-B7AC35AD2E68}">
      <dsp:nvSpPr>
        <dsp:cNvPr id="0" name=""/>
        <dsp:cNvSpPr/>
      </dsp:nvSpPr>
      <dsp:spPr>
        <a:xfrm>
          <a:off x="0" y="3295524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i="0" kern="1200" baseline="0"/>
            <a:t>Line 8: Enter two numbers: 65 88</a:t>
          </a:r>
          <a:endParaRPr lang="en-US" sz="2500" kern="1200"/>
        </a:p>
      </dsp:txBody>
      <dsp:txXfrm>
        <a:off x="48481" y="3344005"/>
        <a:ext cx="6569871" cy="896166"/>
      </dsp:txXfrm>
    </dsp:sp>
    <dsp:sp modelId="{F821A8EA-5519-4E62-8002-1700BFE45C75}">
      <dsp:nvSpPr>
        <dsp:cNvPr id="0" name=""/>
        <dsp:cNvSpPr/>
      </dsp:nvSpPr>
      <dsp:spPr>
        <a:xfrm>
          <a:off x="0" y="4360653"/>
          <a:ext cx="6666833" cy="993128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i="0" kern="1200" baseline="0"/>
            <a:t>Line 10: a = 65, b = 88</a:t>
          </a:r>
          <a:endParaRPr lang="en-US" sz="2500" kern="1200"/>
        </a:p>
      </dsp:txBody>
      <dsp:txXfrm>
        <a:off x="48481" y="4409134"/>
        <a:ext cx="6569871" cy="8961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66910-6CFF-45A4-9201-7C1C8641BD4E}">
      <dsp:nvSpPr>
        <dsp:cNvPr id="0" name=""/>
        <dsp:cNvSpPr/>
      </dsp:nvSpPr>
      <dsp:spPr>
        <a:xfrm>
          <a:off x="0" y="244039"/>
          <a:ext cx="6666833" cy="24195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0" i="0" kern="1200" baseline="0"/>
            <a:t>cout &lt;&lt; expression or manipulator &lt;&lt; expression or manipulator...;</a:t>
          </a:r>
          <a:endParaRPr lang="en-US" sz="4400" kern="1200"/>
        </a:p>
      </dsp:txBody>
      <dsp:txXfrm>
        <a:off x="118113" y="362152"/>
        <a:ext cx="6430607" cy="2183334"/>
      </dsp:txXfrm>
    </dsp:sp>
    <dsp:sp modelId="{ADC60AF6-247A-47A5-9528-603E90AA8E28}">
      <dsp:nvSpPr>
        <dsp:cNvPr id="0" name=""/>
        <dsp:cNvSpPr/>
      </dsp:nvSpPr>
      <dsp:spPr>
        <a:xfrm>
          <a:off x="0" y="2790319"/>
          <a:ext cx="6666833" cy="241956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Manipulator is used to format the output</a:t>
          </a:r>
        </a:p>
      </dsp:txBody>
      <dsp:txXfrm>
        <a:off x="118113" y="2908432"/>
        <a:ext cx="6430607" cy="21833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F8C08-45EB-435F-AF00-65EE2747F4E7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45D4D0-019B-4C3B-BE24-A90EC3FEA2A8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Original number is: 2.71828</a:t>
          </a:r>
          <a:endParaRPr lang="en-US" sz="4800" kern="1200"/>
        </a:p>
      </dsp:txBody>
      <dsp:txXfrm>
        <a:off x="0" y="2663"/>
        <a:ext cx="6666833" cy="1816197"/>
      </dsp:txXfrm>
    </dsp:sp>
    <dsp:sp modelId="{9E8BA828-070A-4C33-86CF-B46A6E9A5A78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5A4D83-7A8E-4542-9E32-47FB3B9E4D1F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The number with 3 significant figures is: 2.72</a:t>
          </a:r>
          <a:endParaRPr lang="en-US" sz="4800" kern="1200"/>
        </a:p>
      </dsp:txBody>
      <dsp:txXfrm>
        <a:off x="0" y="1818861"/>
        <a:ext cx="6666833" cy="1816197"/>
      </dsp:txXfrm>
    </dsp:sp>
    <dsp:sp modelId="{ABFF13DA-086A-4B54-A3AE-BF7ECF6C5D36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717AAE-C05E-4507-99C7-5A2B5EDA2BCE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The number with 3 decimal places is: 2.718</a:t>
          </a:r>
          <a:endParaRPr lang="en-US" sz="4800" kern="1200"/>
        </a:p>
      </dsp:txBody>
      <dsp:txXfrm>
        <a:off x="0" y="3635058"/>
        <a:ext cx="6666833" cy="18161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46DE4-11C1-4C9A-800C-EF4CF86A976B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6A141A-49F8-453B-93D7-EC1CBEBF3A55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i="0" kern="1200" baseline="0"/>
            <a:t>ostreamVar &lt;&lt; setfill(ch);</a:t>
          </a:r>
          <a:endParaRPr lang="en-US" sz="2800" kern="1200"/>
        </a:p>
      </dsp:txBody>
      <dsp:txXfrm>
        <a:off x="0" y="2663"/>
        <a:ext cx="6666833" cy="1816197"/>
      </dsp:txXfrm>
    </dsp:sp>
    <dsp:sp modelId="{1501AF80-03B1-4E27-9A4F-1C2EBB10F277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F8C91F-6C2F-41A1-BE7C-C556F04B32DA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i="0" kern="1200" baseline="0" dirty="0"/>
            <a:t>The output stream variables can use the manipulator </a:t>
          </a:r>
          <a:r>
            <a:rPr lang="en-GB" sz="2800" b="0" i="0" kern="1200" baseline="0" dirty="0" err="1"/>
            <a:t>setfill</a:t>
          </a:r>
          <a:r>
            <a:rPr lang="en-GB" sz="2800" b="0" i="0" kern="1200" baseline="0" dirty="0"/>
            <a:t> to fill </a:t>
          </a:r>
          <a:r>
            <a:rPr lang="en-GB" sz="2800" b="0" i="0" kern="1200" baseline="0" dirty="0">
              <a:highlight>
                <a:srgbClr val="FFFF00"/>
              </a:highlight>
            </a:rPr>
            <a:t>the unused columns with a character other than a space</a:t>
          </a:r>
          <a:endParaRPr lang="en-US" sz="2800" kern="1200" dirty="0">
            <a:highlight>
              <a:srgbClr val="FFFF00"/>
            </a:highlight>
          </a:endParaRPr>
        </a:p>
      </dsp:txBody>
      <dsp:txXfrm>
        <a:off x="0" y="1818861"/>
        <a:ext cx="6666833" cy="1816197"/>
      </dsp:txXfrm>
    </dsp:sp>
    <dsp:sp modelId="{4F5A6F85-48B5-4BA0-A034-57C3F7975B89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FDB429-B778-449D-9E1F-E33D49BA74B3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i="0" kern="1200" baseline="0"/>
            <a:t>cout &lt;&lt; setfill('#’);</a:t>
          </a:r>
          <a:endParaRPr lang="en-US" sz="2800" kern="1200"/>
        </a:p>
      </dsp:txBody>
      <dsp:txXfrm>
        <a:off x="0" y="3635058"/>
        <a:ext cx="6666833" cy="18161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F0F99-3D88-424E-96BE-8F69B5179941}">
      <dsp:nvSpPr>
        <dsp:cNvPr id="0" name=""/>
        <dsp:cNvSpPr/>
      </dsp:nvSpPr>
      <dsp:spPr>
        <a:xfrm>
          <a:off x="0" y="17240"/>
          <a:ext cx="6666833" cy="11512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b="0" i="0" kern="1200" baseline="0"/>
            <a:t>ostreamVar &lt;&lt; right;</a:t>
          </a:r>
          <a:endParaRPr lang="en-US" sz="4800" kern="1200"/>
        </a:p>
      </dsp:txBody>
      <dsp:txXfrm>
        <a:off x="56201" y="73441"/>
        <a:ext cx="6554431" cy="1038877"/>
      </dsp:txXfrm>
    </dsp:sp>
    <dsp:sp modelId="{15ACC5A5-A84A-4F2E-B2CE-64F3FFE58F58}">
      <dsp:nvSpPr>
        <dsp:cNvPr id="0" name=""/>
        <dsp:cNvSpPr/>
      </dsp:nvSpPr>
      <dsp:spPr>
        <a:xfrm>
          <a:off x="0" y="1306759"/>
          <a:ext cx="6666833" cy="1151279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b="0" i="0" kern="1200" baseline="0"/>
            <a:t>ostreamVar &lt;&lt; left;</a:t>
          </a:r>
          <a:endParaRPr lang="en-US" sz="4800" kern="1200"/>
        </a:p>
      </dsp:txBody>
      <dsp:txXfrm>
        <a:off x="56201" y="1362960"/>
        <a:ext cx="6554431" cy="1038877"/>
      </dsp:txXfrm>
    </dsp:sp>
    <dsp:sp modelId="{9D3A05FC-1793-47A1-97DD-F5307F990668}">
      <dsp:nvSpPr>
        <dsp:cNvPr id="0" name=""/>
        <dsp:cNvSpPr/>
      </dsp:nvSpPr>
      <dsp:spPr>
        <a:xfrm>
          <a:off x="0" y="2596279"/>
          <a:ext cx="6666833" cy="1151279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b="0" i="0" kern="1200" baseline="0"/>
            <a:t>cout &lt;&lt; left;</a:t>
          </a:r>
          <a:endParaRPr lang="en-US" sz="4800" kern="1200"/>
        </a:p>
      </dsp:txBody>
      <dsp:txXfrm>
        <a:off x="56201" y="2652480"/>
        <a:ext cx="6554431" cy="1038877"/>
      </dsp:txXfrm>
    </dsp:sp>
    <dsp:sp modelId="{5E3D15A4-2533-4325-A689-3BD40772DD95}">
      <dsp:nvSpPr>
        <dsp:cNvPr id="0" name=""/>
        <dsp:cNvSpPr/>
      </dsp:nvSpPr>
      <dsp:spPr>
        <a:xfrm>
          <a:off x="0" y="3747559"/>
          <a:ext cx="6666833" cy="1689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b="0" i="0" kern="1200" baseline="0"/>
            <a:t>The statement sets the output to be left-justified on the standard output device</a:t>
          </a:r>
          <a:endParaRPr lang="en-US" sz="3700" kern="1200"/>
        </a:p>
      </dsp:txBody>
      <dsp:txXfrm>
        <a:off x="0" y="3747559"/>
        <a:ext cx="6666833" cy="1689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67.44186" units="1/cm"/>
          <inkml:channelProperty channel="Y" name="resolution" value="111.9171" units="1/cm"/>
          <inkml:channelProperty channel="T" name="resolution" value="1" units="1/dev"/>
        </inkml:channelProperties>
      </inkml:inkSource>
      <inkml:timestamp xml:id="ts0" timeString="2026-03-07T14:43:51.8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13646 7675 0,'83'0'234,"-28"0"-218,28 0-16,0-27 15,-28 27-15,-27-28 0,0 28 16,-1 0-16,1 0 31,0 0-15,-1 0 31,1 0-1,-1 0 1,1 0-15,0 0-32,-1 28 15,29-28 16,-1 0-31,-28 27 0,1-27 16,27 0-16,-27 0 16,27 0-1,56 0 1,-84 0 15,1 0-15,0 0-16,-1 0 47,1 0-16,27 0 47,-27 0-47,-28-27 63,0-1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CEA62-A421-4F25-A698-5F1706FA157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5F2E4-1819-4274-992E-FD4BEB867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0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5F2E4-1819-4274-992E-FD4BEB867B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89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3AB8-3710-400B-BC79-081A10D36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66AC9-4AF5-4788-AFF3-88A8BF8BA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6747E-108F-4A74-9AAD-967CB5E3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064EF-5F4C-4749-817C-9EB61DF2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F5C67-2996-442C-8A0F-F1A0C16A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54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352A-11F2-4B89-9B86-F0424E35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D180-DF59-4B40-B51C-9A6BD3F15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C9EEB-5152-4BB2-B1F1-63DA5112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A7B47-9A51-4DC1-8A85-9CF0FF05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632DD-262E-4763-8B77-F17FFE94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1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72CA-8FDD-4A34-B078-9B96F7A2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DAC14-CD70-4BA6-B4E6-6FE747FF4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2B1B6-8C6E-4B7F-9C6D-956AC366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5A1AB-1820-4BDF-AD39-9B3C87D0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FE412-28CF-4E64-A2F0-5B9E8471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9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D46F-95D1-4369-A565-8A2399CB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E8BF-5390-4868-AE4A-164D6A07F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F539C-0FFA-4AF1-A4B3-3D43E6F1C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0F0BB-71DC-4F2A-963D-3CD03AF4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DC901-227B-4596-97CD-8F62111E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7A975-865E-43D0-BEAD-A8204839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8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D487-0BFF-41E2-B0BF-73F84558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3E9E5-63C6-4821-93E6-957E30C5F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8EFB1-E372-4B74-A5B0-BC81D3038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F6640-B1E4-43F9-987B-2F12C7F97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DEB322-55BC-4FDF-ADDB-F167671C7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8D7E6A-B49F-40A3-B29C-37B4555D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EA235E-611C-4504-90C2-37B28BA9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69C7C-B790-4B9A-B4B8-FB746401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52AA-9A65-408F-9F84-A6025059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0640E-F14F-40D3-B9AE-71D2D7DB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9BC11-E4C5-4F8D-BFB2-6A7B1BF4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B636C-E512-4B96-9CB5-716E3433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9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19275-00D4-4F14-B73C-B3C88FBA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3A0A6-9EAF-4915-85F4-922D5FB34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D12A6-BC5B-4CB7-9E3F-49D2331C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8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4157-6FCF-418A-A38C-37E17D7BE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643-86D4-4EC4-A144-0226796FA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2AF58-5F2A-4586-941B-B8D01447E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6D11B-88FD-4478-A6E5-5AB738C0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F7DC8-F983-4198-956B-DB75A50F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7E1CA-DB78-413D-A235-ED8C2F66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9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DF7E-3133-4596-A534-0AEEC5A3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CD341-27EA-4CE7-8808-F8F51AA54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1AF7A-3766-42BF-8B7A-FA1359656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FB4D7-124F-44BF-BF56-56E6C17C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A0E0B-F02E-4233-BCA0-1859A9D6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4DD84-7C77-4875-9915-9F6693C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2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76CD-1798-4285-B683-3E58C8B8C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CFAEC-170E-4F11-9924-40B990016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B0511-4219-4A90-B1AA-560FCA623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73208-93C7-48B4-8908-A8BA8096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34E74-E082-4700-A3EE-52E0358D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9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2E9B3A-1DD5-4775-BC9B-837A8CF6B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7140F-9DA7-4564-A60A-408F561E7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26C52-EC67-42A2-8C7F-17472C94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9838F-F981-4A11-A3EA-B7AE61C02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F05F8-7954-4A97-B332-EDDBD0F0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23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440BE-8DDC-46FC-BF8E-CF000AA9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A16E3-BF24-4E97-B875-C7926701C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ADAB7-0D37-4EF6-BD60-26A7E9EAF9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318C4-0D56-484F-AB5A-27673DC92A6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EA6C1-B9BC-4526-B360-7A331700F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234A7-B9C2-4E0B-93ED-4668E25DA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2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Course Title: Programming Fundamentals</a:t>
            </a:r>
            <a:br>
              <a:rPr lang="en-US" sz="3200" b="1" dirty="0"/>
            </a:br>
            <a:r>
              <a:rPr lang="en-US" sz="3200" b="1" dirty="0"/>
              <a:t>Course Code: CS141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953003" y="3892214"/>
            <a:ext cx="3759362" cy="4353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1000"/>
              </a:lnSpc>
              <a:buFont typeface="Times New Roman" charset="0"/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ahoma" charset="0"/>
                <a:cs typeface="Microsoft YaHei" charset="0"/>
              </a:rPr>
              <a:t>Prof. Khaled F. Hussain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0001250" y="1247775"/>
            <a:ext cx="13335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900" b="1" dirty="0" err="1">
                <a:latin typeface="Calibri" pitchFamily="34" charset="0"/>
                <a:ea typeface="Arial" pitchFamily="34" charset="0"/>
                <a:cs typeface="Arial" pitchFamily="34" charset="0"/>
              </a:rPr>
              <a:t>Assiut</a:t>
            </a:r>
            <a:r>
              <a:rPr lang="en-US" sz="900" b="1" dirty="0">
                <a:latin typeface="Calibri" pitchFamily="34" charset="0"/>
                <a:ea typeface="Arial" pitchFamily="34" charset="0"/>
                <a:cs typeface="Arial" pitchFamily="34" charset="0"/>
              </a:rPr>
              <a:t> University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8172" y="334327"/>
            <a:ext cx="866775" cy="1103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1" descr="Description: Assiut Univ">
            <a:extLst>
              <a:ext uri="{FF2B5EF4-FFF2-40B4-BE49-F238E27FC236}">
                <a16:creationId xmlns:a16="http://schemas.microsoft.com/office/drawing/2014/main" id="{2B9C1A82-8595-4121-B86E-D438A21B666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709" y="457676"/>
            <a:ext cx="5429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WordArt 3">
            <a:extLst>
              <a:ext uri="{FF2B5EF4-FFF2-40B4-BE49-F238E27FC236}">
                <a16:creationId xmlns:a16="http://schemas.microsoft.com/office/drawing/2014/main" id="{FDBEE558-F756-4756-A81D-D251A5EF5D1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01366" y="1317171"/>
            <a:ext cx="1357312" cy="2857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Down">
              <a:avLst>
                <a:gd name="adj" fmla="val 0"/>
              </a:avLst>
            </a:prstTxWarp>
          </a:bodyPr>
          <a:lstStyle/>
          <a:p>
            <a:pPr algn="ctr" rtl="1">
              <a:buNone/>
            </a:pPr>
            <a:r>
              <a:rPr lang="ar-EG" sz="900" kern="1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كلية معتمدة من الهيئة القومية</a:t>
            </a:r>
          </a:p>
          <a:p>
            <a:pPr algn="ctr" rtl="1">
              <a:buNone/>
            </a:pPr>
            <a:r>
              <a:rPr lang="ar-EG" sz="900" kern="1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لضمان جودة التعليم والاعتماد</a:t>
            </a:r>
            <a:endParaRPr lang="en-GB" sz="900" kern="10" spc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94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1C79-659A-4339-B980-071E4160B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Input/Output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9A055-E5BE-426F-A657-5A4CD7AAC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295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B1C7A-54D1-4CC2-A84E-F065FF872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4ADD-046A-4F26-A55A-E6AD00ED4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D. S. Malik, “C++ Programming: From Problem Analysis to Program Design”, Cengage Learning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37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A286E-C369-439D-ADC3-997D2697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I/O Streams and Standard I/O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C7DF5-4151-4454-866B-5DFD0302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A stream is a sequence of characters from the source to the destination. </a:t>
            </a:r>
          </a:p>
          <a:p>
            <a:r>
              <a:rPr lang="en-GB" sz="2000"/>
              <a:t>There are two types of streams:</a:t>
            </a:r>
          </a:p>
          <a:p>
            <a:pPr lvl="1"/>
            <a:r>
              <a:rPr lang="en-GB" sz="2000">
                <a:highlight>
                  <a:srgbClr val="FFFF00"/>
                </a:highlight>
              </a:rPr>
              <a:t>Input stream: A sequence of characters from an input device to the computer.</a:t>
            </a:r>
          </a:p>
          <a:p>
            <a:pPr lvl="1"/>
            <a:r>
              <a:rPr lang="en-GB" sz="2000">
                <a:highlight>
                  <a:srgbClr val="FFFF00"/>
                </a:highlight>
              </a:rPr>
              <a:t>Output stream: A sequence of characters from the computer to an output device.</a:t>
            </a:r>
          </a:p>
          <a:p>
            <a:r>
              <a:rPr lang="en-GB" sz="2000"/>
              <a:t>The standard input device is usually the keyboard, and the standard output device is usually the screen.</a:t>
            </a:r>
          </a:p>
        </p:txBody>
      </p:sp>
    </p:spTree>
    <p:extLst>
      <p:ext uri="{BB962C8B-B14F-4D97-AF65-F5344CB8AC3E}">
        <p14:creationId xmlns:p14="http://schemas.microsoft.com/office/powerpoint/2010/main" val="30321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79C23-D89A-49D2-B13C-6674179B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I/O Streams and Standard I/O Devices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3730B-5985-4362-A62F-3A0A095AC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0" i="0" u="none" strike="noStrike" baseline="0">
                <a:latin typeface="AdvP800D"/>
              </a:rPr>
              <a:t>The header file </a:t>
            </a:r>
            <a:r>
              <a:rPr lang="en-GB" sz="2000" b="0" i="0" u="none" strike="noStrike" baseline="0">
                <a:latin typeface="AdvTT825c8005"/>
              </a:rPr>
              <a:t>iostream </a:t>
            </a:r>
            <a:r>
              <a:rPr lang="en-GB" sz="2000" b="0" i="0" u="none" strike="noStrike" baseline="0">
                <a:latin typeface="AdvP800D"/>
              </a:rPr>
              <a:t>contains, among other things, the definitions of two data types, </a:t>
            </a:r>
            <a:r>
              <a:rPr lang="en-GB" sz="2000" b="0" i="0" u="none" strike="noStrike" baseline="0">
                <a:latin typeface="AdvTT825c8005"/>
              </a:rPr>
              <a:t>istream </a:t>
            </a:r>
            <a:r>
              <a:rPr lang="en-GB" sz="2000" b="0" i="0" u="none" strike="noStrike" baseline="0">
                <a:latin typeface="AdvP800D"/>
              </a:rPr>
              <a:t>(input stream) and </a:t>
            </a:r>
            <a:r>
              <a:rPr lang="en-GB" sz="2000" b="0" i="0" u="none" strike="noStrike" baseline="0">
                <a:latin typeface="AdvTT825c8005"/>
              </a:rPr>
              <a:t>ostream </a:t>
            </a:r>
            <a:r>
              <a:rPr lang="en-GB" sz="2000" b="0" i="0" u="none" strike="noStrike" baseline="0">
                <a:latin typeface="AdvP800D"/>
              </a:rPr>
              <a:t>(output stream). </a:t>
            </a:r>
            <a:endParaRPr lang="en-GB" sz="2000">
              <a:latin typeface="AdvP800D"/>
            </a:endParaRPr>
          </a:p>
          <a:p>
            <a:r>
              <a:rPr lang="en-GB" sz="2000" b="0" i="0" u="none" strike="noStrike" baseline="0">
                <a:latin typeface="AdvP800D"/>
              </a:rPr>
              <a:t>The header file also contains two variable declarations:</a:t>
            </a:r>
            <a:endParaRPr lang="en-GB" sz="2000">
              <a:latin typeface="AdvP800D"/>
            </a:endParaRPr>
          </a:p>
          <a:p>
            <a:pPr marL="685800" lvl="2">
              <a:spcBef>
                <a:spcPts val="1000"/>
              </a:spcBef>
            </a:pPr>
            <a:r>
              <a:rPr lang="en-GB">
                <a:highlight>
                  <a:srgbClr val="FFFF00"/>
                </a:highlight>
                <a:latin typeface="AdvP800D"/>
              </a:rPr>
              <a:t>cin, which stands for common input. </a:t>
            </a:r>
          </a:p>
          <a:p>
            <a:pPr marL="685800" lvl="2">
              <a:spcBef>
                <a:spcPts val="1000"/>
              </a:spcBef>
            </a:pPr>
            <a:r>
              <a:rPr lang="en-GB">
                <a:highlight>
                  <a:srgbClr val="FFFF00"/>
                </a:highlight>
                <a:latin typeface="AdvP800D"/>
              </a:rPr>
              <a:t>cout, which stands for common output.</a:t>
            </a:r>
          </a:p>
          <a:p>
            <a:r>
              <a:rPr lang="en-US" altLang="en-US" sz="2000"/>
              <a:t>To use </a:t>
            </a:r>
            <a:r>
              <a:rPr lang="en-US" altLang="en-US" sz="2000">
                <a:latin typeface="Courier New" panose="02070309020205020404" pitchFamily="49" charset="0"/>
              </a:rPr>
              <a:t>cin</a:t>
            </a:r>
            <a:r>
              <a:rPr lang="en-US" altLang="en-US" sz="2000"/>
              <a:t> and </a:t>
            </a:r>
            <a:r>
              <a:rPr lang="en-US" altLang="en-US" sz="2000">
                <a:latin typeface="Courier New" panose="02070309020205020404" pitchFamily="49" charset="0"/>
              </a:rPr>
              <a:t>cout</a:t>
            </a:r>
            <a:r>
              <a:rPr lang="en-US" altLang="en-US" sz="2000"/>
              <a:t>, the preprocessor directive </a:t>
            </a:r>
            <a:r>
              <a:rPr lang="en-US" altLang="en-US" sz="2000">
                <a:latin typeface="Courier New" panose="02070309020205020404" pitchFamily="49" charset="0"/>
              </a:rPr>
              <a:t>#include &lt;iostream&gt;</a:t>
            </a:r>
            <a:r>
              <a:rPr lang="en-US" altLang="en-US" sz="2000"/>
              <a:t> must be used</a:t>
            </a:r>
          </a:p>
          <a:p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Variables of type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istream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are called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13"/>
              </a:rPr>
              <a:t>input stream variables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; variables of type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ostream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are called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13"/>
              </a:rPr>
              <a:t>output stream variables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.</a:t>
            </a:r>
            <a:endParaRPr lang="en-GB" sz="2000">
              <a:highlight>
                <a:srgbClr val="FFFF00"/>
              </a:highlight>
              <a:latin typeface="AdvP800D"/>
            </a:endParaRPr>
          </a:p>
        </p:txBody>
      </p:sp>
    </p:spTree>
    <p:extLst>
      <p:ext uri="{BB962C8B-B14F-4D97-AF65-F5344CB8AC3E}">
        <p14:creationId xmlns:p14="http://schemas.microsoft.com/office/powerpoint/2010/main" val="304628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957E4-C680-495E-A862-89B80D3D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I/O Streams and Standard I/O Devices (Cont.)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8EED13C1-7D0B-4F8A-B0F3-849C61CAA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0" i="0" u="none" strike="noStrike" baseline="0">
                <a:latin typeface="AdvP800D"/>
              </a:rPr>
              <a:t>Consider the input </a:t>
            </a:r>
            <a:r>
              <a:rPr lang="en-GB" sz="2000" b="0" i="0" u="none" strike="noStrike" baseline="0">
                <a:latin typeface="AdvTT825c8005"/>
              </a:rPr>
              <a:t>25 </a:t>
            </a:r>
            <a:r>
              <a:rPr lang="en-GB" sz="2000" b="0" i="0" u="none" strike="noStrike" baseline="0">
                <a:latin typeface="AdvP800D"/>
              </a:rPr>
              <a:t>and the statement: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cin &gt;&gt; a;</a:t>
            </a:r>
          </a:p>
          <a:p>
            <a:pPr lvl="1"/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If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a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is of the data type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0688bc49.B"/>
              </a:rPr>
              <a:t>char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, only the single character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2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is stored in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a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. </a:t>
            </a:r>
          </a:p>
          <a:p>
            <a:pPr lvl="1"/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If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a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is of the data type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0688bc49.B"/>
              </a:rPr>
              <a:t>int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,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25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is stored in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a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.</a:t>
            </a:r>
          </a:p>
          <a:p>
            <a:pPr lvl="1"/>
            <a:endParaRPr lang="en-GB" sz="2000">
              <a:highlight>
                <a:srgbClr val="FFFF00"/>
              </a:highlight>
              <a:latin typeface="AdvP800D"/>
            </a:endParaRPr>
          </a:p>
          <a:p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Consider the input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25.56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and the statement: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cin &gt;&gt; b;</a:t>
            </a:r>
          </a:p>
          <a:p>
            <a:pPr lvl="1"/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If b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is of the data type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0688bc49.B"/>
              </a:rPr>
              <a:t>int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,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25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is stored in b. </a:t>
            </a:r>
          </a:p>
          <a:p>
            <a:pPr lvl="1"/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If b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is of the data type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0688bc49.B"/>
              </a:rPr>
              <a:t>float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,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TT825c8005"/>
              </a:rPr>
              <a:t>25.56 </a:t>
            </a:r>
            <a:r>
              <a:rPr lang="en-GB" sz="2000" b="0" i="0" u="none" strike="noStrike" baseline="0">
                <a:highlight>
                  <a:srgbClr val="FFFF00"/>
                </a:highlight>
                <a:latin typeface="AdvP800D"/>
              </a:rPr>
              <a:t>is stored in b.</a:t>
            </a:r>
          </a:p>
          <a:p>
            <a:endParaRPr lang="en-GB" sz="2000">
              <a:latin typeface="AdvP800D"/>
            </a:endParaRPr>
          </a:p>
          <a:p>
            <a:r>
              <a:rPr lang="en-GB" sz="2000" b="0" i="0" u="none" strike="noStrike" baseline="0">
                <a:latin typeface="AdvTT825c8005"/>
              </a:rPr>
              <a:t>cin &gt;&gt; a_int &gt;&gt; ch &gt;&gt; z_double; 	input: 57A26.9 		 a_int = 57, ch = 'A’, z_double = 26.9</a:t>
            </a:r>
            <a:endParaRPr lang="en-GB" sz="2000" b="0" i="0" u="none" strike="noStrike" baseline="0">
              <a:latin typeface="AdvP800D"/>
            </a:endParaRPr>
          </a:p>
          <a:p>
            <a:pPr lvl="1"/>
            <a:endParaRPr lang="en-GB" sz="2000" b="0" i="0" u="none" strike="noStrike" baseline="0">
              <a:latin typeface="AdvP800D"/>
            </a:endParaRPr>
          </a:p>
          <a:p>
            <a:pPr lvl="1"/>
            <a:endParaRPr lang="en-GB" sz="2000"/>
          </a:p>
          <a:p>
            <a:pPr lvl="1"/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71184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00E2E-0982-4191-AB4D-44895B35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GB" sz="3700" dirty="0"/>
              <a:t>Using </a:t>
            </a:r>
            <a:r>
              <a:rPr lang="en-GB" sz="3700" dirty="0">
                <a:highlight>
                  <a:srgbClr val="FFFF00"/>
                </a:highlight>
              </a:rPr>
              <a:t>Predefined Functions </a:t>
            </a:r>
            <a:r>
              <a:rPr lang="en-GB" sz="3700" dirty="0"/>
              <a:t>in a Program</a:t>
            </a:r>
          </a:p>
        </p:txBody>
      </p: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E2112A91-F9E0-5E8D-5357-FAD3D15C3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" r="40219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A589-0266-46CC-A8B0-C6516A244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328" y="2588450"/>
            <a:ext cx="4613005" cy="411343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1800" dirty="0"/>
              <a:t>C++ comes with a wealth of functions, called predefined functions</a:t>
            </a:r>
          </a:p>
          <a:p>
            <a:r>
              <a:rPr lang="en-GB" sz="1800" dirty="0"/>
              <a:t>pow, called the power function, can be used to calculate </a:t>
            </a:r>
            <a:r>
              <a:rPr lang="en-GB" sz="1800" dirty="0" err="1"/>
              <a:t>x</a:t>
            </a:r>
            <a:r>
              <a:rPr lang="en-GB" sz="1800" baseline="30000" dirty="0" err="1"/>
              <a:t>y</a:t>
            </a:r>
            <a:r>
              <a:rPr lang="en-GB" sz="1800" dirty="0"/>
              <a:t> in a program. That is,</a:t>
            </a:r>
          </a:p>
          <a:p>
            <a:r>
              <a:rPr lang="en-GB" sz="1800" dirty="0"/>
              <a:t> </a:t>
            </a:r>
            <a:r>
              <a:rPr lang="en-GB" sz="1800" dirty="0">
                <a:highlight>
                  <a:srgbClr val="FFFF00"/>
                </a:highlight>
              </a:rPr>
              <a:t>pow(x, y) = </a:t>
            </a:r>
            <a:r>
              <a:rPr lang="en-GB" sz="1800" dirty="0" err="1">
                <a:highlight>
                  <a:srgbClr val="FFFF00"/>
                </a:highlight>
              </a:rPr>
              <a:t>x</a:t>
            </a:r>
            <a:r>
              <a:rPr lang="en-GB" sz="1800" baseline="30000" dirty="0" err="1">
                <a:highlight>
                  <a:srgbClr val="FFFF00"/>
                </a:highlight>
              </a:rPr>
              <a:t>y</a:t>
            </a:r>
            <a:r>
              <a:rPr lang="en-GB" sz="1800" dirty="0"/>
              <a:t>.</a:t>
            </a:r>
          </a:p>
          <a:p>
            <a:r>
              <a:rPr lang="en-GB" sz="1800" dirty="0"/>
              <a:t>The header file </a:t>
            </a:r>
            <a:r>
              <a:rPr lang="en-GB" sz="1800" dirty="0" err="1"/>
              <a:t>cmath</a:t>
            </a:r>
            <a:r>
              <a:rPr lang="en-GB" sz="1800" dirty="0"/>
              <a:t> contains the specification of the function pow.</a:t>
            </a:r>
          </a:p>
          <a:p>
            <a:r>
              <a:rPr lang="en-GB" sz="1800" dirty="0"/>
              <a:t>To use a predefined function in a program, you need to know the name of the header file containing the specification of the function and include that header file in the program.</a:t>
            </a:r>
            <a:endParaRPr lang="ar-EG" sz="1800" dirty="0"/>
          </a:p>
          <a:p>
            <a:r>
              <a:rPr lang="en-GB" sz="1800" dirty="0"/>
              <a:t>The function sqrt, </a:t>
            </a:r>
            <a:r>
              <a:rPr lang="en-GB" sz="1800" dirty="0">
                <a:highlight>
                  <a:srgbClr val="FFFF00"/>
                </a:highlight>
              </a:rPr>
              <a:t>header file </a:t>
            </a:r>
            <a:r>
              <a:rPr lang="en-GB" sz="1800" dirty="0" err="1">
                <a:highlight>
                  <a:srgbClr val="FFFF00"/>
                </a:highlight>
              </a:rPr>
              <a:t>cmath</a:t>
            </a:r>
            <a:endParaRPr lang="en-GB" sz="18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78476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0997" y="381001"/>
            <a:ext cx="6858001" cy="6095995"/>
          </a:xfrm>
          <a:prstGeom prst="rect">
            <a:avLst/>
          </a:prstGeom>
          <a:ln>
            <a:noFill/>
          </a:ln>
          <a:effectLst>
            <a:outerShdw blurRad="381000" dist="101600" sx="99000" sy="99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52AA9-8E5C-40FC-9DBC-38AE7BE1A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413" y="4544704"/>
            <a:ext cx="4792635" cy="1811645"/>
          </a:xfrm>
        </p:spPr>
        <p:txBody>
          <a:bodyPr anchor="ctr">
            <a:normAutofit/>
          </a:bodyPr>
          <a:lstStyle/>
          <a:p>
            <a:r>
              <a:rPr lang="en-GB" sz="4000"/>
              <a:t>cin and the get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97930-FFA1-1C3E-292C-6D245DCA6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84"/>
          <a:stretch>
            <a:fillRect/>
          </a:stretch>
        </p:blipFill>
        <p:spPr>
          <a:xfrm>
            <a:off x="55729" y="0"/>
            <a:ext cx="6096001" cy="41147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529B5-FC38-43B9-9D62-5A9B186F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10" y="691912"/>
            <a:ext cx="4585646" cy="5474173"/>
          </a:xfrm>
        </p:spPr>
        <p:txBody>
          <a:bodyPr anchor="ctr">
            <a:normAutofit/>
          </a:bodyPr>
          <a:lstStyle/>
          <a:p>
            <a:r>
              <a:rPr lang="en-GB" sz="1600" dirty="0" err="1"/>
              <a:t>cin.get</a:t>
            </a:r>
            <a:r>
              <a:rPr lang="en-GB" sz="1600" dirty="0"/>
              <a:t>(</a:t>
            </a:r>
            <a:r>
              <a:rPr lang="en-GB" sz="1600" dirty="0" err="1"/>
              <a:t>varChar</a:t>
            </a:r>
            <a:r>
              <a:rPr lang="en-GB" sz="1600" dirty="0"/>
              <a:t>);</a:t>
            </a:r>
          </a:p>
          <a:p>
            <a:r>
              <a:rPr lang="en-GB" sz="1600" dirty="0"/>
              <a:t>The get function </a:t>
            </a:r>
            <a:r>
              <a:rPr lang="en-GB" sz="1600" dirty="0">
                <a:highlight>
                  <a:srgbClr val="FFFF00"/>
                </a:highlight>
              </a:rPr>
              <a:t>inputs the next character, </a:t>
            </a:r>
            <a:r>
              <a:rPr lang="en-GB" sz="1600" u="sng" dirty="0">
                <a:highlight>
                  <a:srgbClr val="FFFF00"/>
                </a:highlight>
              </a:rPr>
              <a:t>including whitespace characters</a:t>
            </a:r>
          </a:p>
          <a:p>
            <a:pPr marL="0" indent="0">
              <a:buNone/>
            </a:pPr>
            <a:endParaRPr lang="en-GB" sz="1600" b="0" i="0" u="none" strike="noStrike" baseline="0" dirty="0">
              <a:highlight>
                <a:srgbClr val="FFFF00"/>
              </a:highlight>
              <a:latin typeface="AdvTT825c8005"/>
            </a:endParaRP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cin.get</a:t>
            </a:r>
            <a:r>
              <a:rPr lang="en-GB" sz="1600" b="0" i="0" u="none" strike="noStrike" baseline="0" dirty="0">
                <a:latin typeface="AdvTT825c8005"/>
              </a:rPr>
              <a:t>(ch1);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cin.get</a:t>
            </a:r>
            <a:r>
              <a:rPr lang="en-GB" sz="1600" b="0" i="0" u="none" strike="noStrike" baseline="0" dirty="0">
                <a:latin typeface="AdvTT825c8005"/>
              </a:rPr>
              <a:t>(ch2);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cin</a:t>
            </a:r>
            <a:r>
              <a:rPr lang="en-GB" sz="1600" b="0" i="0" u="none" strike="noStrike" baseline="0" dirty="0">
                <a:latin typeface="AdvTT825c8005"/>
              </a:rPr>
              <a:t> &gt;&gt; </a:t>
            </a:r>
            <a:r>
              <a:rPr lang="en-GB" sz="1600" b="0" i="0" u="none" strike="noStrike" baseline="0" dirty="0" err="1">
                <a:latin typeface="AdvTT825c8005"/>
              </a:rPr>
              <a:t>num</a:t>
            </a:r>
            <a:r>
              <a:rPr lang="en-GB" sz="1600" b="0" i="0" u="none" strike="noStrike" baseline="0" dirty="0">
                <a:latin typeface="AdvTT825c8005"/>
              </a:rPr>
              <a:t>;</a:t>
            </a:r>
            <a:endParaRPr lang="en-GB" sz="1600" b="0" i="0" u="sng" strike="noStrike" baseline="0" dirty="0">
              <a:latin typeface="AdvTT825c8005"/>
            </a:endParaRPr>
          </a:p>
          <a:p>
            <a:r>
              <a:rPr lang="en-GB" sz="1600" b="0" i="0" u="none" strike="noStrike" baseline="0" dirty="0">
                <a:latin typeface="AdvP800D"/>
              </a:rPr>
              <a:t>Now consider the following input again:</a:t>
            </a:r>
          </a:p>
          <a:p>
            <a:pPr marL="0" indent="0">
              <a:buNone/>
            </a:pPr>
            <a:r>
              <a:rPr lang="en-GB" sz="1600" b="0" i="0" u="none" strike="noStrike" baseline="0" dirty="0">
                <a:latin typeface="AdvTT825c8005"/>
              </a:rPr>
              <a:t>A 25</a:t>
            </a:r>
          </a:p>
          <a:p>
            <a:r>
              <a:rPr lang="en-GB" sz="1600" b="0" i="0" u="none" strike="noStrike" baseline="0" dirty="0">
                <a:latin typeface="AdvP800D"/>
              </a:rPr>
              <a:t>To store </a:t>
            </a:r>
            <a:r>
              <a:rPr lang="en-GB" sz="1600" b="0" i="0" u="none" strike="noStrike" baseline="0" dirty="0">
                <a:latin typeface="AdvTT825c8005"/>
              </a:rPr>
              <a:t>'A' </a:t>
            </a:r>
            <a:r>
              <a:rPr lang="en-GB" sz="1600" b="0" i="0" u="none" strike="noStrike" baseline="0" dirty="0">
                <a:latin typeface="AdvP800D"/>
              </a:rPr>
              <a:t>in </a:t>
            </a:r>
            <a:r>
              <a:rPr lang="en-GB" sz="1600" b="0" i="0" u="none" strike="noStrike" baseline="0" dirty="0">
                <a:latin typeface="AdvTT825c8005"/>
              </a:rPr>
              <a:t>ch1</a:t>
            </a:r>
            <a:r>
              <a:rPr lang="en-GB" sz="1600" b="0" i="0" u="none" strike="noStrike" baseline="0" dirty="0">
                <a:latin typeface="AdvP800D"/>
              </a:rPr>
              <a:t>, the blank in </a:t>
            </a:r>
            <a:r>
              <a:rPr lang="en-GB" sz="1600" b="0" i="0" u="none" strike="noStrike" baseline="0" dirty="0">
                <a:latin typeface="AdvTT825c8005"/>
              </a:rPr>
              <a:t>ch2</a:t>
            </a:r>
            <a:r>
              <a:rPr lang="en-GB" sz="1600" b="0" i="0" u="none" strike="noStrike" baseline="0" dirty="0">
                <a:latin typeface="AdvP800D"/>
              </a:rPr>
              <a:t>, and </a:t>
            </a:r>
            <a:r>
              <a:rPr lang="en-GB" sz="1600" b="0" i="0" u="none" strike="noStrike" baseline="0" dirty="0">
                <a:latin typeface="AdvTT825c8005"/>
              </a:rPr>
              <a:t>25 </a:t>
            </a:r>
            <a:r>
              <a:rPr lang="en-GB" sz="1600" b="0" i="0" u="none" strike="noStrike" baseline="0" dirty="0">
                <a:latin typeface="AdvP800D"/>
              </a:rPr>
              <a:t>in </a:t>
            </a:r>
            <a:r>
              <a:rPr lang="en-GB" sz="1600" b="0" i="0" u="none" strike="noStrike" baseline="0" dirty="0" err="1">
                <a:latin typeface="AdvTT825c8005"/>
              </a:rPr>
              <a:t>num</a:t>
            </a:r>
            <a:r>
              <a:rPr lang="en-GB" sz="1600" b="0" i="0" u="none" strike="noStrike" baseline="0" dirty="0">
                <a:latin typeface="AdvP800D"/>
              </a:rPr>
              <a:t>,</a:t>
            </a:r>
          </a:p>
          <a:p>
            <a:endParaRPr lang="en-GB" sz="1600" dirty="0">
              <a:latin typeface="AdvP800D"/>
            </a:endParaRPr>
          </a:p>
          <a:p>
            <a:r>
              <a:rPr lang="en-GB" sz="1600" b="0" i="0" u="none" strike="noStrike" baseline="0" dirty="0">
                <a:latin typeface="AdvP800D"/>
              </a:rPr>
              <a:t>The preceding set of </a:t>
            </a:r>
            <a:r>
              <a:rPr lang="en-GB" sz="1600" b="0" i="0" u="none" strike="noStrike" baseline="0" dirty="0" err="1">
                <a:latin typeface="AdvTT825c8005"/>
              </a:rPr>
              <a:t>cin.get</a:t>
            </a:r>
            <a:r>
              <a:rPr lang="en-GB" sz="1600" b="0" i="0" u="none" strike="noStrike" baseline="0" dirty="0">
                <a:latin typeface="AdvTT825c8005"/>
              </a:rPr>
              <a:t> </a:t>
            </a:r>
            <a:r>
              <a:rPr lang="en-GB" sz="1600" b="0" i="0" u="none" strike="noStrike" baseline="0" dirty="0">
                <a:latin typeface="AdvP800D"/>
              </a:rPr>
              <a:t>statements is equivalent to the following statements: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cin</a:t>
            </a:r>
            <a:r>
              <a:rPr lang="en-GB" sz="1600" b="0" i="0" u="none" strike="noStrike" baseline="0" dirty="0">
                <a:latin typeface="AdvTT825c8005"/>
              </a:rPr>
              <a:t> &gt;&gt; ch1;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cin.get</a:t>
            </a:r>
            <a:r>
              <a:rPr lang="en-GB" sz="1600" b="0" i="0" u="none" strike="noStrike" baseline="0" dirty="0">
                <a:latin typeface="AdvTT825c8005"/>
              </a:rPr>
              <a:t>(ch2);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cin</a:t>
            </a:r>
            <a:r>
              <a:rPr lang="en-GB" sz="1600" b="0" i="0" u="none" strike="noStrike" baseline="0" dirty="0">
                <a:latin typeface="AdvTT825c8005"/>
              </a:rPr>
              <a:t> &gt;&gt; </a:t>
            </a:r>
            <a:r>
              <a:rPr lang="en-GB" sz="1600" b="0" i="0" u="none" strike="noStrike" baseline="0" dirty="0" err="1">
                <a:latin typeface="AdvTT825c8005"/>
              </a:rPr>
              <a:t>num</a:t>
            </a:r>
            <a:r>
              <a:rPr lang="en-GB" sz="1600" b="0" i="0" u="none" strike="noStrike" baseline="0" dirty="0">
                <a:latin typeface="AdvTT825c8005"/>
              </a:rPr>
              <a:t>;</a:t>
            </a:r>
            <a:endParaRPr lang="en-GB" sz="1600" u="sng" dirty="0"/>
          </a:p>
        </p:txBody>
      </p:sp>
    </p:spTree>
    <p:extLst>
      <p:ext uri="{BB962C8B-B14F-4D97-AF65-F5344CB8AC3E}">
        <p14:creationId xmlns:p14="http://schemas.microsoft.com/office/powerpoint/2010/main" val="52160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9A89E-8AB2-464B-B2AE-BA3BD004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3100" dirty="0" err="1"/>
              <a:t>cin</a:t>
            </a:r>
            <a:r>
              <a:rPr lang="en-GB" sz="3100" dirty="0"/>
              <a:t> and the ignore Function</a:t>
            </a:r>
            <a:r>
              <a:rPr lang="ar-EG" sz="3100" dirty="0"/>
              <a:t>         </a:t>
            </a:r>
            <a:r>
              <a:rPr lang="en-US" sz="3100" dirty="0">
                <a:highlight>
                  <a:srgbClr val="FFFF00"/>
                </a:highlight>
              </a:rPr>
              <a:t>for char </a:t>
            </a:r>
            <a:endParaRPr lang="en-GB" sz="3100" dirty="0">
              <a:highlight>
                <a:srgbClr val="FFFF00"/>
              </a:highlight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5D513-C164-41E4-8DB4-E4735F545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GB" sz="1900" b="0" i="0" u="none" strike="noStrike" baseline="0" dirty="0" err="1">
                <a:latin typeface="AdvTT825c8005"/>
              </a:rPr>
              <a:t>cin.ignore</a:t>
            </a:r>
            <a:r>
              <a:rPr lang="en-GB" sz="1900" b="0" i="0" u="none" strike="noStrike" baseline="0" dirty="0">
                <a:latin typeface="AdvTT825c8005"/>
              </a:rPr>
              <a:t>(</a:t>
            </a:r>
            <a:r>
              <a:rPr lang="en-GB" sz="1900" b="0" i="0" u="none" strike="noStrike" baseline="0" dirty="0" err="1">
                <a:highlight>
                  <a:srgbClr val="FFFF00"/>
                </a:highlight>
                <a:latin typeface="AdvTT825c8005"/>
              </a:rPr>
              <a:t>int</a:t>
            </a:r>
            <a:r>
              <a:rPr lang="en-GB" sz="1900" b="0" i="0" u="none" strike="noStrike" baseline="0" dirty="0" err="1">
                <a:latin typeface="AdvTT825c8005"/>
              </a:rPr>
              <a:t>Exp</a:t>
            </a:r>
            <a:r>
              <a:rPr lang="en-GB" sz="1900" b="0" i="0" u="none" strike="noStrike" baseline="0" dirty="0">
                <a:latin typeface="AdvTT825c8005"/>
              </a:rPr>
              <a:t>, </a:t>
            </a:r>
            <a:r>
              <a:rPr lang="en-GB" sz="1900" b="0" i="0" u="none" strike="noStrike" baseline="0" dirty="0" err="1">
                <a:highlight>
                  <a:srgbClr val="FFFF00"/>
                </a:highlight>
                <a:latin typeface="AdvTT825c8005"/>
              </a:rPr>
              <a:t>ch</a:t>
            </a:r>
            <a:r>
              <a:rPr lang="en-GB" sz="1900" b="0" i="0" u="none" strike="noStrike" baseline="0" dirty="0" err="1">
                <a:latin typeface="AdvTT825c8005"/>
              </a:rPr>
              <a:t>Exp</a:t>
            </a:r>
            <a:r>
              <a:rPr lang="en-GB" sz="1900" b="0" i="0" u="none" strike="noStrike" baseline="0" dirty="0">
                <a:latin typeface="AdvTT825c8005"/>
              </a:rPr>
              <a:t>);</a:t>
            </a:r>
          </a:p>
          <a:p>
            <a:r>
              <a:rPr lang="en-GB" sz="1900" b="0" i="0" u="none" strike="noStrike" baseline="0" dirty="0" err="1">
                <a:latin typeface="AdvTT825c8005"/>
              </a:rPr>
              <a:t>cin.ignore</a:t>
            </a:r>
            <a:r>
              <a:rPr lang="en-GB" sz="1900" b="0" i="0" u="none" strike="noStrike" baseline="0" dirty="0">
                <a:latin typeface="AdvTT825c8005"/>
              </a:rPr>
              <a:t>(100, '\n’);</a:t>
            </a:r>
            <a:endParaRPr lang="en-GB" sz="1900" dirty="0">
              <a:latin typeface="AdvTT825c8005"/>
            </a:endParaRPr>
          </a:p>
          <a:p>
            <a:pPr lvl="1"/>
            <a:r>
              <a:rPr lang="en-GB" sz="1900" b="0" i="0" u="none" strike="noStrike" baseline="0" dirty="0">
                <a:latin typeface="AdvP800D"/>
              </a:rPr>
              <a:t>When this statement executes, it ignores either the next </a:t>
            </a:r>
            <a:r>
              <a:rPr lang="en-GB" sz="1900" b="0" i="0" u="none" strike="noStrike" baseline="0" dirty="0">
                <a:latin typeface="AdvTT825c8005"/>
              </a:rPr>
              <a:t>100 </a:t>
            </a:r>
            <a:r>
              <a:rPr lang="en-GB" sz="1900" b="0" i="0" u="none" strike="noStrike" baseline="0" dirty="0">
                <a:latin typeface="AdvP800D"/>
              </a:rPr>
              <a:t>characters or all characters until the newline character is found, </a:t>
            </a:r>
            <a:r>
              <a:rPr lang="en-GB" sz="1900" b="0" i="0" u="sng" strike="noStrike" baseline="0" dirty="0">
                <a:latin typeface="AdvP800D"/>
              </a:rPr>
              <a:t>whichever comes first</a:t>
            </a:r>
            <a:r>
              <a:rPr lang="en-GB" sz="1900" b="0" i="0" u="none" strike="noStrike" baseline="0" dirty="0">
                <a:latin typeface="AdvP800D"/>
              </a:rPr>
              <a:t>.</a:t>
            </a:r>
          </a:p>
          <a:p>
            <a:r>
              <a:rPr lang="en-GB" sz="1900" b="0" i="0" u="none" strike="noStrike" baseline="0" dirty="0" err="1">
                <a:latin typeface="AdvTT825c8005"/>
              </a:rPr>
              <a:t>cin.ignore</a:t>
            </a:r>
            <a:r>
              <a:rPr lang="en-GB" sz="1900" b="0" i="0" u="none" strike="noStrike" baseline="0" dirty="0">
                <a:latin typeface="AdvTT825c8005"/>
              </a:rPr>
              <a:t>(100, 'A');</a:t>
            </a:r>
          </a:p>
          <a:p>
            <a:pPr lvl="1"/>
            <a:r>
              <a:rPr lang="en-GB" sz="1900" b="0" i="0" u="none" strike="noStrike" baseline="0" dirty="0">
                <a:latin typeface="AdvP800D"/>
              </a:rPr>
              <a:t>When this statement executes, it ignores either the next </a:t>
            </a:r>
            <a:r>
              <a:rPr lang="en-GB" sz="1900" b="0" i="0" u="none" strike="noStrike" baseline="0" dirty="0">
                <a:latin typeface="AdvTT825c8005"/>
              </a:rPr>
              <a:t>100 </a:t>
            </a:r>
            <a:r>
              <a:rPr lang="en-GB" sz="1900" b="0" i="0" u="none" strike="noStrike" baseline="0" dirty="0">
                <a:latin typeface="AdvP800D"/>
              </a:rPr>
              <a:t>characters or all characters until the character </a:t>
            </a:r>
            <a:r>
              <a:rPr lang="en-GB" sz="1900" b="0" i="0" u="none" strike="noStrike" baseline="0" dirty="0">
                <a:latin typeface="AdvTT825c8005"/>
              </a:rPr>
              <a:t>'A’ </a:t>
            </a:r>
            <a:r>
              <a:rPr lang="en-GB" sz="1900" b="0" i="0" u="none" strike="noStrike" baseline="0" dirty="0">
                <a:latin typeface="AdvP800D"/>
              </a:rPr>
              <a:t>is found, whichever comes first.</a:t>
            </a:r>
            <a:endParaRPr lang="en-GB" sz="19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E3E42-B066-B107-B3DC-A9295921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4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3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31975-090B-4CE0-AA3C-C93CC5A90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The putback and peek functions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B5339424-FC57-BB31-92BB-A680E0ADA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4551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4446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7" name="Freeform: Shape 56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8" name="Freeform: Shape 57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CCF8F-2017-4FBA-A79A-7EDAE956F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Input Failure (Example1)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DB4883F6-6E92-280D-8877-07EC367D7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6562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4193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387E4-0F09-4171-AAAE-C78143C52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The clear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38BFD-C7BE-4F9D-B46F-D4218E2B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0" i="0" u="none" strike="noStrike" baseline="0" dirty="0" err="1">
                <a:latin typeface="AdvTT825c8005"/>
              </a:rPr>
              <a:t>istreamVar.clear</a:t>
            </a:r>
            <a:r>
              <a:rPr lang="en-GB" sz="2000" b="0" i="0" u="none" strike="noStrike" baseline="0" dirty="0">
                <a:latin typeface="AdvTT825c8005"/>
              </a:rPr>
              <a:t>();</a:t>
            </a:r>
            <a:endParaRPr lang="ar-EG" sz="2000" b="0" i="0" u="none" strike="noStrike" baseline="0" dirty="0">
              <a:latin typeface="AdvTT825c8005"/>
            </a:endParaRPr>
          </a:p>
          <a:p>
            <a:r>
              <a:rPr lang="en-GB" sz="2000" b="0" i="0" u="none" strike="noStrike" baseline="0" dirty="0">
                <a:highlight>
                  <a:srgbClr val="FFFF00"/>
                </a:highlight>
                <a:latin typeface="AdvP800D"/>
              </a:rPr>
              <a:t>When an input stream enters the fail state, the system ignores all further I/O using</a:t>
            </a:r>
            <a:r>
              <a:rPr lang="ar-EG" sz="2000" b="0" i="0" u="none" strike="noStrike" baseline="0" dirty="0">
                <a:highlight>
                  <a:srgbClr val="FFFF00"/>
                </a:highlight>
                <a:latin typeface="AdvP800D"/>
              </a:rPr>
              <a:t> 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P800D"/>
              </a:rPr>
              <a:t>that stream.</a:t>
            </a:r>
            <a:r>
              <a:rPr lang="en-GB" sz="2000" b="0" i="0" u="none" strike="noStrike" baseline="0" dirty="0">
                <a:latin typeface="AdvP800D"/>
              </a:rPr>
              <a:t> You can use the stream function </a:t>
            </a:r>
            <a:r>
              <a:rPr lang="en-GB" sz="2000" b="0" i="0" u="none" strike="noStrike" baseline="0" dirty="0">
                <a:latin typeface="AdvTT825c8005"/>
              </a:rPr>
              <a:t>clear </a:t>
            </a:r>
            <a:r>
              <a:rPr lang="en-GB" sz="2000" b="0" i="0" u="none" strike="noStrike" baseline="0" dirty="0">
                <a:latin typeface="AdvP800D"/>
              </a:rPr>
              <a:t>to restore the input stream to a</a:t>
            </a:r>
            <a:r>
              <a:rPr lang="ar-EG" sz="2000" b="0" i="0" u="none" strike="noStrike" baseline="0" dirty="0">
                <a:latin typeface="AdvP800D"/>
              </a:rPr>
              <a:t> </a:t>
            </a:r>
            <a:r>
              <a:rPr lang="en-GB" sz="2000" b="0" i="0" u="none" strike="noStrike" baseline="0" dirty="0">
                <a:latin typeface="AdvP800D"/>
              </a:rPr>
              <a:t>working state.</a:t>
            </a:r>
            <a:endParaRPr lang="ar-EG" sz="2000" b="0" i="0" u="none" strike="noStrike" baseline="0" dirty="0">
              <a:latin typeface="AdvP800D"/>
            </a:endParaRPr>
          </a:p>
          <a:p>
            <a:r>
              <a:rPr lang="en-GB" sz="2000" b="0" i="0" u="none" strike="noStrike" baseline="0" dirty="0">
                <a:latin typeface="AdvP800D"/>
              </a:rPr>
              <a:t>After using the function </a:t>
            </a:r>
            <a:r>
              <a:rPr lang="en-GB" sz="2000" b="0" i="0" u="none" strike="noStrike" baseline="0" dirty="0">
                <a:latin typeface="AdvTT825c8005"/>
              </a:rPr>
              <a:t>clear </a:t>
            </a:r>
            <a:r>
              <a:rPr lang="en-GB" sz="2000" b="0" i="0" u="none" strike="noStrike" baseline="0" dirty="0">
                <a:latin typeface="AdvP800D"/>
              </a:rPr>
              <a:t>to return the input stream to a working state, you still</a:t>
            </a:r>
            <a:r>
              <a:rPr lang="ar-EG" sz="2000" b="0" i="0" u="none" strike="noStrike" baseline="0" dirty="0">
                <a:latin typeface="AdvP800D"/>
              </a:rPr>
              <a:t> </a:t>
            </a:r>
            <a:r>
              <a:rPr lang="en-GB" sz="2000" b="0" i="0" u="none" strike="noStrike" baseline="0" dirty="0">
                <a:latin typeface="AdvP800D"/>
              </a:rPr>
              <a:t>need to clear the rest of the garbage from the input stream. This can be accomplished by</a:t>
            </a:r>
            <a:r>
              <a:rPr lang="ar-EG" sz="2000" b="0" i="0" u="none" strike="noStrike" baseline="0" dirty="0">
                <a:latin typeface="AdvP800D"/>
              </a:rPr>
              <a:t> </a:t>
            </a:r>
            <a:r>
              <a:rPr lang="en-GB" sz="2000" b="0" i="0" u="none" strike="noStrike" baseline="0" dirty="0">
                <a:latin typeface="AdvP800D"/>
              </a:rPr>
              <a:t>using the function </a:t>
            </a:r>
            <a:r>
              <a:rPr lang="en-GB" sz="2000" b="0" i="0" u="none" strike="noStrike" baseline="0" dirty="0">
                <a:latin typeface="AdvTT825c8005"/>
              </a:rPr>
              <a:t>ignore</a:t>
            </a:r>
            <a:r>
              <a:rPr lang="en-GB" sz="2000" b="0" i="0" u="none" strike="noStrike" baseline="0" dirty="0">
                <a:latin typeface="AdvP800D"/>
              </a:rPr>
              <a:t>.</a:t>
            </a:r>
            <a:endParaRPr lang="ar-EG" sz="2000" b="0" i="0" u="none" strike="noStrike" baseline="0" dirty="0">
              <a:latin typeface="AdvP800D"/>
            </a:endParaRP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73454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3FA04-D6E9-43F5-9C19-A30F59DE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Input failure and the clear function</a:t>
            </a:r>
            <a:br>
              <a:rPr lang="en-GB" sz="4000">
                <a:solidFill>
                  <a:srgbClr val="FFFFFF"/>
                </a:solidFill>
              </a:rPr>
            </a:b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42DF7-3F91-4FCE-A6A4-618D239CA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0" y="761240"/>
            <a:ext cx="6655110" cy="554604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1400" b="0" i="0" u="none" strike="noStrike" baseline="0" dirty="0">
                <a:latin typeface="AdvTT0688bc49.B"/>
              </a:rPr>
              <a:t>#include </a:t>
            </a:r>
            <a:r>
              <a:rPr lang="en-GB" sz="1400" b="0" i="0" u="none" strike="noStrike" baseline="0" dirty="0">
                <a:latin typeface="AdvTT825c8005"/>
              </a:rPr>
              <a:t>&lt;iostream&gt;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latin typeface="AdvTT0688bc49.B"/>
              </a:rPr>
              <a:t>using namespace </a:t>
            </a:r>
            <a:r>
              <a:rPr lang="en-GB" sz="1400" b="0" i="0" u="none" strike="noStrike" baseline="0" dirty="0">
                <a:latin typeface="AdvTT825c8005"/>
              </a:rPr>
              <a:t>std;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latin typeface="AdvTT0688bc49.B"/>
              </a:rPr>
              <a:t>int </a:t>
            </a:r>
            <a:r>
              <a:rPr lang="en-GB" sz="1400" b="0" i="0" u="none" strike="noStrike" baseline="0" dirty="0">
                <a:latin typeface="AdvTT825c8005"/>
              </a:rPr>
              <a:t>main()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latin typeface="AdvTT7cf261fb"/>
              </a:rPr>
              <a:t>{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latin typeface="AdvTT0688bc49.B"/>
              </a:rPr>
              <a:t>int </a:t>
            </a:r>
            <a:r>
              <a:rPr lang="en-GB" sz="1400" b="0" i="0" u="none" strike="noStrike" baseline="0" dirty="0">
                <a:latin typeface="AdvTT825c8005"/>
              </a:rPr>
              <a:t>a = 23; </a:t>
            </a:r>
            <a:r>
              <a:rPr lang="en-GB" sz="1400" b="0" i="0" u="none" strike="noStrike" baseline="0" dirty="0">
                <a:latin typeface="AdvTT0688bc49.B"/>
              </a:rPr>
              <a:t>//Line 1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latin typeface="AdvTT0688bc49.B"/>
              </a:rPr>
              <a:t>int </a:t>
            </a:r>
            <a:r>
              <a:rPr lang="en-GB" sz="1400" b="0" i="0" u="none" strike="noStrike" baseline="0" dirty="0">
                <a:latin typeface="AdvTT825c8005"/>
              </a:rPr>
              <a:t>b = 34; </a:t>
            </a:r>
            <a:r>
              <a:rPr lang="en-GB" sz="1400" b="0" i="0" u="none" strike="noStrike" baseline="0" dirty="0">
                <a:latin typeface="AdvTT0688bc49.B"/>
              </a:rPr>
              <a:t>//Line 2</a:t>
            </a:r>
          </a:p>
          <a:p>
            <a:pPr marL="0" indent="0">
              <a:buNone/>
            </a:pPr>
            <a:endParaRPr lang="ar-EG" sz="1400" b="0" i="0" u="none" strike="noStrike" baseline="0" dirty="0">
              <a:latin typeface="AdvTT825c8005"/>
            </a:endParaRPr>
          </a:p>
          <a:p>
            <a:pPr marL="0" indent="0">
              <a:buNone/>
            </a:pPr>
            <a:r>
              <a:rPr lang="en-GB" sz="1400" b="0" i="0" u="none" strike="noStrike" baseline="0" dirty="0" err="1">
                <a:latin typeface="AdvTT825c8005"/>
              </a:rPr>
              <a:t>cout</a:t>
            </a:r>
            <a:r>
              <a:rPr lang="en-GB" sz="1400" b="0" i="0" u="none" strike="noStrike" baseline="0" dirty="0">
                <a:latin typeface="AdvTT825c8005"/>
              </a:rPr>
              <a:t> &lt;&lt; "Line 3: Enter a number followed"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latin typeface="AdvTT825c8005"/>
              </a:rPr>
              <a:t>&lt;&lt; " by a character: "; </a:t>
            </a:r>
            <a:r>
              <a:rPr lang="en-GB" sz="1400" b="0" i="0" u="none" strike="noStrike" baseline="0" dirty="0">
                <a:latin typeface="AdvTT0688bc49.B"/>
              </a:rPr>
              <a:t>//Line 3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latin typeface="AdvTT825c8005"/>
              </a:rPr>
              <a:t>cin</a:t>
            </a:r>
            <a:r>
              <a:rPr lang="en-GB" sz="1400" b="0" i="0" u="none" strike="noStrike" baseline="0" dirty="0">
                <a:latin typeface="AdvTT825c8005"/>
              </a:rPr>
              <a:t> &gt;&gt; a &gt;&gt; b; </a:t>
            </a:r>
            <a:r>
              <a:rPr lang="en-GB" sz="1400" b="0" i="0" u="none" strike="noStrike" baseline="0" dirty="0">
                <a:latin typeface="AdvTT0688bc49.B"/>
              </a:rPr>
              <a:t>//Line 4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latin typeface="AdvTT825c8005"/>
              </a:rPr>
              <a:t>cout</a:t>
            </a:r>
            <a:r>
              <a:rPr lang="en-GB" sz="1400" b="0" i="0" u="none" strike="noStrike" baseline="0" dirty="0"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latin typeface="AdvTT825c8005"/>
              </a:rPr>
              <a:t>endl</a:t>
            </a:r>
            <a:r>
              <a:rPr lang="en-GB" sz="1400" b="0" i="0" u="none" strike="noStrike" baseline="0" dirty="0">
                <a:latin typeface="AdvTT825c8005"/>
              </a:rPr>
              <a:t> &lt;&lt; "Line 5: a = " &lt;&lt; a</a:t>
            </a:r>
            <a:r>
              <a:rPr lang="ar-EG" sz="1400" b="0" i="0" u="none" strike="noStrike" baseline="0" dirty="0">
                <a:latin typeface="AdvTT825c8005"/>
              </a:rPr>
              <a:t> </a:t>
            </a:r>
            <a:r>
              <a:rPr lang="en-GB" sz="1400" b="0" i="0" u="none" strike="noStrike" baseline="0" dirty="0">
                <a:latin typeface="AdvTT825c8005"/>
              </a:rPr>
              <a:t>&lt;&lt; ", b = " &lt;&lt; b &lt;&lt; </a:t>
            </a:r>
            <a:r>
              <a:rPr lang="en-GB" sz="1400" b="0" i="0" u="none" strike="noStrike" baseline="0" dirty="0" err="1">
                <a:latin typeface="AdvTT825c8005"/>
              </a:rPr>
              <a:t>endl</a:t>
            </a:r>
            <a:r>
              <a:rPr lang="en-GB" sz="1400" b="0" i="0" u="none" strike="noStrike" baseline="0" dirty="0">
                <a:latin typeface="AdvTT825c8005"/>
              </a:rPr>
              <a:t>; </a:t>
            </a:r>
            <a:r>
              <a:rPr lang="en-GB" sz="1400" b="0" i="0" u="none" strike="noStrike" baseline="0" dirty="0">
                <a:latin typeface="AdvTT0688bc49.B"/>
              </a:rPr>
              <a:t>//Line 5</a:t>
            </a:r>
          </a:p>
          <a:p>
            <a:pPr marL="0" indent="0">
              <a:buNone/>
            </a:pPr>
            <a:endParaRPr lang="ar-EG" sz="1400" b="0" i="0" u="none" strike="noStrike" baseline="0" dirty="0">
              <a:latin typeface="AdvTT825c8005"/>
            </a:endParaRPr>
          </a:p>
          <a:p>
            <a:pPr marL="0" indent="0">
              <a:buNone/>
            </a:pPr>
            <a:r>
              <a:rPr lang="en-GB" sz="1400" b="0" i="0" u="none" strike="noStrike" baseline="0" dirty="0" err="1">
                <a:latin typeface="AdvTT825c8005"/>
              </a:rPr>
              <a:t>cin.clear</a:t>
            </a:r>
            <a:r>
              <a:rPr lang="en-GB" sz="1400" b="0" i="0" u="none" strike="noStrike" baseline="0" dirty="0">
                <a:latin typeface="AdvTT825c8005"/>
              </a:rPr>
              <a:t>(); </a:t>
            </a:r>
            <a:r>
              <a:rPr lang="en-GB" sz="1400" b="0" i="0" u="none" strike="noStrike" baseline="0" dirty="0">
                <a:latin typeface="AdvTT0688bc49.B"/>
              </a:rPr>
              <a:t>//Restore input stream; Line 6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latin typeface="AdvTT825c8005"/>
              </a:rPr>
              <a:t>cin.ignore</a:t>
            </a:r>
            <a:r>
              <a:rPr lang="en-GB" sz="1400" b="0" i="0" u="none" strike="noStrike" baseline="0" dirty="0">
                <a:latin typeface="AdvTT825c8005"/>
              </a:rPr>
              <a:t>(200,'\n'); </a:t>
            </a:r>
            <a:r>
              <a:rPr lang="en-GB" sz="1400" b="0" i="0" u="none" strike="noStrike" baseline="0" dirty="0">
                <a:latin typeface="AdvTT0688bc49.B"/>
              </a:rPr>
              <a:t>//Clear the buffer; Line 7</a:t>
            </a:r>
          </a:p>
          <a:p>
            <a:pPr marL="0" indent="0">
              <a:buNone/>
            </a:pPr>
            <a:endParaRPr lang="ar-EG" sz="1400" b="0" i="0" u="none" strike="noStrike" baseline="0" dirty="0">
              <a:latin typeface="AdvTT825c8005"/>
            </a:endParaRPr>
          </a:p>
          <a:p>
            <a:pPr marL="0" indent="0">
              <a:buNone/>
            </a:pPr>
            <a:r>
              <a:rPr lang="en-GB" sz="1400" b="0" i="0" u="none" strike="noStrike" baseline="0" dirty="0" err="1">
                <a:latin typeface="AdvTT825c8005"/>
              </a:rPr>
              <a:t>cout</a:t>
            </a:r>
            <a:r>
              <a:rPr lang="en-GB" sz="1400" b="0" i="0" u="none" strike="noStrike" baseline="0" dirty="0">
                <a:latin typeface="AdvTT825c8005"/>
              </a:rPr>
              <a:t> &lt;&lt; "Line 8: Enter two numbers: "; </a:t>
            </a:r>
            <a:r>
              <a:rPr lang="en-GB" sz="1400" b="0" i="0" u="none" strike="noStrike" baseline="0" dirty="0">
                <a:latin typeface="AdvTT0688bc49.B"/>
              </a:rPr>
              <a:t>//Line 8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latin typeface="AdvTT825c8005"/>
              </a:rPr>
              <a:t>cin</a:t>
            </a:r>
            <a:r>
              <a:rPr lang="en-GB" sz="1400" b="0" i="0" u="none" strike="noStrike" baseline="0" dirty="0">
                <a:latin typeface="AdvTT825c8005"/>
              </a:rPr>
              <a:t> &gt;&gt; a &gt;&gt; b; </a:t>
            </a:r>
            <a:r>
              <a:rPr lang="en-GB" sz="1400" b="0" i="0" u="none" strike="noStrike" baseline="0" dirty="0">
                <a:latin typeface="AdvTT0688bc49.B"/>
              </a:rPr>
              <a:t>//Line 9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latin typeface="AdvTT825c8005"/>
              </a:rPr>
              <a:t>cout</a:t>
            </a:r>
            <a:r>
              <a:rPr lang="en-GB" sz="1400" b="0" i="0" u="none" strike="noStrike" baseline="0" dirty="0"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latin typeface="AdvTT825c8005"/>
              </a:rPr>
              <a:t>endl</a:t>
            </a:r>
            <a:r>
              <a:rPr lang="en-GB" sz="1400" b="0" i="0" u="none" strike="noStrike" baseline="0" dirty="0">
                <a:latin typeface="AdvTT825c8005"/>
              </a:rPr>
              <a:t> &lt;&lt; "Line 10: a = " &lt;&lt; a</a:t>
            </a:r>
            <a:r>
              <a:rPr lang="ar-EG" sz="1400" b="0" i="0" u="none" strike="noStrike" baseline="0" dirty="0">
                <a:latin typeface="AdvTT825c8005"/>
              </a:rPr>
              <a:t> </a:t>
            </a:r>
            <a:r>
              <a:rPr lang="en-GB" sz="1400" b="0" i="0" u="none" strike="noStrike" baseline="0" dirty="0">
                <a:latin typeface="AdvTT825c8005"/>
              </a:rPr>
              <a:t>&lt;&lt; ", b = " &lt;&lt; b &lt;&lt; </a:t>
            </a:r>
            <a:r>
              <a:rPr lang="en-GB" sz="1400" b="0" i="0" u="none" strike="noStrike" baseline="0" dirty="0" err="1">
                <a:latin typeface="AdvTT825c8005"/>
              </a:rPr>
              <a:t>endl</a:t>
            </a:r>
            <a:r>
              <a:rPr lang="en-GB" sz="1400" b="0" i="0" u="none" strike="noStrike" baseline="0" dirty="0">
                <a:latin typeface="AdvTT825c8005"/>
              </a:rPr>
              <a:t>; </a:t>
            </a:r>
            <a:r>
              <a:rPr lang="en-GB" sz="1400" b="0" i="0" u="none" strike="noStrike" baseline="0" dirty="0">
                <a:latin typeface="AdvTT0688bc49.B"/>
              </a:rPr>
              <a:t>//Line 10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latin typeface="AdvTT0688bc49.B"/>
              </a:rPr>
              <a:t>return </a:t>
            </a:r>
            <a:r>
              <a:rPr lang="en-GB" sz="1400" b="0" i="0" u="none" strike="noStrike" baseline="0" dirty="0">
                <a:latin typeface="AdvTT825c8005"/>
              </a:rPr>
              <a:t>0;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latin typeface="AdvTT7cf261fb"/>
              </a:rPr>
              <a:t>}</a:t>
            </a: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3F1B1-4801-678D-67EB-6402D1875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365" y="390698"/>
            <a:ext cx="5056589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74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119E7-423B-4DB6-A58E-6301A4185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b="0" i="0" u="none" strike="noStrike" baseline="0">
                <a:solidFill>
                  <a:srgbClr val="FFFFFF"/>
                </a:solidFill>
                <a:latin typeface="AdvP8013"/>
              </a:rPr>
              <a:t>Sample Run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91F981-7D3D-BF75-667C-5E303BCFF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1788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2952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AD11D-1377-4569-80EC-ED7914E5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Output and Formatting Output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6C2A09-C710-1BFB-B845-51788C29B0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19462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806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FCAB7-BB35-48D0-B344-B28DCDCB2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setprecision Manipulator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9068D8E-3B5F-4A7F-98E0-921DDD230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0" i="0" u="none" strike="noStrike" baseline="0" dirty="0">
                <a:latin typeface="AdvP800D"/>
              </a:rPr>
              <a:t>The general syntax of the </a:t>
            </a:r>
            <a:r>
              <a:rPr lang="en-GB" sz="2000" b="0" i="0" u="none" strike="noStrike" baseline="0" dirty="0" err="1">
                <a:latin typeface="AdvTT825c8005"/>
              </a:rPr>
              <a:t>setprecision</a:t>
            </a:r>
            <a:r>
              <a:rPr lang="en-GB" sz="2000" b="0" i="0" u="none" strike="noStrike" baseline="0" dirty="0">
                <a:latin typeface="AdvTT825c8005"/>
              </a:rPr>
              <a:t> </a:t>
            </a:r>
            <a:r>
              <a:rPr lang="en-GB" sz="2000" b="0" i="0" u="none" strike="noStrike" baseline="0" dirty="0">
                <a:latin typeface="AdvP800D"/>
              </a:rPr>
              <a:t>manipulator is:</a:t>
            </a:r>
          </a:p>
          <a:p>
            <a:pPr marL="0" indent="0">
              <a:buNone/>
            </a:pPr>
            <a:r>
              <a:rPr lang="en-GB" sz="2000" b="0" i="0" u="none" strike="noStrike" baseline="0" dirty="0" err="1">
                <a:highlight>
                  <a:srgbClr val="FFFF00"/>
                </a:highlight>
                <a:latin typeface="AdvTT825c8005"/>
              </a:rPr>
              <a:t>setprecision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TT825c8005"/>
              </a:rPr>
              <a:t>(n)</a:t>
            </a:r>
          </a:p>
          <a:p>
            <a:pPr marL="0" indent="0">
              <a:buNone/>
            </a:pPr>
            <a:r>
              <a:rPr lang="en-GB" sz="2000" b="0" i="0" u="none" strike="noStrike" baseline="0" dirty="0">
                <a:highlight>
                  <a:srgbClr val="FFFF00"/>
                </a:highlight>
                <a:latin typeface="AdvP800D"/>
              </a:rPr>
              <a:t>where 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TT825c8005"/>
              </a:rPr>
              <a:t>n 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P800D"/>
              </a:rPr>
              <a:t>is the number of decimal places.</a:t>
            </a:r>
          </a:p>
          <a:p>
            <a:pPr marL="0" indent="0">
              <a:buNone/>
            </a:pPr>
            <a:endParaRPr lang="en-GB" sz="2000" dirty="0">
              <a:highlight>
                <a:srgbClr val="FFFF00"/>
              </a:highlight>
              <a:latin typeface="AdvP800D"/>
            </a:endParaRPr>
          </a:p>
          <a:p>
            <a:r>
              <a:rPr lang="en-GB" sz="2000" b="0" i="0" u="none" strike="noStrike" baseline="0" dirty="0">
                <a:latin typeface="AdvP800D"/>
              </a:rPr>
              <a:t>To 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P800D"/>
              </a:rPr>
              <a:t>use the manipulator </a:t>
            </a:r>
            <a:r>
              <a:rPr lang="en-GB" sz="2000" b="0" i="0" u="none" strike="noStrike" baseline="0" dirty="0" err="1">
                <a:highlight>
                  <a:srgbClr val="FFFF00"/>
                </a:highlight>
                <a:latin typeface="AdvTT825c8005"/>
              </a:rPr>
              <a:t>setprecision</a:t>
            </a:r>
            <a:r>
              <a:rPr lang="en-GB" sz="2000" b="0" i="0" u="none" strike="noStrike" baseline="0" dirty="0">
                <a:latin typeface="AdvP800D"/>
              </a:rPr>
              <a:t>, the program must include the header file </a:t>
            </a:r>
            <a:r>
              <a:rPr lang="en-GB" sz="2000" b="0" i="0" u="none" strike="noStrike" baseline="0" dirty="0" err="1">
                <a:latin typeface="AdvTT825c8005"/>
              </a:rPr>
              <a:t>iomanip</a:t>
            </a:r>
            <a:r>
              <a:rPr lang="en-GB" sz="2000" b="0" i="0" u="none" strike="noStrike" baseline="0" dirty="0">
                <a:latin typeface="AdvP800D"/>
              </a:rPr>
              <a:t>. Thus, the following include statement is required:</a:t>
            </a:r>
          </a:p>
          <a:p>
            <a:pPr marL="0" indent="0">
              <a:buNone/>
            </a:pPr>
            <a:r>
              <a:rPr lang="en-GB" sz="2000" b="0" i="0" u="none" strike="noStrike" baseline="0" dirty="0">
                <a:latin typeface="AdvTT0688bc49.B"/>
              </a:rPr>
              <a:t>	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TT0688bc49.B"/>
              </a:rPr>
              <a:t>#include 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TT825c8005"/>
              </a:rPr>
              <a:t>&lt;</a:t>
            </a:r>
            <a:r>
              <a:rPr lang="en-GB" sz="2000" b="0" i="0" u="none" strike="noStrike" baseline="0" dirty="0" err="1">
                <a:highlight>
                  <a:srgbClr val="FFFF00"/>
                </a:highlight>
                <a:latin typeface="AdvTT825c8005"/>
              </a:rPr>
              <a:t>iomanip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TT825c8005"/>
              </a:rPr>
              <a:t>&gt;</a:t>
            </a:r>
            <a:endParaRPr lang="en-GB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01813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DCED7-1388-43B4-BCA2-988611A4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0" i="0" u="none" strike="noStrike" baseline="0" dirty="0">
                <a:solidFill>
                  <a:srgbClr val="FFFFFF"/>
                </a:solidFill>
                <a:latin typeface="AdvTT825c8005"/>
              </a:rPr>
              <a:t>fixed and scientific </a:t>
            </a:r>
            <a:r>
              <a:rPr lang="en-GB" sz="4000" b="0" i="0" u="none" strike="noStrike" baseline="0" dirty="0">
                <a:solidFill>
                  <a:srgbClr val="FFFFFF"/>
                </a:solidFill>
                <a:latin typeface="AdvP00BD"/>
              </a:rPr>
              <a:t>Manipulators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A9C9D-98CC-47A4-A87E-F355F5F12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573" y="-289473"/>
            <a:ext cx="8057190" cy="5502982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1200" b="0" i="0" dirty="0">
                <a:effectLst/>
                <a:latin typeface="arial" panose="020B0604020202020204" pitchFamily="34" charset="0"/>
              </a:rPr>
              <a:t>#include &lt;iostream&gt;</a:t>
            </a:r>
          </a:p>
          <a:p>
            <a:pPr marL="0" indent="0">
              <a:buNone/>
            </a:pPr>
            <a:r>
              <a:rPr lang="en-GB" sz="1200" b="0" i="0" dirty="0">
                <a:effectLst/>
                <a:latin typeface="arial" panose="020B0604020202020204" pitchFamily="34" charset="0"/>
              </a:rPr>
              <a:t>#include &lt;</a:t>
            </a:r>
            <a:r>
              <a:rPr lang="en-GB" sz="1200" b="0" i="0" dirty="0" err="1">
                <a:effectLst/>
                <a:latin typeface="arial" panose="020B0604020202020204" pitchFamily="34" charset="0"/>
              </a:rPr>
              <a:t>iomanip</a:t>
            </a:r>
            <a:r>
              <a:rPr lang="en-GB" sz="1200" b="0" i="0" dirty="0">
                <a:effectLst/>
                <a:latin typeface="arial" panose="020B0604020202020204" pitchFamily="34" charset="0"/>
              </a:rPr>
              <a:t>&gt;</a:t>
            </a:r>
          </a:p>
          <a:p>
            <a:pPr marL="0" indent="0">
              <a:buNone/>
            </a:pPr>
            <a:r>
              <a:rPr lang="en-GB" sz="1200" b="0" i="0" dirty="0">
                <a:effectLst/>
                <a:latin typeface="arial" panose="020B0604020202020204" pitchFamily="34" charset="0"/>
              </a:rPr>
              <a:t>using namespace std;</a:t>
            </a:r>
            <a:endParaRPr lang="en-GB" sz="1200" b="0" i="0" u="none" strike="noStrike" baseline="0" dirty="0">
              <a:latin typeface="AdvTT0688bc49.B"/>
            </a:endParaRPr>
          </a:p>
          <a:p>
            <a:pPr marL="0" indent="0">
              <a:buNone/>
            </a:pPr>
            <a:r>
              <a:rPr lang="en-GB" sz="1200" b="0" i="0" u="none" strike="noStrike" baseline="0" dirty="0">
                <a:latin typeface="AdvTT0688bc49.B"/>
              </a:rPr>
              <a:t>int </a:t>
            </a:r>
            <a:r>
              <a:rPr lang="en-GB" sz="1200" b="0" i="0" u="none" strike="noStrike" baseline="0" dirty="0">
                <a:latin typeface="AdvTT825c8005"/>
              </a:rPr>
              <a:t>main() </a:t>
            </a:r>
            <a:r>
              <a:rPr lang="en-GB" sz="1200" b="0" i="0" u="none" strike="noStrike" baseline="0" dirty="0">
                <a:latin typeface="AdvTT7cf261fb"/>
              </a:rPr>
              <a:t>{</a:t>
            </a:r>
          </a:p>
          <a:p>
            <a:pPr marL="0" indent="0">
              <a:buNone/>
            </a:pPr>
            <a:r>
              <a:rPr lang="en-GB" sz="1200" b="0" i="0" u="none" strike="noStrike" baseline="0" dirty="0">
                <a:latin typeface="AdvTT0688bc49.B"/>
              </a:rPr>
              <a:t>double </a:t>
            </a:r>
            <a:r>
              <a:rPr lang="en-GB" sz="1200" b="0" i="0" u="none" strike="noStrike" baseline="0" dirty="0">
                <a:latin typeface="AdvTT825c8005"/>
              </a:rPr>
              <a:t>hours = 35.45;</a:t>
            </a:r>
          </a:p>
          <a:p>
            <a:pPr marL="0" indent="0">
              <a:buNone/>
            </a:pPr>
            <a:r>
              <a:rPr lang="en-GB" sz="1200" b="0" i="0" u="none" strike="noStrike" baseline="0" dirty="0">
                <a:latin typeface="AdvTT0688bc49.B"/>
              </a:rPr>
              <a:t>double </a:t>
            </a:r>
            <a:r>
              <a:rPr lang="en-GB" sz="1200" b="0" i="0" u="none" strike="noStrike" baseline="0" dirty="0">
                <a:latin typeface="AdvTT825c8005"/>
              </a:rPr>
              <a:t>rate = 15.00;</a:t>
            </a:r>
          </a:p>
          <a:p>
            <a:pPr marL="0" indent="0">
              <a:buNone/>
            </a:pPr>
            <a:r>
              <a:rPr lang="en-GB" sz="1200" b="0" i="0" u="none" strike="noStrike" baseline="0" dirty="0">
                <a:latin typeface="AdvTT0688bc49.B"/>
              </a:rPr>
              <a:t>double </a:t>
            </a:r>
            <a:r>
              <a:rPr lang="en-GB" sz="1200" b="0" i="0" u="none" strike="noStrike" baseline="0" dirty="0">
                <a:latin typeface="AdvTT825c8005"/>
              </a:rPr>
              <a:t>tolerance = 0.01000;</a:t>
            </a:r>
          </a:p>
          <a:p>
            <a:pPr marL="0" indent="0">
              <a:buNone/>
            </a:pPr>
            <a:r>
              <a:rPr lang="en-GB" sz="1200" b="0" i="0" u="none" strike="noStrike" baseline="0" dirty="0" err="1">
                <a:latin typeface="AdvTT825c8005"/>
              </a:rPr>
              <a:t>cout</a:t>
            </a:r>
            <a:r>
              <a:rPr lang="en-GB" sz="1200" b="0" i="0" u="none" strike="noStrike" baseline="0" dirty="0">
                <a:latin typeface="AdvTT825c8005"/>
              </a:rPr>
              <a:t> &lt;&lt; "hours = " &lt;&lt; hours &lt;&lt; ", rate = " &lt;&lt; rate &lt;&lt; ", pay = " &lt;&lt; hours * rate &lt;&lt; ", tolerance = " &lt;&lt; tolerance &lt;&lt; </a:t>
            </a:r>
            <a:r>
              <a:rPr lang="en-GB" sz="1200" b="0" i="0" u="none" strike="noStrike" baseline="0" dirty="0" err="1">
                <a:latin typeface="AdvTT825c8005"/>
              </a:rPr>
              <a:t>endl</a:t>
            </a:r>
            <a:r>
              <a:rPr lang="en-GB" sz="1200" b="0" i="0" u="none" strike="noStrike" baseline="0" dirty="0">
                <a:latin typeface="AdvTT825c8005"/>
              </a:rPr>
              <a:t> &lt;&lt; </a:t>
            </a:r>
            <a:r>
              <a:rPr lang="en-GB" sz="1200" b="0" i="0" u="none" strike="noStrike" baseline="0" dirty="0" err="1">
                <a:latin typeface="AdvTT825c8005"/>
              </a:rPr>
              <a:t>endl</a:t>
            </a:r>
            <a:r>
              <a:rPr lang="en-GB" sz="1200" b="0" i="0" u="none" strike="noStrike" baseline="0" dirty="0">
                <a:latin typeface="AdvTT825c8005"/>
              </a:rPr>
              <a:t>;</a:t>
            </a:r>
          </a:p>
          <a:p>
            <a:pPr marL="0" indent="0">
              <a:buNone/>
            </a:pPr>
            <a:r>
              <a:rPr lang="en-GB" sz="1200" b="0" i="0" u="none" strike="noStrike" baseline="0" dirty="0" err="1">
                <a:latin typeface="AdvTT825c8005"/>
              </a:rPr>
              <a:t>cout</a:t>
            </a:r>
            <a:r>
              <a:rPr lang="en-GB" sz="1200" b="0" i="0" u="none" strike="noStrike" baseline="0" dirty="0">
                <a:latin typeface="AdvTT825c8005"/>
              </a:rPr>
              <a:t> &lt;&lt; scientific;</a:t>
            </a:r>
          </a:p>
          <a:p>
            <a:pPr marL="0" indent="0">
              <a:buNone/>
            </a:pPr>
            <a:r>
              <a:rPr lang="en-GB" sz="1200" b="0" i="0" u="none" strike="noStrike" baseline="0" dirty="0" err="1">
                <a:latin typeface="AdvTT825c8005"/>
              </a:rPr>
              <a:t>cout</a:t>
            </a:r>
            <a:r>
              <a:rPr lang="en-GB" sz="1200" b="0" i="0" u="none" strike="noStrike" baseline="0" dirty="0">
                <a:latin typeface="AdvTT825c8005"/>
              </a:rPr>
              <a:t> &lt;&lt; "Scientific notation: " &lt;&lt; </a:t>
            </a:r>
            <a:r>
              <a:rPr lang="en-GB" sz="1200" b="0" i="0" u="none" strike="noStrike" baseline="0" dirty="0" err="1">
                <a:latin typeface="AdvTT825c8005"/>
              </a:rPr>
              <a:t>endl</a:t>
            </a:r>
            <a:r>
              <a:rPr lang="en-GB" sz="1200" b="0" i="0" u="none" strike="noStrike" baseline="0" dirty="0">
                <a:latin typeface="AdvTT825c8005"/>
              </a:rPr>
              <a:t>;</a:t>
            </a:r>
          </a:p>
          <a:p>
            <a:pPr marL="0" indent="0">
              <a:buNone/>
            </a:pPr>
            <a:r>
              <a:rPr lang="en-GB" sz="1200" b="0" i="0" u="none" strike="noStrike" baseline="0" dirty="0" err="1">
                <a:latin typeface="AdvTT825c8005"/>
              </a:rPr>
              <a:t>cout</a:t>
            </a:r>
            <a:r>
              <a:rPr lang="en-GB" sz="1200" b="0" i="0" u="none" strike="noStrike" baseline="0" dirty="0">
                <a:latin typeface="AdvTT825c8005"/>
              </a:rPr>
              <a:t> &lt;&lt; "hours = " &lt;&lt; hours &lt;&lt; ", rate = " &lt;&lt; rate &lt;&lt; ", pay = " &lt;&lt; hours * rate &lt;&lt; ", tolerance = " &lt;&lt; tolerance &lt;&lt; </a:t>
            </a:r>
            <a:r>
              <a:rPr lang="en-GB" sz="1200" b="0" i="0" u="none" strike="noStrike" baseline="0" dirty="0" err="1">
                <a:latin typeface="AdvTT825c8005"/>
              </a:rPr>
              <a:t>endl</a:t>
            </a:r>
            <a:r>
              <a:rPr lang="en-GB" sz="1200" b="0" i="0" u="none" strike="noStrike" baseline="0" dirty="0">
                <a:latin typeface="AdvTT825c8005"/>
              </a:rPr>
              <a:t> &lt;&lt; </a:t>
            </a:r>
            <a:r>
              <a:rPr lang="en-GB" sz="1200" b="0" i="0" u="none" strike="noStrike" baseline="0" dirty="0" err="1">
                <a:latin typeface="AdvTT825c8005"/>
              </a:rPr>
              <a:t>endl</a:t>
            </a:r>
            <a:r>
              <a:rPr lang="en-GB" sz="1200" b="0" i="0" u="none" strike="noStrike" baseline="0" dirty="0">
                <a:latin typeface="AdvTT825c8005"/>
              </a:rPr>
              <a:t>; </a:t>
            </a:r>
            <a:endParaRPr lang="en-GB" sz="1200" dirty="0">
              <a:latin typeface="AdvTT825c8005"/>
            </a:endParaRPr>
          </a:p>
          <a:p>
            <a:pPr marL="0" indent="0">
              <a:buNone/>
            </a:pPr>
            <a:r>
              <a:rPr lang="en-GB" sz="1200" b="0" i="0" u="none" strike="noStrike" baseline="0" dirty="0" err="1">
                <a:latin typeface="AdvTT825c8005"/>
              </a:rPr>
              <a:t>cout</a:t>
            </a:r>
            <a:r>
              <a:rPr lang="en-GB" sz="1200" b="0" i="0" u="none" strike="noStrike" baseline="0" dirty="0">
                <a:latin typeface="AdvTT825c8005"/>
              </a:rPr>
              <a:t> &lt;&lt; fixed;</a:t>
            </a:r>
          </a:p>
          <a:p>
            <a:pPr marL="0" indent="0">
              <a:buNone/>
            </a:pPr>
            <a:r>
              <a:rPr lang="en-GB" sz="1200" b="0" i="0" u="none" strike="noStrike" baseline="0" dirty="0" err="1">
                <a:latin typeface="AdvTT825c8005"/>
              </a:rPr>
              <a:t>cout</a:t>
            </a:r>
            <a:r>
              <a:rPr lang="en-GB" sz="1200" b="0" i="0" u="none" strike="noStrike" baseline="0" dirty="0">
                <a:latin typeface="AdvTT825c8005"/>
              </a:rPr>
              <a:t> &lt;&lt; "Fixed decimal notation: " &lt;&lt; </a:t>
            </a:r>
            <a:r>
              <a:rPr lang="en-GB" sz="1200" b="0" i="0" u="none" strike="noStrike" baseline="0" dirty="0" err="1">
                <a:latin typeface="AdvTT825c8005"/>
              </a:rPr>
              <a:t>endl</a:t>
            </a:r>
            <a:r>
              <a:rPr lang="en-GB" sz="1200" b="0" i="0" u="none" strike="noStrike" baseline="0" dirty="0">
                <a:latin typeface="AdvTT825c8005"/>
              </a:rPr>
              <a:t>;</a:t>
            </a:r>
          </a:p>
          <a:p>
            <a:pPr marL="0" indent="0">
              <a:buNone/>
            </a:pPr>
            <a:r>
              <a:rPr lang="en-GB" sz="1200" b="0" i="0" u="none" strike="noStrike" baseline="0" dirty="0" err="1">
                <a:latin typeface="AdvTT825c8005"/>
              </a:rPr>
              <a:t>cout</a:t>
            </a:r>
            <a:r>
              <a:rPr lang="en-GB" sz="1200" b="0" i="0" u="none" strike="noStrike" baseline="0" dirty="0">
                <a:latin typeface="AdvTT825c8005"/>
              </a:rPr>
              <a:t> &lt;&lt; "hours = " &lt;&lt; hours &lt;&lt; ", rate = " &lt;&lt; rate &lt;&lt; ", pay = " &lt;&lt; hours * rate &lt;&lt; ", tolerance = " &lt;&lt; tolerance &lt;&lt; </a:t>
            </a:r>
            <a:r>
              <a:rPr lang="en-GB" sz="1200" b="0" i="0" u="none" strike="noStrike" baseline="0" dirty="0" err="1">
                <a:latin typeface="AdvTT825c8005"/>
              </a:rPr>
              <a:t>endl</a:t>
            </a:r>
            <a:r>
              <a:rPr lang="en-GB" sz="1200" b="0" i="0" u="none" strike="noStrike" baseline="0" dirty="0">
                <a:latin typeface="AdvTT825c8005"/>
              </a:rPr>
              <a:t> &lt;&lt; </a:t>
            </a:r>
            <a:r>
              <a:rPr lang="en-GB" sz="1200" b="0" i="0" u="none" strike="noStrike" baseline="0" dirty="0" err="1">
                <a:latin typeface="AdvTT825c8005"/>
              </a:rPr>
              <a:t>endl</a:t>
            </a:r>
            <a:r>
              <a:rPr lang="en-GB" sz="1200" b="0" i="0" u="none" strike="noStrike" baseline="0" dirty="0">
                <a:latin typeface="AdvTT825c8005"/>
              </a:rPr>
              <a:t>;</a:t>
            </a:r>
          </a:p>
          <a:p>
            <a:pPr marL="0" indent="0">
              <a:buNone/>
            </a:pPr>
            <a:r>
              <a:rPr lang="en-GB" sz="1200" b="0" i="0" u="none" strike="noStrike" baseline="0" dirty="0">
                <a:latin typeface="AdvTT0688bc49.B"/>
              </a:rPr>
              <a:t>return </a:t>
            </a:r>
            <a:r>
              <a:rPr lang="en-GB" sz="1200" b="0" i="0" u="none" strike="noStrike" baseline="0" dirty="0">
                <a:latin typeface="AdvTT825c8005"/>
              </a:rPr>
              <a:t>0;</a:t>
            </a:r>
            <a:r>
              <a:rPr lang="en-US" sz="1200" b="0" i="0" u="none" strike="noStrike" baseline="0" dirty="0">
                <a:latin typeface="AdvTT825c8005"/>
              </a:rPr>
              <a:t>      }</a:t>
            </a:r>
          </a:p>
          <a:p>
            <a:pPr marL="0" indent="0">
              <a:buNone/>
            </a:pPr>
            <a:endParaRPr lang="en-GB" sz="1200" b="0" i="0" u="none" strike="noStrike" baseline="0" dirty="0">
              <a:latin typeface="AdvTT825c8005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F66CF9-0254-2601-CA31-36F97B971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90" y="4680694"/>
            <a:ext cx="9571549" cy="18289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6199670-9FCB-9861-4415-6612BF971872}"/>
                  </a:ext>
                </a:extLst>
              </p14:cNvPr>
              <p14:cNvContentPartPr/>
              <p14:nvPr/>
            </p14:nvContentPartPr>
            <p14:xfrm>
              <a:off x="4912560" y="2743200"/>
              <a:ext cx="468000" cy="2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6199670-9FCB-9861-4415-6612BF9718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3200" y="2733840"/>
                <a:ext cx="486720" cy="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4786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8D340-3967-4FEA-89DC-4FD50D95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0" i="0" u="none" strike="noStrike" baseline="0">
                <a:solidFill>
                  <a:srgbClr val="FFFFFF"/>
                </a:solidFill>
                <a:latin typeface="AdvP8013"/>
              </a:rPr>
              <a:t>Sample Run: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8B18B717-ED3B-468E-AAB1-6C5C81657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hours = 35.45, rate = 15, pay = 531.75, tolerance = 0.01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Scientific notation: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hours = 3.545000e+001, rate = 1.500000e+001, pay = 5.317500e+002, tolerance = 1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.000000e-002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Fixed decimal notation: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hours = 35.450000, rate = 15.000000, pay = 531.750000, tolerance = 0.010000</a:t>
            </a:r>
          </a:p>
          <a:p>
            <a:pPr marL="0" indent="0">
              <a:buNone/>
            </a:pPr>
            <a:endParaRPr lang="en-GB" sz="2000">
              <a:latin typeface="AdvTT825c8005"/>
            </a:endParaRPr>
          </a:p>
        </p:txBody>
      </p:sp>
    </p:spTree>
    <p:extLst>
      <p:ext uri="{BB962C8B-B14F-4D97-AF65-F5344CB8AC3E}">
        <p14:creationId xmlns:p14="http://schemas.microsoft.com/office/powerpoint/2010/main" val="3324121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B3E74-D324-CBB9-6778-BE7C0003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How to select decimals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DE59-DF83-6C8D-5CB3-FD8164A6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400" b="0" i="0" dirty="0">
                <a:effectLst/>
              </a:rPr>
              <a:t>#include &lt;iostream&gt;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#include &lt;</a:t>
            </a:r>
            <a:r>
              <a:rPr lang="en-GB" sz="1400" b="0" i="0" dirty="0" err="1">
                <a:effectLst/>
              </a:rPr>
              <a:t>iomanip</a:t>
            </a:r>
            <a:r>
              <a:rPr lang="en-GB" sz="1400" b="0" i="0" dirty="0">
                <a:effectLst/>
              </a:rPr>
              <a:t>&gt;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using namespace std;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int main() {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// initialize a floating-point 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float </a:t>
            </a:r>
            <a:r>
              <a:rPr lang="en-GB" sz="1400" b="0" i="0" dirty="0" err="1">
                <a:effectLst/>
              </a:rPr>
              <a:t>num</a:t>
            </a:r>
            <a:r>
              <a:rPr lang="en-GB" sz="1400" b="0" i="0" dirty="0">
                <a:effectLst/>
              </a:rPr>
              <a:t> = 2.71828;</a:t>
            </a:r>
          </a:p>
          <a:p>
            <a:pPr marL="0" indent="0">
              <a:buNone/>
            </a:pPr>
            <a:r>
              <a:rPr lang="en-GB" sz="1400" b="0" i="0" dirty="0" err="1">
                <a:effectLst/>
              </a:rPr>
              <a:t>cout</a:t>
            </a:r>
            <a:r>
              <a:rPr lang="en-GB" sz="1400" b="0" i="0" dirty="0">
                <a:effectLst/>
              </a:rPr>
              <a:t> &lt;&lt; "Original number is: " &lt;&lt; </a:t>
            </a:r>
            <a:r>
              <a:rPr lang="en-GB" sz="1400" b="0" i="0" dirty="0" err="1">
                <a:effectLst/>
              </a:rPr>
              <a:t>num</a:t>
            </a:r>
            <a:r>
              <a:rPr lang="en-GB" sz="1400" b="0" i="0" dirty="0">
                <a:effectLst/>
              </a:rPr>
              <a:t>;</a:t>
            </a:r>
          </a:p>
          <a:p>
            <a:pPr marL="0" indent="0">
              <a:buNone/>
            </a:pPr>
            <a:r>
              <a:rPr lang="en-GB" sz="1400" b="0" i="0" dirty="0" err="1">
                <a:effectLst/>
              </a:rPr>
              <a:t>cout</a:t>
            </a:r>
            <a:r>
              <a:rPr lang="en-GB" sz="1400" b="0" i="0" dirty="0">
                <a:effectLst/>
              </a:rPr>
              <a:t> &lt;&lt; "\n";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// print 3 significant figures</a:t>
            </a:r>
          </a:p>
          <a:p>
            <a:pPr marL="0" indent="0">
              <a:buNone/>
            </a:pPr>
            <a:r>
              <a:rPr lang="en-GB" sz="1400" b="0" i="0" dirty="0" err="1">
                <a:effectLst/>
              </a:rPr>
              <a:t>cout</a:t>
            </a:r>
            <a:r>
              <a:rPr lang="en-GB" sz="1400" b="0" i="0" dirty="0">
                <a:effectLst/>
              </a:rPr>
              <a:t> &lt;&lt; "The number with 3 significant figures is: ";</a:t>
            </a:r>
          </a:p>
          <a:p>
            <a:pPr marL="0" indent="0">
              <a:buNone/>
            </a:pPr>
            <a:r>
              <a:rPr lang="en-GB" sz="1400" b="0" i="0" dirty="0" err="1">
                <a:effectLst/>
              </a:rPr>
              <a:t>cout</a:t>
            </a:r>
            <a:r>
              <a:rPr lang="en-GB" sz="1400" b="0" i="0" dirty="0">
                <a:effectLst/>
              </a:rPr>
              <a:t> &lt;&lt; </a:t>
            </a:r>
            <a:r>
              <a:rPr lang="en-GB" sz="1400" b="0" i="0" dirty="0" err="1">
                <a:effectLst/>
              </a:rPr>
              <a:t>setprecision</a:t>
            </a:r>
            <a:r>
              <a:rPr lang="en-GB" sz="1400" b="0" i="0" dirty="0">
                <a:effectLst/>
              </a:rPr>
              <a:t>(3) &lt;&lt;</a:t>
            </a:r>
            <a:r>
              <a:rPr lang="en-GB" sz="1400" b="0" i="0" dirty="0" err="1">
                <a:effectLst/>
              </a:rPr>
              <a:t>num</a:t>
            </a:r>
            <a:r>
              <a:rPr lang="en-GB" sz="1400" b="0" i="0" dirty="0">
                <a:effectLst/>
              </a:rPr>
              <a:t> &lt;&lt; </a:t>
            </a:r>
            <a:r>
              <a:rPr lang="en-GB" sz="1400" b="0" i="0" dirty="0" err="1">
                <a:effectLst/>
              </a:rPr>
              <a:t>endl</a:t>
            </a:r>
            <a:r>
              <a:rPr lang="en-GB" sz="1400" b="0" i="0" dirty="0">
                <a:effectLst/>
              </a:rPr>
              <a:t>;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// print 3 decimal places</a:t>
            </a:r>
          </a:p>
          <a:p>
            <a:pPr marL="0" indent="0">
              <a:buNone/>
            </a:pPr>
            <a:r>
              <a:rPr lang="en-GB" sz="1400" b="0" i="0" dirty="0" err="1">
                <a:effectLst/>
              </a:rPr>
              <a:t>cout</a:t>
            </a:r>
            <a:r>
              <a:rPr lang="en-GB" sz="1400" b="0" i="0" dirty="0">
                <a:effectLst/>
              </a:rPr>
              <a:t> &lt;&lt; "The number with 3 decimal places is: ";</a:t>
            </a:r>
          </a:p>
          <a:p>
            <a:pPr marL="0" indent="0">
              <a:buNone/>
            </a:pPr>
            <a:r>
              <a:rPr lang="en-GB" sz="1400" b="0" i="0" dirty="0" err="1">
                <a:effectLst/>
              </a:rPr>
              <a:t>cout</a:t>
            </a:r>
            <a:r>
              <a:rPr lang="en-GB" sz="1400" b="0" i="0" dirty="0">
                <a:effectLst/>
              </a:rPr>
              <a:t> &lt;&lt; fixed &lt;&lt; </a:t>
            </a:r>
            <a:r>
              <a:rPr lang="en-GB" sz="1400" b="0" i="0" dirty="0" err="1">
                <a:effectLst/>
              </a:rPr>
              <a:t>setprecision</a:t>
            </a:r>
            <a:r>
              <a:rPr lang="en-GB" sz="1400" b="0" i="0" dirty="0">
                <a:effectLst/>
              </a:rPr>
              <a:t>(3) &lt;&lt; </a:t>
            </a:r>
            <a:r>
              <a:rPr lang="en-GB" sz="1400" b="0" i="0" dirty="0" err="1">
                <a:effectLst/>
              </a:rPr>
              <a:t>num</a:t>
            </a:r>
            <a:r>
              <a:rPr lang="en-GB" sz="1400" b="0" i="0" dirty="0">
                <a:effectLst/>
              </a:rPr>
              <a:t>;</a:t>
            </a:r>
          </a:p>
          <a:p>
            <a:pPr marL="0" indent="0">
              <a:buNone/>
            </a:pPr>
            <a:r>
              <a:rPr lang="en-GB" sz="1400" b="0" i="0" dirty="0" err="1">
                <a:effectLst/>
              </a:rPr>
              <a:t>cout</a:t>
            </a:r>
            <a:r>
              <a:rPr lang="en-GB" sz="1400" b="0" i="0" dirty="0">
                <a:effectLst/>
              </a:rPr>
              <a:t> &lt;&lt; "\n\n";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return 0;</a:t>
            </a:r>
          </a:p>
          <a:p>
            <a:pPr marL="0" indent="0">
              <a:buNone/>
            </a:pPr>
            <a:r>
              <a:rPr lang="en-GB" sz="1400" b="0" i="0" dirty="0">
                <a:effectLst/>
              </a:rPr>
              <a:t>}</a:t>
            </a:r>
          </a:p>
          <a:p>
            <a:pPr marL="0" indent="0">
              <a:buNone/>
            </a:pPr>
            <a:endParaRPr lang="en-GB" sz="1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2657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37698-17C5-2409-83BC-15B79E63E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b="0" i="0" u="none" strike="noStrike" baseline="0">
                <a:solidFill>
                  <a:srgbClr val="FFFFFF"/>
                </a:solidFill>
                <a:latin typeface="AdvP8013"/>
              </a:rPr>
              <a:t>Sample Run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DB78D6-04A8-91B5-6985-20D2E58A34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39768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3368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CAC0E-081C-41F1-AF0E-4D32AE1E4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  <a:highlight>
                  <a:srgbClr val="FFFF00"/>
                </a:highlight>
              </a:rPr>
              <a:t>showpoint</a:t>
            </a:r>
            <a:r>
              <a:rPr lang="en-GB" sz="3600">
                <a:solidFill>
                  <a:schemeClr val="tx2"/>
                </a:solidFill>
              </a:rPr>
              <a:t> Manipulator</a:t>
            </a:r>
          </a:p>
        </p:txBody>
      </p:sp>
      <p:pic>
        <p:nvPicPr>
          <p:cNvPr id="29" name="Graphic 28" descr="Decimals">
            <a:extLst>
              <a:ext uri="{FF2B5EF4-FFF2-40B4-BE49-F238E27FC236}">
                <a16:creationId xmlns:a16="http://schemas.microsoft.com/office/drawing/2014/main" id="{72662774-58D6-5A5B-EA5E-E6F1D914B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72C8-F0BD-406A-9D93-117ABBC55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1800" b="0" i="0" u="none" strike="noStrike" baseline="0">
                <a:solidFill>
                  <a:schemeClr val="tx2"/>
                </a:solidFill>
                <a:latin typeface="AdvP800D"/>
              </a:rPr>
              <a:t>Suppose that the decimal part of a decimal number is zero. In this case, when you instruct the computer to output the decimal number in a fixed decimal format, the output </a:t>
            </a:r>
            <a:r>
              <a:rPr lang="en-GB" sz="1800" b="1" i="0" u="sng" strike="noStrike" baseline="0">
                <a:solidFill>
                  <a:schemeClr val="tx2"/>
                </a:solidFill>
                <a:latin typeface="AdvP800D"/>
              </a:rPr>
              <a:t>may</a:t>
            </a:r>
            <a:r>
              <a:rPr lang="en-GB" sz="1800" b="0" i="0" u="none" strike="noStrike" baseline="0">
                <a:solidFill>
                  <a:schemeClr val="tx2"/>
                </a:solidFill>
                <a:latin typeface="AdvP800D"/>
              </a:rPr>
              <a:t> not show the decimal point and the decimal part.</a:t>
            </a:r>
          </a:p>
          <a:p>
            <a:r>
              <a:rPr lang="en-GB" sz="1800" b="0" i="0" u="none" strike="noStrike" baseline="0">
                <a:solidFill>
                  <a:schemeClr val="tx2"/>
                </a:solidFill>
                <a:highlight>
                  <a:srgbClr val="FFFF00"/>
                </a:highlight>
                <a:latin typeface="AdvP800D"/>
              </a:rPr>
              <a:t>To force the output to show the decimal point and</a:t>
            </a:r>
            <a:r>
              <a:rPr lang="en-GB" sz="1800">
                <a:solidFill>
                  <a:schemeClr val="tx2"/>
                </a:solidFill>
                <a:highlight>
                  <a:srgbClr val="FFFF00"/>
                </a:highlight>
                <a:latin typeface="AdvP800D"/>
              </a:rPr>
              <a:t> </a:t>
            </a:r>
            <a:r>
              <a:rPr lang="en-GB" sz="1800" b="0" i="0" u="none" strike="noStrike" baseline="0">
                <a:solidFill>
                  <a:schemeClr val="tx2"/>
                </a:solidFill>
                <a:highlight>
                  <a:srgbClr val="FFFF00"/>
                </a:highlight>
                <a:latin typeface="AdvP800D"/>
              </a:rPr>
              <a:t>trailing zeros</a:t>
            </a:r>
            <a:r>
              <a:rPr lang="en-GB" sz="1800" b="0" i="0" u="none" strike="noStrike" baseline="0">
                <a:solidFill>
                  <a:schemeClr val="tx2"/>
                </a:solidFill>
                <a:latin typeface="AdvP800D"/>
              </a:rPr>
              <a:t>, you use the manipulator </a:t>
            </a:r>
            <a:r>
              <a:rPr lang="en-GB" sz="1800" b="0" i="0" u="none" strike="noStrike" baseline="0">
                <a:solidFill>
                  <a:schemeClr val="tx2"/>
                </a:solidFill>
                <a:latin typeface="AdvTT825c8005"/>
              </a:rPr>
              <a:t>s</a:t>
            </a:r>
            <a:r>
              <a:rPr lang="en-GB" sz="1800" b="0" i="0" u="none" strike="noStrike" baseline="0">
                <a:solidFill>
                  <a:schemeClr val="tx2"/>
                </a:solidFill>
                <a:highlight>
                  <a:srgbClr val="FFFF00"/>
                </a:highlight>
                <a:latin typeface="AdvTT825c8005"/>
              </a:rPr>
              <a:t>howpoint</a:t>
            </a:r>
            <a:r>
              <a:rPr lang="en-GB" sz="1800" b="0" i="0" u="none" strike="noStrike" baseline="0">
                <a:solidFill>
                  <a:schemeClr val="tx2"/>
                </a:solidFill>
                <a:highlight>
                  <a:srgbClr val="FFFF00"/>
                </a:highlight>
                <a:latin typeface="AdvP800D"/>
              </a:rPr>
              <a:t>. </a:t>
            </a:r>
            <a:endParaRPr lang="en-GB" sz="180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50755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3353A-7D56-4497-93AB-EB161F83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0" i="0" u="none" strike="noStrike" baseline="0">
                <a:solidFill>
                  <a:srgbClr val="FFFFFF"/>
                </a:solidFill>
                <a:latin typeface="AdvTT0688bc49.B"/>
              </a:rPr>
              <a:t>Example: setprecision, fixed, showpoint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15DCD-2AF7-4960-BB40-DE8CA674D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858" y="586855"/>
            <a:ext cx="6555347" cy="554604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1600" b="0" i="0" u="none" strike="noStrike" baseline="0" dirty="0">
                <a:latin typeface="AdvTT0688bc49.B"/>
              </a:rPr>
              <a:t>#include </a:t>
            </a:r>
            <a:r>
              <a:rPr lang="en-GB" sz="1600" b="0" i="0" u="none" strike="noStrike" baseline="0" dirty="0">
                <a:latin typeface="AdvTT825c8005"/>
              </a:rPr>
              <a:t>&lt;iostream&gt; </a:t>
            </a:r>
            <a:r>
              <a:rPr lang="en-GB" sz="1600" b="0" i="0" u="none" strike="noStrike" baseline="0" dirty="0">
                <a:latin typeface="AdvTT0688bc49.B"/>
              </a:rPr>
              <a:t>//Line 1</a:t>
            </a:r>
          </a:p>
          <a:p>
            <a:pPr marL="0" indent="0">
              <a:buNone/>
            </a:pPr>
            <a:r>
              <a:rPr lang="en-GB" sz="1600" b="0" i="0" u="none" strike="noStrike" baseline="0" dirty="0">
                <a:latin typeface="AdvTT0688bc49.B"/>
              </a:rPr>
              <a:t>#include </a:t>
            </a:r>
            <a:r>
              <a:rPr lang="en-GB" sz="1600" b="0" i="0" u="none" strike="noStrike" baseline="0" dirty="0">
                <a:latin typeface="AdvTT825c8005"/>
              </a:rPr>
              <a:t>&lt;</a:t>
            </a:r>
            <a:r>
              <a:rPr lang="en-GB" sz="1600" b="0" i="0" u="none" strike="noStrike" baseline="0" dirty="0" err="1">
                <a:latin typeface="AdvTT825c8005"/>
              </a:rPr>
              <a:t>iomanip</a:t>
            </a:r>
            <a:r>
              <a:rPr lang="en-GB" sz="1600" b="0" i="0" u="none" strike="noStrike" baseline="0" dirty="0">
                <a:latin typeface="AdvTT825c8005"/>
              </a:rPr>
              <a:t>&gt; </a:t>
            </a:r>
            <a:r>
              <a:rPr lang="en-GB" sz="1600" b="0" i="0" u="none" strike="noStrike" baseline="0" dirty="0">
                <a:latin typeface="AdvTT0688bc49.B"/>
              </a:rPr>
              <a:t>//Line 2</a:t>
            </a:r>
          </a:p>
          <a:p>
            <a:pPr marL="0" indent="0">
              <a:buNone/>
            </a:pPr>
            <a:r>
              <a:rPr lang="en-GB" sz="1600" b="0" i="0" u="none" strike="noStrike" baseline="0" dirty="0">
                <a:latin typeface="AdvTT0688bc49.B"/>
              </a:rPr>
              <a:t>using namespace </a:t>
            </a:r>
            <a:r>
              <a:rPr lang="en-GB" sz="1600" b="0" i="0" u="none" strike="noStrike" baseline="0" dirty="0">
                <a:latin typeface="AdvTT825c8005"/>
              </a:rPr>
              <a:t>std; </a:t>
            </a:r>
            <a:r>
              <a:rPr lang="en-GB" sz="1600" b="0" i="0" u="none" strike="noStrike" baseline="0" dirty="0">
                <a:latin typeface="AdvTT0688bc49.B"/>
              </a:rPr>
              <a:t>//Line 3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0688bc49.B"/>
              </a:rPr>
              <a:t>const</a:t>
            </a:r>
            <a:r>
              <a:rPr lang="en-GB" sz="1600" b="0" i="0" u="none" strike="noStrike" baseline="0" dirty="0">
                <a:latin typeface="AdvTT0688bc49.B"/>
              </a:rPr>
              <a:t> double </a:t>
            </a:r>
            <a:r>
              <a:rPr lang="en-GB" sz="1600" b="0" i="0" u="none" strike="noStrike" baseline="0" dirty="0">
                <a:latin typeface="AdvTT825c8005"/>
              </a:rPr>
              <a:t>PI = 3.14159265; </a:t>
            </a:r>
            <a:r>
              <a:rPr lang="en-GB" sz="1600" b="0" i="0" u="none" strike="noStrike" baseline="0" dirty="0">
                <a:latin typeface="AdvTT0688bc49.B"/>
              </a:rPr>
              <a:t>//Line 4</a:t>
            </a:r>
          </a:p>
          <a:p>
            <a:pPr marL="0" indent="0">
              <a:buNone/>
            </a:pPr>
            <a:r>
              <a:rPr lang="en-GB" sz="1600" b="0" i="0" u="none" strike="noStrike" baseline="0" dirty="0">
                <a:latin typeface="AdvTT0688bc49.B"/>
              </a:rPr>
              <a:t>int </a:t>
            </a:r>
            <a:r>
              <a:rPr lang="en-GB" sz="1600" b="0" i="0" u="none" strike="noStrike" baseline="0" dirty="0">
                <a:latin typeface="AdvTT825c8005"/>
              </a:rPr>
              <a:t>main() </a:t>
            </a:r>
            <a:r>
              <a:rPr lang="en-GB" sz="1600" b="0" i="0" u="none" strike="noStrike" baseline="0" dirty="0">
                <a:latin typeface="AdvTT0688bc49.B"/>
              </a:rPr>
              <a:t>//Line 5</a:t>
            </a:r>
          </a:p>
          <a:p>
            <a:pPr marL="0" indent="0">
              <a:buNone/>
            </a:pPr>
            <a:r>
              <a:rPr lang="en-GB" sz="1600" b="0" i="0" u="none" strike="noStrike" baseline="0" dirty="0">
                <a:latin typeface="AdvTT7cf261fb"/>
              </a:rPr>
              <a:t>{ </a:t>
            </a:r>
            <a:r>
              <a:rPr lang="en-GB" sz="1600" b="0" i="0" u="none" strike="noStrike" baseline="0" dirty="0">
                <a:latin typeface="AdvTT0688bc49.B"/>
              </a:rPr>
              <a:t>//Line 6</a:t>
            </a:r>
          </a:p>
          <a:p>
            <a:pPr marL="0" indent="0">
              <a:buNone/>
            </a:pPr>
            <a:r>
              <a:rPr lang="en-GB" sz="1600" b="0" i="0" u="none" strike="noStrike" baseline="0" dirty="0">
                <a:latin typeface="AdvTT0688bc49.B"/>
              </a:rPr>
              <a:t>double </a:t>
            </a:r>
            <a:r>
              <a:rPr lang="en-GB" sz="1600" b="0" i="0" u="none" strike="noStrike" baseline="0" dirty="0">
                <a:latin typeface="AdvTT825c8005"/>
              </a:rPr>
              <a:t>radius = 12.67; </a:t>
            </a:r>
            <a:r>
              <a:rPr lang="en-GB" sz="1600" b="0" i="0" u="none" strike="noStrike" baseline="0" dirty="0">
                <a:latin typeface="AdvTT0688bc49.B"/>
              </a:rPr>
              <a:t>//Line 7</a:t>
            </a:r>
          </a:p>
          <a:p>
            <a:pPr marL="0" indent="0">
              <a:buNone/>
            </a:pPr>
            <a:r>
              <a:rPr lang="en-GB" sz="1600" b="0" i="0" u="none" strike="noStrike" baseline="0" dirty="0">
                <a:latin typeface="AdvTT0688bc49.B"/>
              </a:rPr>
              <a:t>double </a:t>
            </a:r>
            <a:r>
              <a:rPr lang="en-GB" sz="1600" b="0" i="0" u="none" strike="noStrike" baseline="0" dirty="0">
                <a:latin typeface="AdvTT825c8005"/>
              </a:rPr>
              <a:t>height = 12.00; </a:t>
            </a:r>
            <a:r>
              <a:rPr lang="en-GB" sz="1600" b="0" i="0" u="none" strike="noStrike" baseline="0" dirty="0">
                <a:latin typeface="AdvTT0688bc49.B"/>
              </a:rPr>
              <a:t>//Line 8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fixed &lt;&lt; </a:t>
            </a:r>
            <a:r>
              <a:rPr lang="en-GB" sz="1600" b="0" i="0" u="none" strike="noStrike" baseline="0" dirty="0" err="1">
                <a:latin typeface="AdvTT825c8005"/>
              </a:rPr>
              <a:t>showpoint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9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</a:t>
            </a:r>
            <a:r>
              <a:rPr lang="en-GB" sz="1600" b="0" i="0" u="none" strike="noStrike" baseline="0" dirty="0" err="1">
                <a:latin typeface="AdvTT825c8005"/>
              </a:rPr>
              <a:t>setprecision</a:t>
            </a:r>
            <a:r>
              <a:rPr lang="en-GB" sz="1600" b="0" i="0" u="none" strike="noStrike" baseline="0" dirty="0">
                <a:latin typeface="AdvTT825c8005"/>
              </a:rPr>
              <a:t>(2) &lt;&lt; "Line 10: </a:t>
            </a:r>
            <a:r>
              <a:rPr lang="en-GB" sz="1600" b="0" i="0" u="none" strike="noStrike" baseline="0" dirty="0" err="1">
                <a:latin typeface="AdvTT825c8005"/>
              </a:rPr>
              <a:t>setprecision</a:t>
            </a:r>
            <a:r>
              <a:rPr lang="en-GB" sz="1600" b="0" i="0" u="none" strike="noStrike" baseline="0" dirty="0">
                <a:latin typeface="AdvTT825c8005"/>
              </a:rPr>
              <a:t>(2)"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10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"Line 11: radius = " &lt;&lt; radius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11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"Line 12: height = " &lt;&lt; height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12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"Line 13: volume = “ &lt;&lt; PI * radius * radius * height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13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"Line 14: PI = " &lt;&lt; PI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14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</a:t>
            </a:r>
            <a:r>
              <a:rPr lang="en-GB" sz="1600" b="0" i="0" u="none" strike="noStrike" baseline="0" dirty="0" err="1">
                <a:latin typeface="AdvTT825c8005"/>
              </a:rPr>
              <a:t>setprecision</a:t>
            </a:r>
            <a:r>
              <a:rPr lang="en-GB" sz="1600" b="0" i="0" u="none" strike="noStrike" baseline="0" dirty="0">
                <a:latin typeface="AdvTT825c8005"/>
              </a:rPr>
              <a:t>(3) &lt;&lt; "Line 15: </a:t>
            </a:r>
            <a:r>
              <a:rPr lang="en-GB" sz="1600" b="0" i="0" u="none" strike="noStrike" baseline="0" dirty="0" err="1">
                <a:latin typeface="AdvTT825c8005"/>
              </a:rPr>
              <a:t>setprecision</a:t>
            </a:r>
            <a:r>
              <a:rPr lang="en-GB" sz="1600" b="0" i="0" u="none" strike="noStrike" baseline="0" dirty="0">
                <a:latin typeface="AdvTT825c8005"/>
              </a:rPr>
              <a:t>(3)"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15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"Line 16: radius = " &lt;&lt; radius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16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"Line 17: height = " &lt;&lt; height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17</a:t>
            </a:r>
          </a:p>
          <a:p>
            <a:pPr marL="0" indent="0">
              <a:buNone/>
            </a:pPr>
            <a:r>
              <a:rPr lang="en-GB" sz="1600" b="0" i="0" u="none" strike="noStrike" baseline="0" dirty="0" err="1">
                <a:latin typeface="AdvTT825c8005"/>
              </a:rPr>
              <a:t>cout</a:t>
            </a:r>
            <a:r>
              <a:rPr lang="en-GB" sz="1600" b="0" i="0" u="none" strike="noStrike" baseline="0" dirty="0">
                <a:latin typeface="AdvTT825c8005"/>
              </a:rPr>
              <a:t> &lt;&lt; "Line 18: volume = “ &lt;&lt; PI * radius * radius * height &lt;&lt; </a:t>
            </a:r>
            <a:r>
              <a:rPr lang="en-GB" sz="1600" b="0" i="0" u="none" strike="noStrike" baseline="0" dirty="0" err="1">
                <a:latin typeface="AdvTT825c8005"/>
              </a:rPr>
              <a:t>endl</a:t>
            </a:r>
            <a:r>
              <a:rPr lang="en-GB" sz="1600" b="0" i="0" u="none" strike="noStrike" baseline="0" dirty="0">
                <a:latin typeface="AdvTT825c8005"/>
              </a:rPr>
              <a:t>; </a:t>
            </a:r>
            <a:r>
              <a:rPr lang="en-GB" sz="1600" b="0" i="0" u="none" strike="noStrike" baseline="0" dirty="0">
                <a:latin typeface="AdvTT0688bc49.B"/>
              </a:rPr>
              <a:t>//Line 18</a:t>
            </a:r>
          </a:p>
        </p:txBody>
      </p:sp>
    </p:spTree>
    <p:extLst>
      <p:ext uri="{BB962C8B-B14F-4D97-AF65-F5344CB8AC3E}">
        <p14:creationId xmlns:p14="http://schemas.microsoft.com/office/powerpoint/2010/main" val="3008864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5495B-2EC1-4986-ABCA-5DAF8D63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35C2A-360D-468F-9356-40E63AF38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cout &lt;&lt; "Line 19: PI = " &lt;&lt; PI &lt;&lt; endl &lt;&lt; endl; </a:t>
            </a:r>
            <a:r>
              <a:rPr lang="en-GB" sz="2000" b="0" i="0" u="none" strike="noStrike" baseline="0">
                <a:latin typeface="AdvTT0688bc49.B"/>
              </a:rPr>
              <a:t>//Line 19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cout &lt;&lt; setprecision(4) &lt;&lt; "Line 20: setprecision(4)" &lt;&lt; endl; </a:t>
            </a:r>
            <a:r>
              <a:rPr lang="en-GB" sz="2000" b="0" i="0" u="none" strike="noStrike" baseline="0">
                <a:latin typeface="AdvTT0688bc49.B"/>
              </a:rPr>
              <a:t>//Line 20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cout &lt;&lt; "Line 21: radius = " &lt;&lt; radius &lt;&lt; endl; </a:t>
            </a:r>
            <a:r>
              <a:rPr lang="en-GB" sz="2000" b="0" i="0" u="none" strike="noStrike" baseline="0">
                <a:latin typeface="AdvTT0688bc49.B"/>
              </a:rPr>
              <a:t>//Line 21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cout &lt;&lt; "Line 22: height = " &lt;&lt; height &lt;&lt; endl; </a:t>
            </a:r>
            <a:r>
              <a:rPr lang="en-GB" sz="2000" b="0" i="0" u="none" strike="noStrike" baseline="0">
                <a:latin typeface="AdvTT0688bc49.B"/>
              </a:rPr>
              <a:t>//Line 22</a:t>
            </a:r>
            <a:endParaRPr lang="en-GB" sz="2000"/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cout &lt;&lt; "Line 23: volume = “ &lt;&lt; PI * radius * radius * height &lt;&lt; endl; </a:t>
            </a:r>
            <a:r>
              <a:rPr lang="en-GB" sz="2000" b="0" i="0" u="none" strike="noStrike" baseline="0">
                <a:latin typeface="AdvTT0688bc49.B"/>
              </a:rPr>
              <a:t>//Line 23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cout &lt;&lt; "Line 24: PI = " &lt;&lt; PI &lt;&lt; endl &lt;&lt; endl; </a:t>
            </a:r>
            <a:r>
              <a:rPr lang="en-GB" sz="2000" b="0" i="0" u="none" strike="noStrike" baseline="0">
                <a:latin typeface="AdvTT0688bc49.B"/>
              </a:rPr>
              <a:t>//Line 24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cout &lt;&lt; "Line 25: “ &lt;&lt; setprecision(3) &lt;&lt; radius &lt;&lt; ", “ &lt;&lt; setprecision(2) &lt;&lt; height &lt;&lt; ", "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825c8005"/>
              </a:rPr>
              <a:t>&lt;&lt; setprecision(5) &lt;&lt; PI &lt;&lt; endl; </a:t>
            </a:r>
            <a:r>
              <a:rPr lang="en-GB" sz="2000" b="0" i="0" u="none" strike="noStrike" baseline="0">
                <a:latin typeface="AdvTT0688bc49.B"/>
              </a:rPr>
              <a:t>//Line 25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0688bc49.B"/>
              </a:rPr>
              <a:t>return </a:t>
            </a:r>
            <a:r>
              <a:rPr lang="en-GB" sz="2000" b="0" i="0" u="none" strike="noStrike" baseline="0">
                <a:latin typeface="AdvTT825c8005"/>
              </a:rPr>
              <a:t>0; </a:t>
            </a:r>
            <a:r>
              <a:rPr lang="en-GB" sz="2000" b="0" i="0" u="none" strike="noStrike" baseline="0">
                <a:latin typeface="AdvTT0688bc49.B"/>
              </a:rPr>
              <a:t>//Line 26</a:t>
            </a:r>
          </a:p>
          <a:p>
            <a:pPr marL="0" indent="0">
              <a:buNone/>
            </a:pPr>
            <a:r>
              <a:rPr lang="en-GB" sz="2000" b="0" i="0" u="none" strike="noStrike" baseline="0">
                <a:latin typeface="AdvTT7cf261fb"/>
              </a:rPr>
              <a:t>} </a:t>
            </a:r>
            <a:r>
              <a:rPr lang="en-GB" sz="2000" b="0" i="0" u="none" strike="noStrike" baseline="0">
                <a:latin typeface="AdvTT0688bc49.B"/>
              </a:rPr>
              <a:t>//Line 27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95228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8E476-DF95-498C-976E-4C92013F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0" i="0" u="none" strike="noStrike" baseline="0">
                <a:solidFill>
                  <a:srgbClr val="FFFFFF"/>
                </a:solidFill>
                <a:latin typeface="AdvP8013"/>
              </a:rPr>
              <a:t>Sample Run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76DA4-0EC3-40A4-B5DE-D3832E82B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10: setprecision(2)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11: radius = 12.67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12: height = 12.00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13: volume = 6051.80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14: PI = 3.14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15: setprecision(3)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16: radius = 12.670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17: height = 12.000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18: volume = 6051.797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19: PI = 3.142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20: setprecision(4)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21: radius = 12.6700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22: height = 12.0000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23: volume = 6051.7969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24: PI = 3.1416</a:t>
            </a:r>
          </a:p>
          <a:p>
            <a:pPr marL="0" indent="0">
              <a:buNone/>
            </a:pPr>
            <a:r>
              <a:rPr lang="en-GB" sz="1600" b="0" i="0" u="none" strike="noStrike" baseline="0">
                <a:latin typeface="AdvTT825c8005"/>
              </a:rPr>
              <a:t>Line 25: 12.670, 12.00, 3.14159</a:t>
            </a: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48374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57B7B-863B-4008-881F-A0003881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 err="1">
                <a:solidFill>
                  <a:srgbClr val="FFFFFF"/>
                </a:solidFill>
              </a:rPr>
              <a:t>setw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3B9EE-454B-43DC-9DB3-18B63C18B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0" i="0" u="none" strike="noStrike" baseline="0" dirty="0">
                <a:latin typeface="AdvP800D"/>
              </a:rPr>
              <a:t>The 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P800D"/>
              </a:rPr>
              <a:t>manipulator </a:t>
            </a:r>
            <a:r>
              <a:rPr lang="en-GB" sz="2000" b="0" i="0" u="none" strike="noStrike" baseline="0" dirty="0" err="1">
                <a:highlight>
                  <a:srgbClr val="FFFF00"/>
                </a:highlight>
                <a:latin typeface="AdvTT825c8005"/>
              </a:rPr>
              <a:t>setw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TT825c8005"/>
              </a:rPr>
              <a:t> </a:t>
            </a:r>
            <a:r>
              <a:rPr lang="en-GB" sz="2000" b="0" i="0" u="none" strike="noStrike" baseline="0" dirty="0">
                <a:highlight>
                  <a:srgbClr val="FFFF00"/>
                </a:highlight>
                <a:latin typeface="AdvP800D"/>
              </a:rPr>
              <a:t>is used to output the value of an expression in a specific number of columns. </a:t>
            </a:r>
          </a:p>
          <a:p>
            <a:r>
              <a:rPr lang="en-GB" sz="2000" dirty="0">
                <a:latin typeface="AdvP800D"/>
              </a:rPr>
              <a:t>The output is </a:t>
            </a:r>
            <a:r>
              <a:rPr lang="en-GB" sz="2000" dirty="0" err="1">
                <a:highlight>
                  <a:srgbClr val="FFFF00"/>
                </a:highlight>
                <a:latin typeface="AdvP800D"/>
              </a:rPr>
              <a:t>rightjustified</a:t>
            </a:r>
            <a:r>
              <a:rPr lang="en-GB" sz="2000" dirty="0">
                <a:latin typeface="AdvP800D"/>
              </a:rPr>
              <a:t>.</a:t>
            </a:r>
          </a:p>
          <a:p>
            <a:r>
              <a:rPr lang="en-GB" sz="2000" b="0" i="0" u="none" strike="noStrike" baseline="0" dirty="0">
                <a:latin typeface="AdvP800D"/>
              </a:rPr>
              <a:t>To use the manipulator </a:t>
            </a:r>
            <a:r>
              <a:rPr lang="en-GB" sz="2000" b="0" i="0" u="none" strike="noStrike" baseline="0" dirty="0" err="1">
                <a:latin typeface="AdvTT825c8005"/>
              </a:rPr>
              <a:t>setw</a:t>
            </a:r>
            <a:r>
              <a:rPr lang="en-GB" sz="2000" b="0" i="0" u="none" strike="noStrike" baseline="0" dirty="0">
                <a:latin typeface="AdvP800D"/>
              </a:rPr>
              <a:t>, the program must include the header file </a:t>
            </a:r>
            <a:r>
              <a:rPr lang="en-GB" sz="2000" b="0" i="0" u="none" strike="noStrike" baseline="0" dirty="0" err="1">
                <a:latin typeface="AdvTT825c8005"/>
              </a:rPr>
              <a:t>iomanip</a:t>
            </a:r>
            <a:r>
              <a:rPr lang="en-GB" sz="2000" b="0" i="0" u="none" strike="noStrike" baseline="0" dirty="0">
                <a:latin typeface="AdvP800D"/>
              </a:rPr>
              <a:t>. Thus, the following </a:t>
            </a:r>
            <a:r>
              <a:rPr lang="en-GB" sz="2000" b="0" i="0" u="none" strike="noStrike" baseline="0" dirty="0">
                <a:latin typeface="AdvTT0688bc49.B"/>
              </a:rPr>
              <a:t>include </a:t>
            </a:r>
            <a:r>
              <a:rPr lang="en-GB" sz="2000" b="0" i="0" u="none" strike="noStrike" baseline="0" dirty="0">
                <a:latin typeface="AdvP800D"/>
              </a:rPr>
              <a:t>statement is required:</a:t>
            </a:r>
          </a:p>
          <a:p>
            <a:pPr marL="0" indent="0">
              <a:buNone/>
            </a:pPr>
            <a:r>
              <a:rPr lang="en-GB" sz="2000" b="0" i="0" u="none" strike="noStrike" baseline="0" dirty="0">
                <a:latin typeface="AdvTT0688bc49.B"/>
              </a:rPr>
              <a:t>	#include </a:t>
            </a:r>
            <a:r>
              <a:rPr lang="en-GB" sz="2000" b="0" i="0" u="none" strike="noStrike" baseline="0" dirty="0">
                <a:latin typeface="AdvTT825c8005"/>
              </a:rPr>
              <a:t>&lt;</a:t>
            </a:r>
            <a:r>
              <a:rPr lang="en-GB" sz="2000" b="0" i="0" u="none" strike="noStrike" baseline="0" dirty="0" err="1">
                <a:latin typeface="AdvTT825c8005"/>
              </a:rPr>
              <a:t>iomanip</a:t>
            </a:r>
            <a:r>
              <a:rPr lang="en-GB" sz="2000" b="0" i="0" u="none" strike="noStrike" baseline="0" dirty="0">
                <a:latin typeface="AdvTT825c8005"/>
              </a:rPr>
              <a:t>&gt;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62193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250C9-62ED-4776-AA71-B42B6D1BF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setfill Manipulator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6967AC-8AE6-E4D7-BF8A-62484BA23A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480834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200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4F35D-DF44-4C06-80FB-6CA180D2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en-GB" sz="5600" b="0" i="0" u="none" strike="noStrike" baseline="0">
                <a:latin typeface="AdvTT0688bc49.B"/>
              </a:rPr>
              <a:t>Example</a:t>
            </a:r>
            <a:endParaRPr lang="en-GB" sz="5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E0E4CA-04FD-4712-9979-0D4FACCA6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C3E98E8-DC5D-426B-A32A-6A84F1CB27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7"/>
          <a:stretch>
            <a:fillRect/>
          </a:stretch>
        </p:blipFill>
        <p:spPr>
          <a:xfrm>
            <a:off x="838200" y="3003053"/>
            <a:ext cx="5243391" cy="29949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CA8D992-BB3F-47CD-BA18-71D545392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3000055"/>
            <a:ext cx="5243390" cy="2997970"/>
          </a:xfrm>
          <a:prstGeom prst="rect">
            <a:avLst/>
          </a:prstGeom>
          <a:gradFill flip="none" rotWithShape="1">
            <a:gsLst>
              <a:gs pos="100000">
                <a:schemeClr val="accent2">
                  <a:alpha val="20000"/>
                </a:schemeClr>
              </a:gs>
              <a:gs pos="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66482-16E8-487D-856E-E42FB67A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467" y="241271"/>
            <a:ext cx="5927011" cy="637545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#include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&lt;iostream&gt;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#include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&lt;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iomanip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&gt;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using namespace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std;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int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main()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7cf261fb"/>
              </a:rPr>
              <a:t>{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int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x = 15;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1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int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y = 7634;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2</a:t>
            </a:r>
          </a:p>
          <a:p>
            <a:pPr marL="0" indent="0">
              <a:buNone/>
            </a:pP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 &lt;&lt; "12345678901234567890"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3</a:t>
            </a:r>
          </a:p>
          <a:p>
            <a:pPr marL="0" indent="0">
              <a:buNone/>
            </a:pP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(5) &lt;&lt; x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(7) &lt;&lt; y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(8) &lt;&lt; "Warm"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4</a:t>
            </a:r>
          </a:p>
          <a:p>
            <a:pPr marL="0" indent="0">
              <a:buNone/>
            </a:pP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('*');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5</a:t>
            </a:r>
          </a:p>
          <a:p>
            <a:pPr marL="0" indent="0">
              <a:buNone/>
            </a:pP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(5) &lt;&lt; x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(7) &lt;&lt; y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(8) &lt;&lt; "Warm"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6</a:t>
            </a:r>
          </a:p>
          <a:p>
            <a:pPr marL="0" indent="0">
              <a:buNone/>
            </a:pP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(5) &lt;&lt; x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(7)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('#’) &lt;&lt; y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(8) &lt;&lt; "Warm"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7</a:t>
            </a:r>
          </a:p>
          <a:p>
            <a:pPr marL="0" indent="0">
              <a:buNone/>
            </a:pP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(5)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('@') &lt;&lt; x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(7)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('#') &lt;&lt; y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(8)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('^') &lt;&lt; "Warm“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8</a:t>
            </a:r>
          </a:p>
          <a:p>
            <a:pPr marL="0" indent="0">
              <a:buNone/>
            </a:pP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(' ');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9</a:t>
            </a:r>
          </a:p>
          <a:p>
            <a:pPr marL="0" indent="0">
              <a:buNone/>
            </a:pP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(5) &lt;&lt; x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(7) &lt;&lt; y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(8) &lt;&lt; "Warm" &lt;&lt; </a:t>
            </a:r>
            <a:r>
              <a:rPr lang="en-GB" sz="1600" b="1" i="0" u="none" strike="noStrike" baseline="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//Line 10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0688bc49.B"/>
              </a:rPr>
              <a:t>return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825c8005"/>
              </a:rPr>
              <a:t>0; </a:t>
            </a:r>
            <a:r>
              <a:rPr lang="en-GB" sz="1600" b="1" i="0" u="none" strike="noStrike" baseline="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dvTT7cf261fb"/>
              </a:rPr>
              <a:t>}</a:t>
            </a:r>
            <a:endParaRPr lang="en-GB" sz="1600" b="1" dirty="0">
              <a:solidFill>
                <a:schemeClr val="tx1">
                  <a:lumMod val="95000"/>
                  <a:lumOff val="5000"/>
                  <a:alpha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41BCC6-240D-0D5F-5F61-989BEE3C2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55" y="426362"/>
            <a:ext cx="5521008" cy="249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40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0359C-8573-4354-B9B8-D51DE9E79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left and right Manipulators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79831A-2041-68EE-C276-3D739E9F9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09117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2714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103A9-957E-4AFC-926A-51EB6E4A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en-GB" sz="5600" dirty="0"/>
              <a:t>Example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F88D19-C269-4F98-BE6B-CFB6207D3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D65F86B-A98E-4D21-A4B0-A249C50B4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0947"/>
            <a:ext cx="5243391" cy="287918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6D9E-34CA-4DFB-9CFE-EB8C6C18D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9042" y="879355"/>
            <a:ext cx="4124758" cy="512075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#include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&lt;iostream&gt;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#include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&lt;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iomanip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&gt;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using namespace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std;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int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main()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7cf261fb"/>
              </a:rPr>
              <a:t>{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int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x = 15;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1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int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y = 7634;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2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left;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3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"12345678901234567890"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4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(5) &lt;&lt; x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(7) &lt;&lt; y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(8) &lt;&lt; "Warm"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5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('*');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6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(5) &lt;&lt; x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(7) &lt;&lt; y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(8) &lt;&lt; "Warm"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7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(5) &lt;&lt; x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(7)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('#’) &lt;&lt; y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(8) &lt;&lt; "Warm"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8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(5)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('@') &lt;&lt; x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(7)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('#') &lt;&lt; y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(8)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('^') &lt;&lt; "Warm“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9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right;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10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setfill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(' ');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11</a:t>
            </a:r>
          </a:p>
          <a:p>
            <a:pPr marL="0" indent="0">
              <a:buNone/>
            </a:pP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cout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(5) &lt;&lt; x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(7) &lt;&lt; y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setw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(8) &lt;&lt; "Warm" &lt;&lt; </a:t>
            </a:r>
            <a:r>
              <a:rPr lang="en-GB" sz="1400" b="0" i="0" u="none" strike="noStrike" baseline="0" dirty="0" err="1">
                <a:solidFill>
                  <a:schemeClr val="tx1">
                    <a:alpha val="80000"/>
                  </a:schemeClr>
                </a:solidFill>
                <a:latin typeface="AdvTT825c8005"/>
              </a:rPr>
              <a:t>endl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//Line 12</a:t>
            </a:r>
          </a:p>
          <a:p>
            <a:pPr marL="0" indent="0">
              <a:buNone/>
            </a:pP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0688bc49.B"/>
              </a:rPr>
              <a:t>return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825c8005"/>
              </a:rPr>
              <a:t>0; </a:t>
            </a:r>
            <a:r>
              <a:rPr lang="en-GB" sz="1400" b="0" i="0" u="none" strike="noStrike" baseline="0" dirty="0">
                <a:solidFill>
                  <a:schemeClr val="tx1">
                    <a:alpha val="80000"/>
                  </a:schemeClr>
                </a:solidFill>
                <a:latin typeface="AdvTT7cf261fb"/>
              </a:rPr>
              <a:t>}</a:t>
            </a:r>
            <a:endParaRPr lang="en-GB" sz="14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195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2EDA0-1E91-4B13-83DA-0328283F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GB"/>
              <a:t>getline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3058C-98F2-9521-951B-5D420E318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3" y="1094046"/>
            <a:ext cx="4555700" cy="1742555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A02F1-329E-5325-76F1-7DDD9945B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53" y="3787918"/>
            <a:ext cx="4555700" cy="2209514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FC4A-BB16-43B7-AB9D-2215FB733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/>
          </a:bodyPr>
          <a:lstStyle/>
          <a:p>
            <a:r>
              <a:rPr lang="en-GB" sz="2200" b="0" i="0" u="none" strike="noStrike" baseline="0" err="1">
                <a:latin typeface="AdvTT825c8005"/>
              </a:rPr>
              <a:t>getline</a:t>
            </a:r>
            <a:r>
              <a:rPr lang="en-GB" sz="2200" b="0" i="0" u="none" strike="noStrike" baseline="0">
                <a:latin typeface="AdvTT825c8005"/>
              </a:rPr>
              <a:t>(</a:t>
            </a:r>
            <a:r>
              <a:rPr lang="en-GB" sz="2200" b="0" i="0" u="none" strike="noStrike" baseline="0" err="1">
                <a:latin typeface="AdvTT825c8005"/>
              </a:rPr>
              <a:t>istreamVar</a:t>
            </a:r>
            <a:r>
              <a:rPr lang="en-GB" sz="2200" b="0" i="0" u="none" strike="noStrike" baseline="0">
                <a:latin typeface="AdvTT825c8005"/>
              </a:rPr>
              <a:t>, </a:t>
            </a:r>
            <a:r>
              <a:rPr lang="en-GB" sz="2200" b="0" i="0" u="none" strike="noStrike" baseline="0" err="1">
                <a:highlight>
                  <a:srgbClr val="FFFF00"/>
                </a:highlight>
                <a:latin typeface="AdvTT825c8005"/>
              </a:rPr>
              <a:t>str</a:t>
            </a:r>
            <a:r>
              <a:rPr lang="en-GB" sz="2200" b="0" i="0" u="none" strike="noStrike" baseline="0" err="1">
                <a:latin typeface="AdvTT825c8005"/>
              </a:rPr>
              <a:t>Var</a:t>
            </a:r>
            <a:r>
              <a:rPr lang="en-GB" sz="2200" b="0" i="0" u="none" strike="noStrike" baseline="0">
                <a:latin typeface="AdvTT825c8005"/>
              </a:rPr>
              <a:t>);</a:t>
            </a:r>
          </a:p>
          <a:p>
            <a:r>
              <a:rPr lang="en-GB" sz="2200" b="0" i="0" u="none" strike="noStrike" baseline="0">
                <a:highlight>
                  <a:srgbClr val="FFFF00"/>
                </a:highlight>
                <a:latin typeface="AdvP800D"/>
              </a:rPr>
              <a:t>The reading is delimited by the newline character </a:t>
            </a:r>
            <a:r>
              <a:rPr lang="en-GB" sz="2200" b="0" i="0" u="none" strike="noStrike" baseline="0">
                <a:highlight>
                  <a:srgbClr val="FFFF00"/>
                </a:highlight>
                <a:latin typeface="AdvTT825c8005"/>
              </a:rPr>
              <a:t>'\</a:t>
            </a:r>
            <a:r>
              <a:rPr lang="en-GB" sz="2200" b="0" i="0" u="none" strike="noStrike" baseline="0">
                <a:latin typeface="AdvTT825c8005"/>
              </a:rPr>
              <a:t>n'</a:t>
            </a:r>
            <a:r>
              <a:rPr lang="en-GB" sz="2200" b="0" i="0" u="none" strike="noStrike" baseline="0">
                <a:latin typeface="AdvP800D"/>
              </a:rPr>
              <a:t>.</a:t>
            </a:r>
          </a:p>
          <a:p>
            <a:r>
              <a:rPr lang="en-GB" sz="2200" b="0" i="0" u="none" strike="noStrike" baseline="0">
                <a:latin typeface="AdvP800D"/>
              </a:rPr>
              <a:t>The function </a:t>
            </a:r>
            <a:r>
              <a:rPr lang="en-GB" sz="2200" b="0" i="0" u="none" strike="noStrike" baseline="0" err="1">
                <a:latin typeface="AdvTT825c8005"/>
              </a:rPr>
              <a:t>getline</a:t>
            </a:r>
            <a:r>
              <a:rPr lang="en-GB" sz="2200" b="0" i="0" u="none" strike="noStrike" baseline="0">
                <a:latin typeface="AdvTT825c8005"/>
              </a:rPr>
              <a:t> </a:t>
            </a:r>
            <a:r>
              <a:rPr lang="en-GB" sz="2200" b="0" i="0" u="none" strike="noStrike" baseline="0">
                <a:latin typeface="AdvP800D"/>
              </a:rPr>
              <a:t>reads </a:t>
            </a:r>
            <a:r>
              <a:rPr lang="en-GB" sz="2200" b="0" i="0" u="none" strike="noStrike" baseline="0">
                <a:highlight>
                  <a:srgbClr val="FFFF00"/>
                </a:highlight>
                <a:latin typeface="AdvP800D"/>
              </a:rPr>
              <a:t>until it reaches the end of the current line. </a:t>
            </a:r>
            <a:r>
              <a:rPr lang="en-GB" sz="2200" b="0" i="0" u="none" strike="noStrike" baseline="0">
                <a:latin typeface="AdvP800D"/>
              </a:rPr>
              <a:t>The newline character is </a:t>
            </a:r>
            <a:r>
              <a:rPr lang="en-GB" sz="2200" b="0" i="0" u="none" strike="noStrike" baseline="0">
                <a:highlight>
                  <a:srgbClr val="FFFF00"/>
                </a:highlight>
                <a:latin typeface="AdvP800D"/>
              </a:rPr>
              <a:t>also read but not stored </a:t>
            </a:r>
            <a:r>
              <a:rPr lang="en-GB" sz="2200" b="0" i="0" u="none" strike="noStrike" baseline="0">
                <a:latin typeface="AdvP800D"/>
              </a:rPr>
              <a:t>in the </a:t>
            </a:r>
            <a:r>
              <a:rPr lang="en-GB" sz="2200" b="0" i="0" u="none" strike="noStrike" baseline="0">
                <a:latin typeface="AdvTT825c8005"/>
              </a:rPr>
              <a:t>string </a:t>
            </a:r>
            <a:r>
              <a:rPr lang="en-GB" sz="2200" b="0" i="0" u="none" strike="noStrike" baseline="0">
                <a:latin typeface="AdvP800D"/>
              </a:rPr>
              <a:t>variable.</a:t>
            </a:r>
            <a:endParaRPr lang="en-GB" sz="2200" b="0" i="0" u="none" strike="noStrike" baseline="0">
              <a:latin typeface="AdvTT825c8005"/>
            </a:endParaRPr>
          </a:p>
          <a:p>
            <a:endParaRPr lang="en-GB" sz="2200">
              <a:latin typeface="AdvTT825c8005"/>
            </a:endParaRPr>
          </a:p>
          <a:p>
            <a:endParaRPr lang="en-GB" sz="2200">
              <a:latin typeface="AdvTT825c8005"/>
            </a:endParaRPr>
          </a:p>
          <a:p>
            <a:r>
              <a:rPr lang="en-GB" sz="2200" b="0" i="0" u="none" strike="noStrike" baseline="0">
                <a:latin typeface="AdvTT825c8005"/>
              </a:rPr>
              <a:t>string </a:t>
            </a:r>
            <a:r>
              <a:rPr lang="en-GB" sz="2200" b="0" i="0" u="none" strike="noStrike" baseline="0" err="1">
                <a:latin typeface="AdvTT825c8005"/>
              </a:rPr>
              <a:t>myString</a:t>
            </a:r>
            <a:r>
              <a:rPr lang="en-GB" sz="2200" b="0" i="0" u="none" strike="noStrike" baseline="0">
                <a:latin typeface="AdvTT825c8005"/>
              </a:rPr>
              <a:t>;</a:t>
            </a:r>
          </a:p>
          <a:p>
            <a:r>
              <a:rPr lang="en-GB" sz="2200" b="0" i="0" u="none" strike="noStrike" baseline="0" err="1">
                <a:latin typeface="AdvTT825c8005"/>
              </a:rPr>
              <a:t>getline</a:t>
            </a:r>
            <a:r>
              <a:rPr lang="en-GB" sz="2200" b="0" i="0" u="none" strike="noStrike" baseline="0">
                <a:latin typeface="AdvTT825c8005"/>
              </a:rPr>
              <a:t>(</a:t>
            </a:r>
            <a:r>
              <a:rPr lang="en-GB" sz="2200" b="0" i="0" u="none" strike="noStrike" baseline="0" err="1">
                <a:latin typeface="AdvTT825c8005"/>
              </a:rPr>
              <a:t>cin</a:t>
            </a:r>
            <a:r>
              <a:rPr lang="en-GB" sz="2200" b="0" i="0" u="none" strike="noStrike" baseline="0">
                <a:latin typeface="AdvTT825c8005"/>
              </a:rPr>
              <a:t>, </a:t>
            </a:r>
            <a:r>
              <a:rPr lang="en-GB" sz="2200" b="0" i="0" u="none" strike="noStrike" baseline="0" err="1">
                <a:latin typeface="AdvTT825c8005"/>
              </a:rPr>
              <a:t>myString</a:t>
            </a:r>
            <a:r>
              <a:rPr lang="en-GB" sz="2200" b="0" i="0" u="none" strike="noStrike" baseline="0">
                <a:latin typeface="AdvTT825c8005"/>
              </a:rPr>
              <a:t>);</a:t>
            </a:r>
            <a:endParaRPr lang="en-GB" sz="2200">
              <a:latin typeface="AdvTT825c8005"/>
            </a:endParaRPr>
          </a:p>
          <a:p>
            <a:endParaRPr lang="en-GB" sz="2200">
              <a:latin typeface="AdvTT825c8005"/>
            </a:endParaRPr>
          </a:p>
          <a:p>
            <a:endParaRPr lang="en-GB" sz="220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68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Files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sz="2000" dirty="0"/>
              <a:t>To read a file</a:t>
            </a:r>
          </a:p>
          <a:p>
            <a:pPr lvl="1">
              <a:defRPr/>
            </a:pPr>
            <a:r>
              <a:rPr lang="en-US" sz="2000" dirty="0">
                <a:highlight>
                  <a:srgbClr val="FFFF00"/>
                </a:highlight>
              </a:rPr>
              <a:t>We must know its name</a:t>
            </a:r>
          </a:p>
          <a:p>
            <a:pPr lvl="1">
              <a:defRPr/>
            </a:pPr>
            <a:r>
              <a:rPr lang="en-US" sz="2000" dirty="0">
                <a:highlight>
                  <a:srgbClr val="FFFF00"/>
                </a:highlight>
              </a:rPr>
              <a:t>We must open it (for reading)</a:t>
            </a:r>
          </a:p>
          <a:p>
            <a:pPr lvl="1">
              <a:defRPr/>
            </a:pPr>
            <a:r>
              <a:rPr lang="en-US" sz="2000" dirty="0">
                <a:highlight>
                  <a:srgbClr val="FFFF00"/>
                </a:highlight>
              </a:rPr>
              <a:t>Then we can read</a:t>
            </a:r>
          </a:p>
          <a:p>
            <a:pPr lvl="1">
              <a:defRPr/>
            </a:pPr>
            <a:r>
              <a:rPr lang="en-US" sz="2000" dirty="0">
                <a:highlight>
                  <a:srgbClr val="FFFF00"/>
                </a:highlight>
              </a:rPr>
              <a:t>Then we must close it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That is typically done implicitly</a:t>
            </a:r>
          </a:p>
          <a:p>
            <a:pPr>
              <a:defRPr/>
            </a:pPr>
            <a:r>
              <a:rPr lang="en-US" sz="2000" dirty="0"/>
              <a:t>To write a file</a:t>
            </a:r>
          </a:p>
          <a:p>
            <a:pPr lvl="1">
              <a:defRPr/>
            </a:pPr>
            <a:r>
              <a:rPr lang="en-US" sz="2000" dirty="0">
                <a:highlight>
                  <a:srgbClr val="FFFF00"/>
                </a:highlight>
              </a:rPr>
              <a:t>We must name it</a:t>
            </a:r>
          </a:p>
          <a:p>
            <a:pPr lvl="1">
              <a:defRPr/>
            </a:pPr>
            <a:r>
              <a:rPr lang="en-US" sz="2000" dirty="0">
                <a:highlight>
                  <a:srgbClr val="FFFF00"/>
                </a:highlight>
              </a:rPr>
              <a:t>We must open it (for writing)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Or create a new file of that name</a:t>
            </a:r>
          </a:p>
          <a:p>
            <a:pPr lvl="1">
              <a:defRPr/>
            </a:pPr>
            <a:r>
              <a:rPr lang="en-US" sz="2000" dirty="0">
                <a:highlight>
                  <a:srgbClr val="FFFF00"/>
                </a:highlight>
              </a:rPr>
              <a:t>Then we can write it</a:t>
            </a:r>
          </a:p>
          <a:p>
            <a:pPr lvl="1">
              <a:defRPr/>
            </a:pPr>
            <a:r>
              <a:rPr lang="en-US" sz="2000" dirty="0">
                <a:highlight>
                  <a:srgbClr val="FFFF00"/>
                </a:highlight>
              </a:rPr>
              <a:t>We must close it 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That is typically done implicitly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7354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File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  <a:defRPr/>
            </a:pPr>
            <a:r>
              <a:rPr lang="en-US" sz="2000"/>
              <a:t>#include &lt;iostream&gt;</a:t>
            </a:r>
          </a:p>
          <a:p>
            <a:pPr marL="0" indent="0">
              <a:buNone/>
              <a:defRPr/>
            </a:pPr>
            <a:r>
              <a:rPr lang="en-US" sz="2000"/>
              <a:t>#include &lt;fstream&gt;</a:t>
            </a:r>
          </a:p>
          <a:p>
            <a:pPr marL="0" indent="0">
              <a:buNone/>
              <a:defRPr/>
            </a:pPr>
            <a:r>
              <a:rPr lang="en-US" sz="2000"/>
              <a:t>using namespace std;</a:t>
            </a:r>
          </a:p>
          <a:p>
            <a:pPr marL="0" indent="0">
              <a:buNone/>
              <a:defRPr/>
            </a:pPr>
            <a:endParaRPr lang="en-US" sz="2000"/>
          </a:p>
          <a:p>
            <a:pPr marL="0" indent="0">
              <a:buNone/>
              <a:defRPr/>
            </a:pPr>
            <a:r>
              <a:rPr lang="en-US" sz="2000"/>
              <a:t>int main () {</a:t>
            </a:r>
          </a:p>
          <a:p>
            <a:pPr marL="0" indent="0">
              <a:buNone/>
              <a:defRPr/>
            </a:pPr>
            <a:r>
              <a:rPr lang="en-US" sz="2000"/>
              <a:t>  ofstream myfile;</a:t>
            </a:r>
          </a:p>
          <a:p>
            <a:pPr marL="0" indent="0">
              <a:buNone/>
              <a:defRPr/>
            </a:pPr>
            <a:r>
              <a:rPr lang="en-US" sz="2000"/>
              <a:t>  myfile.open ("example.txt");</a:t>
            </a:r>
          </a:p>
          <a:p>
            <a:pPr marL="0" indent="0">
              <a:buNone/>
              <a:defRPr/>
            </a:pPr>
            <a:r>
              <a:rPr lang="en-US" sz="2000"/>
              <a:t>  myfile &lt;&lt; "Writing this to a file.\n";</a:t>
            </a:r>
          </a:p>
          <a:p>
            <a:pPr marL="0" indent="0">
              <a:buNone/>
              <a:defRPr/>
            </a:pPr>
            <a:r>
              <a:rPr lang="en-US" sz="2000"/>
              <a:t>  myfile.close();</a:t>
            </a:r>
          </a:p>
          <a:p>
            <a:pPr marL="0" indent="0">
              <a:buNone/>
              <a:defRPr/>
            </a:pPr>
            <a:r>
              <a:rPr lang="en-US" sz="2000"/>
              <a:t>  return 0;</a:t>
            </a:r>
          </a:p>
          <a:p>
            <a:pPr marL="0" indent="0">
              <a:buNone/>
              <a:defRPr/>
            </a:pPr>
            <a:r>
              <a:rPr lang="en-US" sz="2000"/>
              <a:t>}</a:t>
            </a:r>
          </a:p>
          <a:p>
            <a:pPr marL="0" indent="0">
              <a:buNone/>
              <a:defRPr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4538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File 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  <a:defRPr/>
            </a:pPr>
            <a:r>
              <a:rPr lang="en-US" sz="1700"/>
              <a:t>#include &lt;iostream&gt;</a:t>
            </a:r>
          </a:p>
          <a:p>
            <a:pPr marL="0" indent="0">
              <a:buNone/>
              <a:defRPr/>
            </a:pPr>
            <a:r>
              <a:rPr lang="en-US" sz="1700"/>
              <a:t>#include &lt;fstream&gt;</a:t>
            </a:r>
          </a:p>
          <a:p>
            <a:pPr marL="0" indent="0">
              <a:buNone/>
              <a:defRPr/>
            </a:pPr>
            <a:r>
              <a:rPr lang="en-US" sz="1700"/>
              <a:t>using namespace std;</a:t>
            </a:r>
          </a:p>
          <a:p>
            <a:pPr marL="0" indent="0">
              <a:buNone/>
              <a:defRPr/>
            </a:pPr>
            <a:endParaRPr lang="en-US" sz="1700"/>
          </a:p>
          <a:p>
            <a:pPr marL="0" indent="0">
              <a:buNone/>
              <a:defRPr/>
            </a:pPr>
            <a:r>
              <a:rPr lang="en-US" sz="1700"/>
              <a:t>int main () {</a:t>
            </a:r>
          </a:p>
          <a:p>
            <a:pPr marL="0" indent="0">
              <a:buNone/>
              <a:defRPr/>
            </a:pPr>
            <a:r>
              <a:rPr lang="en-US" sz="1700"/>
              <a:t>  ofstream myfile ("example.txt");</a:t>
            </a:r>
          </a:p>
          <a:p>
            <a:pPr marL="0" indent="0">
              <a:buNone/>
              <a:defRPr/>
            </a:pPr>
            <a:r>
              <a:rPr lang="en-US" sz="1700"/>
              <a:t>  if (myfile.is_open())</a:t>
            </a:r>
          </a:p>
          <a:p>
            <a:pPr marL="0" indent="0">
              <a:buNone/>
              <a:defRPr/>
            </a:pPr>
            <a:r>
              <a:rPr lang="en-US" sz="1700"/>
              <a:t>  {</a:t>
            </a:r>
          </a:p>
          <a:p>
            <a:pPr marL="0" indent="0">
              <a:buNone/>
              <a:defRPr/>
            </a:pPr>
            <a:r>
              <a:rPr lang="en-US" sz="1700"/>
              <a:t>    myfile &lt;&lt; "This is a line.\n";</a:t>
            </a:r>
          </a:p>
          <a:p>
            <a:pPr marL="0" indent="0">
              <a:buNone/>
              <a:defRPr/>
            </a:pPr>
            <a:r>
              <a:rPr lang="en-US" sz="1700"/>
              <a:t>    myfile &lt;&lt; "This is another line.\n";</a:t>
            </a:r>
          </a:p>
          <a:p>
            <a:pPr marL="0" indent="0">
              <a:buNone/>
              <a:defRPr/>
            </a:pPr>
            <a:r>
              <a:rPr lang="en-US" sz="1700"/>
              <a:t>    myfile.close();</a:t>
            </a:r>
          </a:p>
          <a:p>
            <a:pPr marL="0" indent="0">
              <a:buNone/>
              <a:defRPr/>
            </a:pPr>
            <a:r>
              <a:rPr lang="en-US" sz="1700"/>
              <a:t>  }</a:t>
            </a:r>
          </a:p>
          <a:p>
            <a:pPr marL="0" indent="0">
              <a:buNone/>
              <a:defRPr/>
            </a:pPr>
            <a:r>
              <a:rPr lang="en-US" sz="1700"/>
              <a:t>  else cout &lt;&lt; "Unable to open file";</a:t>
            </a:r>
          </a:p>
          <a:p>
            <a:pPr marL="0" indent="0">
              <a:buNone/>
              <a:defRPr/>
            </a:pPr>
            <a:r>
              <a:rPr lang="en-US" sz="1700"/>
              <a:t>  return 0;</a:t>
            </a:r>
          </a:p>
          <a:p>
            <a:pPr marL="0" indent="0">
              <a:buNone/>
              <a:defRPr/>
            </a:pPr>
            <a:r>
              <a:rPr lang="en-US" sz="1700"/>
              <a:t>}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301308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File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1600" dirty="0"/>
              <a:t>#include &lt;iostream&gt;</a:t>
            </a:r>
          </a:p>
          <a:p>
            <a:pPr marL="0" indent="0">
              <a:buNone/>
              <a:defRPr/>
            </a:pPr>
            <a:r>
              <a:rPr lang="en-US" sz="1600" dirty="0"/>
              <a:t>#include &lt;</a:t>
            </a:r>
            <a:r>
              <a:rPr lang="en-US" sz="1600" dirty="0" err="1"/>
              <a:t>fstream</a:t>
            </a:r>
            <a:r>
              <a:rPr lang="en-US" sz="1600" dirty="0"/>
              <a:t>&gt;</a:t>
            </a:r>
          </a:p>
          <a:p>
            <a:pPr marL="0" indent="0">
              <a:buNone/>
              <a:defRPr/>
            </a:pPr>
            <a:r>
              <a:rPr lang="en-US" sz="1600" dirty="0"/>
              <a:t>#include &lt;string&gt;</a:t>
            </a:r>
          </a:p>
          <a:p>
            <a:pPr marL="0" indent="0">
              <a:buNone/>
              <a:defRPr/>
            </a:pPr>
            <a:r>
              <a:rPr lang="en-US" sz="1600" dirty="0"/>
              <a:t>using namespace std;</a:t>
            </a:r>
          </a:p>
          <a:p>
            <a:pPr marL="0" indent="0">
              <a:buNone/>
              <a:defRPr/>
            </a:pPr>
            <a:r>
              <a:rPr lang="en-US" sz="1600" dirty="0"/>
              <a:t>int main () {</a:t>
            </a:r>
          </a:p>
          <a:p>
            <a:pPr marL="0" indent="0">
              <a:buNone/>
              <a:defRPr/>
            </a:pPr>
            <a:r>
              <a:rPr lang="en-US" sz="1600" dirty="0"/>
              <a:t>  string line;</a:t>
            </a:r>
          </a:p>
          <a:p>
            <a:pPr marL="0" indent="0">
              <a:buNone/>
              <a:defRPr/>
            </a:pPr>
            <a:r>
              <a:rPr lang="en-US" sz="1600" dirty="0"/>
              <a:t>  </a:t>
            </a:r>
            <a:r>
              <a:rPr lang="en-US" sz="1600" dirty="0" err="1"/>
              <a:t>ifstream</a:t>
            </a:r>
            <a:r>
              <a:rPr lang="en-US" sz="1600" dirty="0"/>
              <a:t> </a:t>
            </a:r>
            <a:r>
              <a:rPr lang="en-US" sz="1600" dirty="0" err="1"/>
              <a:t>myfile</a:t>
            </a:r>
            <a:r>
              <a:rPr lang="en-US" sz="1600" dirty="0"/>
              <a:t> ("example.txt");</a:t>
            </a:r>
          </a:p>
          <a:p>
            <a:pPr marL="0" indent="0">
              <a:buNone/>
              <a:defRPr/>
            </a:pPr>
            <a:r>
              <a:rPr lang="en-US" sz="1600" dirty="0"/>
              <a:t>  if (</a:t>
            </a:r>
            <a:r>
              <a:rPr lang="en-US" sz="1600" dirty="0" err="1"/>
              <a:t>myfile.is_open</a:t>
            </a:r>
            <a:r>
              <a:rPr lang="en-US" sz="1600" dirty="0"/>
              <a:t>())  {</a:t>
            </a:r>
          </a:p>
          <a:p>
            <a:pPr marL="0" indent="0">
              <a:buNone/>
              <a:defRPr/>
            </a:pPr>
            <a:endParaRPr lang="en-US" sz="1600" dirty="0"/>
          </a:p>
          <a:p>
            <a:r>
              <a:rPr lang="en-US" sz="1600" dirty="0"/>
              <a:t>//</a:t>
            </a:r>
            <a:r>
              <a:rPr lang="ar-EG" sz="1600" dirty="0"/>
              <a:t>3. قراءة سطر بسطر</a:t>
            </a:r>
            <a:br>
              <a:rPr lang="en-US" dirty="0"/>
            </a:br>
            <a:endParaRPr lang="en-US" sz="1600" dirty="0"/>
          </a:p>
          <a:p>
            <a:pPr marL="0" indent="0">
              <a:buNone/>
              <a:defRPr/>
            </a:pPr>
            <a:r>
              <a:rPr lang="en-US" sz="1600" dirty="0"/>
              <a:t>    while ( </a:t>
            </a:r>
            <a:r>
              <a:rPr lang="en-US" sz="1600" dirty="0" err="1"/>
              <a:t>getline</a:t>
            </a:r>
            <a:r>
              <a:rPr lang="en-US" sz="1600" dirty="0"/>
              <a:t> (</a:t>
            </a:r>
            <a:r>
              <a:rPr lang="en-US" sz="1600" dirty="0" err="1"/>
              <a:t>myfile,line</a:t>
            </a:r>
            <a:r>
              <a:rPr lang="en-US" sz="1600" dirty="0"/>
              <a:t>) )    {</a:t>
            </a:r>
          </a:p>
          <a:p>
            <a:pPr marL="0" indent="0">
              <a:buNone/>
              <a:defRPr/>
            </a:pPr>
            <a:r>
              <a:rPr lang="en-US" sz="1600" dirty="0"/>
              <a:t>      </a:t>
            </a:r>
            <a:r>
              <a:rPr lang="en-US" sz="1600" dirty="0" err="1"/>
              <a:t>cout</a:t>
            </a:r>
            <a:r>
              <a:rPr lang="en-US" sz="1600" dirty="0"/>
              <a:t> &lt;&lt; line &lt;&lt; '\n';</a:t>
            </a:r>
          </a:p>
          <a:p>
            <a:pPr marL="0" indent="0">
              <a:buNone/>
              <a:defRPr/>
            </a:pPr>
            <a:r>
              <a:rPr lang="en-US" sz="1600" dirty="0"/>
              <a:t>    }</a:t>
            </a:r>
          </a:p>
          <a:p>
            <a:pPr marL="0" indent="0">
              <a:buNone/>
              <a:defRPr/>
            </a:pPr>
            <a:r>
              <a:rPr lang="en-US" sz="1600" dirty="0"/>
              <a:t>    </a:t>
            </a:r>
            <a:r>
              <a:rPr lang="en-US" sz="1600" dirty="0" err="1"/>
              <a:t>myfile.close</a:t>
            </a:r>
            <a:r>
              <a:rPr lang="en-US" sz="1600" dirty="0"/>
              <a:t>();</a:t>
            </a:r>
          </a:p>
          <a:p>
            <a:pPr marL="0" indent="0">
              <a:buNone/>
              <a:defRPr/>
            </a:pPr>
            <a:r>
              <a:rPr lang="en-US" sz="1600" dirty="0"/>
              <a:t>  }</a:t>
            </a:r>
          </a:p>
          <a:p>
            <a:pPr marL="0" indent="0">
              <a:buNone/>
              <a:defRPr/>
            </a:pPr>
            <a:r>
              <a:rPr lang="en-US" sz="1600" dirty="0"/>
              <a:t>  else </a:t>
            </a:r>
            <a:r>
              <a:rPr lang="en-US" sz="1600" dirty="0" err="1"/>
              <a:t>cout</a:t>
            </a:r>
            <a:r>
              <a:rPr lang="en-US" sz="1600" dirty="0"/>
              <a:t> &lt;&lt; "Unable to open file"; </a:t>
            </a:r>
          </a:p>
          <a:p>
            <a:pPr marL="0" indent="0">
              <a:buNone/>
              <a:defRPr/>
            </a:pPr>
            <a:r>
              <a:rPr lang="en-US" sz="1600" dirty="0"/>
              <a:t>  return 0;</a:t>
            </a:r>
          </a:p>
          <a:p>
            <a:pPr marL="0" indent="0">
              <a:buNone/>
              <a:defRPr/>
            </a:pPr>
            <a:r>
              <a:rPr lang="en-US" sz="1600" dirty="0"/>
              <a:t>}</a:t>
            </a:r>
          </a:p>
          <a:p>
            <a:pPr marL="0" indent="0">
              <a:buNone/>
              <a:defRPr/>
            </a:pP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04372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3054</Words>
  <Application>Microsoft Office PowerPoint</Application>
  <PresentationFormat>Widescreen</PresentationFormat>
  <Paragraphs>328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8" baseType="lpstr">
      <vt:lpstr>AdvP00BD</vt:lpstr>
      <vt:lpstr>AdvP800D</vt:lpstr>
      <vt:lpstr>AdvP8013</vt:lpstr>
      <vt:lpstr>AdvTT0688bc49.B</vt:lpstr>
      <vt:lpstr>AdvTT7cf261fb</vt:lpstr>
      <vt:lpstr>AdvTT825c8005</vt:lpstr>
      <vt:lpstr>Arial</vt:lpstr>
      <vt:lpstr>Arial</vt:lpstr>
      <vt:lpstr>Calibri</vt:lpstr>
      <vt:lpstr>Calibri Light</vt:lpstr>
      <vt:lpstr>Courier New</vt:lpstr>
      <vt:lpstr>Tahoma</vt:lpstr>
      <vt:lpstr>Times New Roman</vt:lpstr>
      <vt:lpstr>Office Theme</vt:lpstr>
      <vt:lpstr>Course Title: Programming Fundamentals Course Code: CS141</vt:lpstr>
      <vt:lpstr>Input/Output</vt:lpstr>
      <vt:lpstr>Reference</vt:lpstr>
      <vt:lpstr>I/O Streams and Standard I/O Devices</vt:lpstr>
      <vt:lpstr>I/O Streams and Standard I/O Devices (Cont.)</vt:lpstr>
      <vt:lpstr>I/O Streams and Standard I/O Devices (Cont.)</vt:lpstr>
      <vt:lpstr>Using Predefined Functions in a Program</vt:lpstr>
      <vt:lpstr>cin and the get Function</vt:lpstr>
      <vt:lpstr>cin and the ignore Function         for char </vt:lpstr>
      <vt:lpstr>The putback and peek functions</vt:lpstr>
      <vt:lpstr>Input Failure (Example1)</vt:lpstr>
      <vt:lpstr>The clear Function</vt:lpstr>
      <vt:lpstr>Input failure and the clear function </vt:lpstr>
      <vt:lpstr>Sample Run</vt:lpstr>
      <vt:lpstr>Output and Formatting Output</vt:lpstr>
      <vt:lpstr>setprecision Manipulator</vt:lpstr>
      <vt:lpstr>fixed and scientific Manipulators</vt:lpstr>
      <vt:lpstr>Sample Run:</vt:lpstr>
      <vt:lpstr>How to select decimals </vt:lpstr>
      <vt:lpstr>Sample Run</vt:lpstr>
      <vt:lpstr>showpoint Manipulator</vt:lpstr>
      <vt:lpstr>Example: setprecision, fixed, showpoint</vt:lpstr>
      <vt:lpstr>PowerPoint Presentation</vt:lpstr>
      <vt:lpstr>Sample Run</vt:lpstr>
      <vt:lpstr>setw</vt:lpstr>
      <vt:lpstr>setfill Manipulator</vt:lpstr>
      <vt:lpstr>Example</vt:lpstr>
      <vt:lpstr>left and right Manipulators</vt:lpstr>
      <vt:lpstr>Example</vt:lpstr>
      <vt:lpstr>getline</vt:lpstr>
      <vt:lpstr>Files</vt:lpstr>
      <vt:lpstr>File </vt:lpstr>
      <vt:lpstr>File </vt:lpstr>
      <vt:lpstr>File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Overview of Computers and Programming Languages</dc:title>
  <dc:creator>Khaled Hussain</dc:creator>
  <cp:lastModifiedBy>Ahmed Moamen</cp:lastModifiedBy>
  <cp:revision>67</cp:revision>
  <dcterms:created xsi:type="dcterms:W3CDTF">2021-07-04T10:46:44Z</dcterms:created>
  <dcterms:modified xsi:type="dcterms:W3CDTF">2026-03-07T15:27:58Z</dcterms:modified>
</cp:coreProperties>
</file>