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notesSlides/notesSlide1.xml" ContentType="application/vnd.openxmlformats-officedocument.presentationml.notesSlide+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notesSlides/notesSlide2.xml" ContentType="application/vnd.openxmlformats-officedocument.presentationml.notesSlide+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notesSlides/notesSlide3.xml" ContentType="application/vnd.openxmlformats-officedocument.presentationml.notesSlide+xml"/>
  <Override PartName="/ppt/ink/ink45.xml" ContentType="application/inkml+xml"/>
  <Override PartName="/ppt/ink/ink46.xml" ContentType="application/inkml+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ink/ink55.xml" ContentType="application/inkml+xml"/>
  <Override PartName="/ppt/ink/ink56.xml" ContentType="application/inkml+xml"/>
  <Override PartName="/ppt/ink/ink57.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1"/>
  </p:notesMasterIdLst>
  <p:sldIdLst>
    <p:sldId id="348" r:id="rId2"/>
    <p:sldId id="256" r:id="rId3"/>
    <p:sldId id="263" r:id="rId4"/>
    <p:sldId id="257" r:id="rId5"/>
    <p:sldId id="258" r:id="rId6"/>
    <p:sldId id="259" r:id="rId7"/>
    <p:sldId id="260" r:id="rId8"/>
    <p:sldId id="261" r:id="rId9"/>
    <p:sldId id="262" r:id="rId10"/>
    <p:sldId id="264" r:id="rId11"/>
    <p:sldId id="265" r:id="rId12"/>
    <p:sldId id="339" r:id="rId13"/>
    <p:sldId id="340" r:id="rId14"/>
    <p:sldId id="341" r:id="rId15"/>
    <p:sldId id="266" r:id="rId16"/>
    <p:sldId id="349" r:id="rId17"/>
    <p:sldId id="342" r:id="rId18"/>
    <p:sldId id="343" r:id="rId19"/>
    <p:sldId id="344" r:id="rId20"/>
    <p:sldId id="345" r:id="rId21"/>
    <p:sldId id="346" r:id="rId22"/>
    <p:sldId id="267" r:id="rId23"/>
    <p:sldId id="268" r:id="rId24"/>
    <p:sldId id="269" r:id="rId25"/>
    <p:sldId id="270" r:id="rId26"/>
    <p:sldId id="271" r:id="rId27"/>
    <p:sldId id="332" r:id="rId28"/>
    <p:sldId id="333" r:id="rId29"/>
    <p:sldId id="336" r:id="rId30"/>
    <p:sldId id="337" r:id="rId31"/>
    <p:sldId id="350" r:id="rId32"/>
    <p:sldId id="351" r:id="rId33"/>
    <p:sldId id="352" r:id="rId34"/>
    <p:sldId id="353" r:id="rId35"/>
    <p:sldId id="354" r:id="rId36"/>
    <p:sldId id="280" r:id="rId37"/>
    <p:sldId id="355" r:id="rId38"/>
    <p:sldId id="356" r:id="rId39"/>
    <p:sldId id="347" r:id="rId4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4" d="100"/>
          <a:sy n="74" d="100"/>
        </p:scale>
        <p:origin x="1013"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notesMaster" Target="notesMasters/notesMaster1.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3-09T18:51:35.735"/>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89 1,'1015'0,"-822"14,-13 1,64-17,126 5,-304 5,104 26,37 4,-195-37,216 29,-18-5,-95-15,33 13,30 3,75 5,-29 24,-189-45,1-2,-1-1,58 3,110-8,-184-2,9 1,0 2,0 1,54 14,32 6,48-18,-111-6,89 11,-53-1,176-2,-226-8,-17 1,0 1,0 1,-1 1,1 1,18 7,-10-4,45 9,62 10,-80-15,73 8,95-16,-12-2,-162 4,62 15,-61-10,59 5,180-14,-28-2,-148 14,7 1,-115-15,16 0,1 1,-1 1,1 1,-1 1,31 10,-21-5,0 0,0-3,1 0,49 2,132-9,-94-2,2132 2,-1158 2,-1064-3,0-1,0-2,48-13,39-6,-57 17,109-17,-167 24,-1 1,1-1,-1 0,1 0,-1 0,1 0,-1 0,1-1,-1 1,1 0,-1 0,1 0,-1 0,1 0,-1-1,1 1,-1 0,0 0,1-1,-1 1,1 0,-1-1,0 1,1 0,-1-1,0 1,0-1,1 1,-1 0,0-1,0 1,1-1,-1 1,0-1,0 1,0-1,0 1,0-1,0 1,0-1,0 1,0-1,0 1,0-1,0 1,0-1,0 1,0-1,-1 1,1 0,0-1,0 1,-1-1,1 1,0-1,0 1,-1 0,1-1,0 1,-1 0,1-1,-1 1,1 0,0 0,-1-1,-30-20,-12 0,-1 1,-87-24,78 27,15 7,0 1,-1 1,0 3,-39-2,-161 9,98 1,-3644-2,1884-2,1722-13,29 0,112 11,1-2,-59-16,56 11,-77-8,71 15,0-2,-51-12,-153-37,206 50,-83 0,-7 0,114 1,-1-1,-37-14,36 11,0 1,-26-5,-72 5,89 7,-1-2,-58-10,24-5,-1 4,-129-8,-681 20,357 2,475-4,-59-10,-24-2,106 12,0-1,0-1,-42-15,37 11,-51-10,-11 11,-149 6,108 4,77-1,0 3,-76 16,104-15,-32 14,38-13,0-1,0 0,-25 4,-98 18,98-16,0-3,-51 3,3-9,176-6,1 4,107 16,-77-7,201-6,-163-7,11641 3,-12081 0,245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3-09T18:51:38.392"/>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0,'5'1,"0"-1,0 1,0-1,0 2,0-1,0 0,0 1,0 0,0 0,-1 0,6 4,3 4,0 0,14 14,-17-15,1 1,-1-2,1 0,13 8,-2-7,1 0,0-1,39 7,31 11,-59-15,0-1,0-1,0-2,59 5,-62-8,0 1,49 14,-49-10,0-2,47 5,174 18,-139-15,118 2,821-17,-428-2,-525 4,-30 0,80-8,-129 3,0-2,-1 0,20-8,-19 6,1 1,30-6,34 4,157 7,-113 4,801-3,-887 3,0 1,74 17,21 4,-104-19,67 19,-71-16,0-1,61 7,90-14,-122-3,-1 2,88 12,-41 1,1-6,147-7,-102-2,534 2,-648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9T18:52:28.162"/>
    </inkml:context>
    <inkml:brush xml:id="br0">
      <inkml:brushProperty name="width" value="0.1" units="cm"/>
      <inkml:brushProperty name="height" value="0.1" units="cm"/>
      <inkml:brushProperty name="color" value="#008C3A"/>
    </inkml:brush>
  </inkml:definitions>
  <inkml:trace contextRef="#ctx0" brushRef="#br0">1 757 9830,'0'-1'34,"1"-1"0,0 1 0,-1 0-1,1 0 1,0 0 0,0 0 0,0 1 0,-1-1-1,1 0 1,0 0 0,0 0 0,0 1 0,1-1 0,-1 1-1,0-1 1,0 1 0,0-1 0,0 1 0,1-1 0,-1 1-1,0 0 1,2 0 0,6-3 280,5-5-95,0 0 0,-1-1 0,0 0 0,0-1-1,20-21 1,-16 15 112,35-25 0,-38 30-44,0-1 1,0 0 0,18-21-1,-18 17-34,1 1-1,21-16 1,-12 12 164,-5 4-49,1 1 1,0 0-1,1 1 0,39-17 0,-40 22-58,-1-2 0,0 0 0,-1-1 0,0-1 0,22-19 0,-30 23-223,11-6 249,0 1 0,1 1 0,27-11 0,-43 20-278,2-1 63,-1-1 0,0 1 0,0-1 0,0-1 0,7-7 0,-7 7 14,0 0 0,0 0 0,0 0 0,15-7 1,-17 11-75,4-3 101,1 1 1,-1-1 0,1-1 0,-1 0-1,-1 0 1,1-1 0,8-8-1,-9 6-34,1 1 0,0 0-1,1 1 1,0 0 0,0 1-1,0 0 1,1 0-1,0 1 1,0 0 0,1 1-1,-1 0 1,1 1 0,0 1-1,0 0 1,0 0 0,0 1-1,17 1 1,179 1 623,-89 2-762,-102-3 11,0 1 0,0 1 0,-1 1 0,1 0 0,-1 1 0,1 1 0,-2 0 0,19 9 0,-23-9 0,-1 1 0,1 1 0,-1-1 0,0 2 0,-1-1 0,0 1 0,0 1 0,-1 0 0,0 0 0,0 1 0,11 18 0,100 179 0,-109-189 0,-1 0 0,-1 0 0,0 1 0,-2 0 0,0 0 0,0 1 0,-2 0 0,2 25 0,-2 17 0,-5 84 0,0-89 0,0-43 0,0 0 0,-1-1 0,-1 1 0,0 0 0,0-1 0,-7 14 0,-4 6 0,-22 35 0,30-59 0,0-1 0,0 0 0,-1 0 0,-1 0 0,1-1 0,-13 9 0,-19 19 0,29-23 0,0 1 0,-14 24 0,17-25 0,-1 1 0,-1-1 0,-14 15 0,10-12 0,1 0 0,-13 20 0,14-18 0,0-2 0,-21 22 0,17-22 0,-1 0 0,0-1 0,-1-1 0,-26 14 0,0 2 0,33-21 0,-1-1 0,1 0 0,-23 10 0,-56 25 0,-10 4 0,-48 1 0,132-42 0,11-4 0,-1 0 0,1 0 0,0 1 0,0 0 0,0-1 0,0 2 0,-5 2 0,9-5 0,0 1 0,0-1 0,0 0 0,0 0 0,0 0 0,0 1 0,-1-1 0,1 0 0,0 0 0,0 0 0,0 1 0,0-1 0,0 0 0,0 0 0,0 0 0,1 1 0,-1-1 0,0 0 0,0 0 0,0 1 0,0-1 0,0 0 0,0 0 0,0 0 0,0 0 0,0 1 0,1-1 0,-1 0 0,0 0 0,0 0 0,0 0 0,0 1 0,1-1 0,-1 0 0,0 0 0,0 0 0,0 0 0,0 0 0,1 0 0,-1 0 0,0 0 0,0 0 0,1 0 0,-1 0 0,0 1 0,0-1 0,0 0 0,1 0 0,-1 0 0,0-1 0,0 1 0,0 0 0,1 0 0,14 3 0,-1-3 0,-1 0 0,1-1 0,-1 0 0,1-1 0,-1 0 0,0-1 0,0-1 0,0 0 0,0-1 0,14-8 0,1-1 0,0-2 0,-1-1 0,31-26 0,-44 33 0,0 0 0,1 2 0,17-8 0,-15 8 0,-1-1 0,22-15 0,-19 9 0,0 1 0,1 1 0,0 1 0,1 1 0,0 1 0,38-13 0,26-4 0,-61 17 0,1 2 0,1 1 0,35-6 0,35 7 0,175 10 0,-251-2 0,1 1 0,-1 0 0,0 2 0,0 0 0,0 2 0,-1 0 0,0 1 0,27 15 0,-32-15 0,-1 0 0,-1 1 0,0 1 0,0 0 0,-1 0 0,0 1 0,0 0 0,-2 1 0,1 0 0,-1 1 0,-1 0 0,7 16 0,-6-6 0,10 37 0,-3-4 0,-7-28 0,-2 0 0,-1 1 0,-1 0 0,1 42 0,-7 120 0,-2-86 0,3-86 0,-1 0 0,-1-1 0,0 1 0,-10 33 0,8-41 0,0-1 0,0 1 0,-1-1 0,0-1 0,-1 1 0,0-1 0,-1 0 0,0 0 0,-12 12 0,-21 17 0,-2-2 0,-1-2 0,-52 31 0,67-48 0,-1-2 0,0 0 0,-2-2 0,0-1 0,0-2 0,-48 10 0,55-17 0,-38 0 0,44-3 0,-1 1 0,1 0 0,0 2 0,-24 5 0,-13 8 0,-85 12 0,83-19 0,-117 12 0,138-20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9T18:52:28.912"/>
    </inkml:context>
    <inkml:brush xml:id="br0">
      <inkml:brushProperty name="width" value="0.1" units="cm"/>
      <inkml:brushProperty name="height" value="0.1" units="cm"/>
      <inkml:brushProperty name="color" value="#008C3A"/>
    </inkml:brush>
  </inkml:definitions>
  <inkml:trace contextRef="#ctx0" brushRef="#br0">1 299 9830,'187'2'2728,"206"-5"881,-248-10-2134,38-2 289,-91 15-938,-45 1-236,-1-1 0,1-3 0,-1-1 0,49-12 0,189-67 2144,-225 58-2439,-42 17-294,1 0 0,37-9 0,169-22-1,-49-7 0,-132 35 0,-9 0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9T18:52:29.691"/>
    </inkml:context>
    <inkml:brush xml:id="br0">
      <inkml:brushProperty name="width" value="0.1" units="cm"/>
      <inkml:brushProperty name="height" value="0.1" units="cm"/>
      <inkml:brushProperty name="color" value="#008C3A"/>
    </inkml:brush>
  </inkml:definitions>
  <inkml:trace contextRef="#ctx0" brushRef="#br0">2 1 9830,'-2'161'2509,"5"183"690,25-108-875,-23-214-1849,13 35-1,-11-37-16,0 0-1,3 22 0,1 101 714,-10-110-766,1 0 0,1 0 0,1-1 0,2 1 1,12 33-1,-5-25-58,-1 1 0,-3 0 0,-1 0 0,-2 1 0,-1 0 0,-3 66 0,-2-81-347,0 0 0,3 0 0,0-1 0,12 47 0,5 13 0,19 175 0,-38-254 0,2 26 0,13 65 0,-13-89 0,0-1 0,0 1 0,0-1 0,1 0 0,1 0 0,-1-1 0,1 1 0,1-1 0,0 0 0,0-1 0,11 12 0,6-1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9T18:52:30.752"/>
    </inkml:context>
    <inkml:brush xml:id="br0">
      <inkml:brushProperty name="width" value="0.1" units="cm"/>
      <inkml:brushProperty name="height" value="0.1" units="cm"/>
      <inkml:brushProperty name="color" value="#008C3A"/>
    </inkml:brush>
  </inkml:definitions>
  <inkml:trace contextRef="#ctx0" brushRef="#br0">0 28 9830,'1'5'188,"-1"1"1,1-1-1,1 1 0,-1-1 1,3 8-1,4 14 275,29 106 1266,-14-58-964,36 122 1335,-20-93-912,-27-74-667,0 1-1,10 47 0,-9-29 543,27 72 0,-33-103-913,17 39 683,-14-36-311,12 40-1,-16-38-263,-2-9-4,0 1 0,1-1-1,11 26 1,-13-35-191,0-1 0,0 1 0,0-1 1,0 0-1,1 0 0,0-1 0,-1 1 0,1-1 1,1 1-1,-1-1 0,0 0 0,1-1 0,0 1 1,-1-1-1,7 2 0,6 1 15,1 0 0,0-2 0,-1 0-1,1-1 1,0-1 0,1-1 0,-1 0 0,0-2-1,0 0 1,-1 0 0,1-2 0,22-7 0,-36 9-118,0 0 0,0-1 0,0 1 0,0-1 0,0 0 1,0 0-1,-1-1 0,0 1 0,1-1 0,-1 1 0,-1-1 1,1 0-1,0 0 0,-1 0 0,0-1 0,0 1 0,0 0 1,-1-1-1,1 0 0,-1 1 0,0-1 0,0-6 0,2-12-296,-2 0 0,0-1 0,-4-31 0,1 23 94,3-2-248,2 0-1,1-1 1,13-54 0,-7 45-463,5-66 0,-11-359-3096,-6 301 3264,0 245 1485,5 98 462,2-151-858,0 0 1,1-1-1,17 42 0,-12-36 108,11 48 1,10 34 587,-22-83-660,-2 1 0,0-1 0,6 57 0,-12 33 467,-4-87-503,2 1-1,1-1 0,2 0 0,0 0 1,3 0-1,13 45 0,-6-35-16,-1-1 0,-2 2 0,-2-1 0,-2 1 1,-1 0-1,-3 74 0,-5 391-287,3-496 0,0 0 0,-1 0 0,0 0 0,-1 0 0,0 0 0,-1-1 0,0 1 0,-9 17 0,9-21 0,-1-1 0,0 0 0,0 0 0,-1 0 0,1-1 0,-1 0 0,-1 0 0,1 0 0,-1 0 0,0-1 0,0 0 0,0 0 0,0 0 0,-10 3 0,-146 49 0,133-47 0,-1-1 0,0-2 0,0 0 0,-1-3 0,1 0 0,-1-2 0,-56-4 0,83 2-20,-1 1 1,0-1 0,1 0 0,-1 0 0,1 0-1,-1-1 1,1 0 0,-1 0 0,1 0-1,0 0 1,0-1 0,0 1 0,0-1 0,1 0-1,-7-7 1,1-1-221,0 0 0,1-1-1,-12-24 1,16 29 189,-10-20 5</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9T18:52:32.070"/>
    </inkml:context>
    <inkml:brush xml:id="br0">
      <inkml:brushProperty name="width" value="0.1" units="cm"/>
      <inkml:brushProperty name="height" value="0.1" units="cm"/>
      <inkml:brushProperty name="color" value="#008C3A"/>
    </inkml:brush>
  </inkml:definitions>
  <inkml:trace contextRef="#ctx0" brushRef="#br0">1 260 9830,'2'0'85,"1"0"0,-1 1 0,1 0-1,-1-1 1,1 1 0,-1 0 0,0 0 0,1 0 0,-1 0 0,0 1-1,0-1 1,0 1 0,0-1 0,0 1 0,0 0 0,0 0 0,0-1-1,2 5 1,25 42 634,-23-38-592,31 61 861,62 104 1253,-85-151-1717,-1 0 0,17 45-1,-16-33 91,41 104 1252,-44-113-1490,-2 0-1,-1 1 1,-1 1 0,3 31-1,-4-21 441,16 52 1,-3-34-295,-3 1 1,-2 1-1,-2 0 1,-4 1-1,2 65 1,-11-106-523,1 1 0,1 0 0,1 0 0,1 0 0,1-1 0,8 29 0,-6-34 0,-3-6 0,0-1 0,-1 0 0,1 1 0,-1-1 0,-1 1 0,1 0 0,-2 0 0,1 0 0,-1 8 0,0-16-5,0 0 0,0 0 1,0 1-1,0-1 1,0 0-1,0 1 1,0-1-1,0 0 0,0 0 1,0 1-1,0-1 1,0 0-1,0 0 1,0 1-1,0-1 0,0 0 1,0 0-1,0 1 1,0-1-1,-1 0 1,1 0-1,0 1 0,0-1 1,0 0-1,-1 0 1,1 0-1,0 0 0,0 1 1,0-1-1,-1 0 1,1 0-1,0 0 1,0 0-1,-1 0 0,1 0 1,0 1-1,0-1 1,-1 0-1,1 0 1,-9-9-338,-3-19-180,-22-74-1083,-5 1 0,-66-123 0,96 203 1316,0-1 1,2 0 0,0 0-1,2-1 1,0 0 0,-1-28-1,4 39 131,-6-29-572,-1 2 0,-27-68-1,22 69 125,1 0 0,-14-79-1,-27-183-3066,40 232 3232,3-2 367,4 0 1,2-139-1,5 202 121,0 0-1,0 0 1,1-1 0,0 1-1,1 0 1,0 0 0,0 0-1,0 0 1,5-10 0,-5 15-19,0-1 0,0 0-1,0 1 1,0-1 0,1 1 0,-1 0 0,0 0 0,1 0 0,0 0 0,-1 0 0,1 0 0,0 1 0,0-1 0,0 1 0,0 0 0,0 0 0,0 0 0,0 0 0,1 1 0,-1-1 0,0 1 0,0 0 0,6 0 0,10 1 241,0 1 1,0 1-1,-1 1 0,1 0 1,24 11-1,89 41 1432,-112-47-1515,193 91 2499,-195-90-2350,0 0 1,-1 1 0,-1 2-1,0-1 1,-1 2 0,0 0-1,16 20 1,-9-11 85,25 29 924,65 94 1,-106-137-1190,-2 0 0,1 0-1,-1 1 1,-1-1 0,0 1 0,3 16-1,-4-16-24,1-1 1,-1 1-1,1-1 0,1 0 0,0 0 0,0 0 0,6 9 0,-1-4-13,-1 0 0,0 1 1,-1-1-1,-1 2 0,0-1 0,-2 1 0,1-1 0,-2 1 0,3 25 0,-3 5-137,-1-1-1,-5 53 0,2-91 20,1 0 0,-1-1 0,0 1 0,0 0 0,-1-1 0,0 1 0,0-1 0,-1 0 0,1 1 0,-1-1 0,-1 0 0,1-1 0,-1 1 0,0-1 0,0 1 0,-6 4 0,4-5 0,-1-1 0,1 1 0,-1-1 0,0 0 0,0-1 0,0 0 0,-1 0 0,1 0 0,-1-1 0,0 0 0,0-1 0,0 0 0,-8 1 0,-10 1 0,1-1 0,-1-2 0,1 0 0,-1-1 0,1-2 0,0-1 0,0-1 0,-39-12 0,32 4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9T18:52:33.162"/>
    </inkml:context>
    <inkml:brush xml:id="br0">
      <inkml:brushProperty name="width" value="0.1" units="cm"/>
      <inkml:brushProperty name="height" value="0.1" units="cm"/>
      <inkml:brushProperty name="color" value="#008C3A"/>
    </inkml:brush>
  </inkml:definitions>
  <inkml:trace contextRef="#ctx0" brushRef="#br0">119 536 9830,'59'1'1394,"-35"1"-1080,-1-2 0,1 0-1,0-1 1,-1-2 0,45-9 0,-61 9-267,0 0 0,-1 0 0,1-1 0,-1 0 0,0 0 0,0 0 0,0-1 0,0 0 0,-1 0 0,0 0 0,0-1 0,0 0 0,-1 0 0,0 0 0,4-7 0,-1-1-101,0-1-1,-1 1 1,-1-1 0,0-1 0,5-28 0,-1-5-48,-3 20-6,-1 1 1,-2-1 0,0 0 0,-3-41-1,0 66 129,0 0-1,-1 0 1,1 0-1,-1 1 0,0-1 1,0 0-1,0 0 1,-1 1-1,1-1 0,-1 1 1,0 0-1,0-1 0,0 1 1,0 0-1,-1 0 1,1 0-1,-1 0 0,0 1 1,1-1-1,-1 1 1,-1-1-1,1 1 0,0 0 1,-1 1-1,-3-3 1,0 2 54,1 1 0,0 0 0,0 0 0,-1 0 0,1 1 0,0 0 0,-1 0-1,1 1 1,0 0 0,-1 0 0,1 0 0,0 1 0,0 0 0,-9 3 0,-1 2 146,1 0-1,0 1 0,0 1 0,0 0 0,-18 16 0,25-18-87,1 0 1,-1 1-1,1 0 0,1 0 1,-1 1-1,1-1 0,1 1 1,0 1-1,-7 16 1,-2 14 246,10-25-169,-1 0-1,-1 0 1,-1 0 0,0-1 0,-13 21-1,4-10 258,0 2 0,-18 46 0,15-30 72,12-26-333,0 1 0,1 0 0,2 1 0,-1-1 1,2 1-1,-1 26 0,4 118 999,2-92-647,-2-42-235,2 0 0,1 0 0,1 0 0,1 0 0,16 48 0,-13-54-181,-3-4-126,2-1 0,0 1 0,1-1 0,1 0 0,0-1 0,22 29 0,-16-27-17,0-1 0,2-1 0,33 28 0,-41-39 0,0 0 0,0 0 0,1-1 0,-1 0 0,1-1 0,0 0 0,0-1 0,1 0 0,-1 0 0,22 1 0,10-2 0,-1-1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9T18:52:34.691"/>
    </inkml:context>
    <inkml:brush xml:id="br0">
      <inkml:brushProperty name="width" value="0.1" units="cm"/>
      <inkml:brushProperty name="height" value="0.1" units="cm"/>
      <inkml:brushProperty name="color" value="#008C3A"/>
    </inkml:brush>
  </inkml:definitions>
  <inkml:trace contextRef="#ctx0" brushRef="#br0">120 27 9830,'0'-1'23,"0"0"-1,0 0 0,0 0 1,0 0-1,0 0 1,0 0-1,0 0 0,0 0 1,0 0-1,-1 0 1,1 0-1,-1 0 0,1 0 1,0 0-1,-1 0 1,0 1-1,1-1 0,-1 0 1,1 0-1,-1 0 1,0 1-1,0-1 1,1 0-1,-1 1 0,0-1 1,0 1-1,0-1 1,0 1-1,0-1 0,0 1 1,1-1-1,-3 1 1,2 0 8,0 0 1,0 0-1,0 0 1,-1 0-1,1 1 1,0-1-1,0 0 0,0 1 1,0-1-1,0 1 1,0-1-1,0 1 1,0-1-1,0 1 1,0 0-1,0-1 1,0 1-1,0 0 1,1 0-1,-1 0 1,0 0-1,1 0 1,-1 0-1,0 0 1,1 0-1,-1 0 1,1 0-1,-1 0 0,1 1 1,-5 18 235,0-1 0,2 1 0,0 0 0,1 0 0,2 0 0,1 28 0,0-23 110,-1 1-1,-1-1 0,-7 37 0,-8 3 396,4 1 0,2 0-1,-1 69 1,10-110-480,0-10-121,1 0 0,0 0 1,5 25-1,-5-37-125,1 1 1,0-1 0,0 0-1,0 1 1,0-1 0,1 0-1,-1 0 1,1 0 0,0 0-1,0 0 1,0 0 0,0 0-1,1 0 1,-1-1 0,1 0 0,-1 1-1,1-1 1,0 0 0,0 0-1,6 3 1,1-1 90,1-1-1,-1 0 1,1-1-1,0 0 1,0-1 0,-1 0-1,1-1 1,18-1 0,6-3 454,47-10 0,-64 8-177,0 0 0,34-17 0,-29 12 30,33-10 0,-50 19-361,1 0 1,-1 1 0,1-1-1,-1 2 1,0-1-1,1 1 1,0 0-1,-1 0 1,1 1 0,7 1-1,-12-1-44,1 0-1,0 0 1,0 0 0,-1 0 0,1 1-1,-1-1 1,1 1 0,-1 0-1,0 0 1,0 0 0,1 0-1,-1 0 1,-1 0 0,1 1 0,0-1-1,0 1 1,-1-1 0,2 4-1,2 6-7,0 0-1,6 24 0,-5-14-35,8 23 5,12 74 0,-23-99 0,-1 1 0,-1-1 0,0 0 0,-2 1 0,0-1 0,-5 25 0,5-41 0,0 1 0,-1-1 0,1 0 0,-1-1 0,0 1 0,0 0 0,0 0 0,0-1 0,-1 1 0,1-1 0,-1 0 0,0 0 0,0 0 0,0 0 0,0 0 0,-1 0 0,1-1 0,-1 0 0,-4 2 0,-5 2 0,-1-1 0,0 0 0,0-1 0,-18 2 0,-20 7 0,9 0 0,0-1 0,-59 27 0,82-31 0,-1-1 0,0-1 0,0-1 0,0 0 0,0-2 0,-1-1 0,-29 0 0,14-1 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9T18:52:56.744"/>
    </inkml:context>
    <inkml:brush xml:id="br0">
      <inkml:brushProperty name="width" value="0.1" units="cm"/>
      <inkml:brushProperty name="height" value="0.1" units="cm"/>
      <inkml:brushProperty name="color" value="#008C3A"/>
    </inkml:brush>
  </inkml:definitions>
  <inkml:trace contextRef="#ctx0" brushRef="#br0">2 0 9830,'-2'150'2347,"5"164"550,10-167-1423,2 36 292,-15 139 1192,-1-281-2867</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3-09T18:52:09.723"/>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1,'772'0,"-744"2,1 1,-1 1,50 15,-39-9,39 5,39-7,160-8,-114-3,1540 4,-1642 2,113 21,-74 1,-65-15,60 9,-60-13,60 18,-65-15,0-1,61 7,43-1,46 3,-159-18,0 2,0 0,0 1,0 2,-1 0,22 7,-13-3,1 0,0-3,56 5,-15-3,-47-3,0 2,24 8,-24-6,0-2,24 4,71-2,-75-7,48 8,19 3,-1-5,134-8,-89-1,769 2,-905 1,1 2,0 0,-1 1,0 1,19 7,-12-4,47 9,87 2,-128-13</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9T18:53:02.555"/>
    </inkml:context>
    <inkml:brush xml:id="br0">
      <inkml:brushProperty name="width" value="0.1" units="cm"/>
      <inkml:brushProperty name="height" value="0.1" units="cm"/>
      <inkml:brushProperty name="color" value="#008C3A"/>
    </inkml:brush>
  </inkml:definitions>
  <inkml:trace contextRef="#ctx0" brushRef="#br0">1 179 9830,'0'-1'35,"1"0"-1,0 0 1,-1 0 0,1 0-1,0 0 1,0 0-1,0 0 1,0 0 0,0 0-1,0 0 1,0 1-1,0-1 1,0 0 0,0 1-1,0-1 1,1 1 0,-1-1-1,0 1 1,0 0-1,0-1 1,1 1 0,1 0-1,6-3 273,21-10 509,40-25-1,-51 26-565,0 2-1,0 0 0,1 1 0,0 1 1,0 0-1,27-5 0,-2 8 418,-1 2 1,65 4-1,-65 0-60,1-1 0,68-9 0,54-12 1271,-139 19-1470,1 2 1,-1 0 0,54 10-1,-73-8-291,0 0-1,-1 0 0,1 1 1,-1 0-1,1 0 1,-1 1-1,0 0 0,0 1 1,-1 0-1,1 0 1,7 7-1,-9-6-20,-2 0 0,1 0 0,-1 0 0,1 0 0,-2 1 0,1-1 0,-1 1 0,0 0 0,0 0 0,-1 0 0,0 1 1,-1-1-1,2 13 0,0-4 25,-1-1 1,0 1 0,-2 0 0,0 0 0,-1 1 0,0-2 0,-1 1 0,-1 0-1,0 0 1,-2-1 0,1 1 0,-2-1 0,0 0 0,-12 19 0,9-19-122,-1 1 0,-1-2 0,0 0 0,-1 0 0,0-1 0,-27 21 0,-112 93 0,138-118 0,1 1 0,1 1 0,0 1 0,0-1 0,1 1 0,1 1 0,-9 15 0,11-19 0,-1 0 0,0 0 0,-1 0 0,1-1 0,-17 11 0,13-9 0,0-1 0,-20 23 0,-21 26 0,52-58 0,1 0 0,0 0 0,0 1 0,-1-1 0,1 0 0,0 0 0,0 1 0,0-1 0,-1 0 0,1 0 0,0 1 0,0-1 0,0 0 0,0 1 0,-1-1 0,1 0 0,0 1 0,0-1 0,0 0 0,0 1 0,0-1 0,0 0 0,0 1 0,0-1 0,0 0 0,0 1 0,0-1 0,0 1 0,1-1 0,-1 0 0,0 0 0,0 1 0,0-1 0,0 0 0,0 1 0,1-1 0,-1 0 0,0 1 0,0-1 0,1 0 0,-1 0 0,0 0 0,0 1 0,1-1 0,-1 0 0,0 0 0,1 0 0,-1 1 0,0-1 0,1 0 0,-1 0 0,0 0 0,1 0 0,-1 0 0,0 0 0,1 0 0,-1 0 0,25 3 0,-21-3 0,257-4 0,-116-15 0,-95 11 0,13-3 0,-29 5 0,0 1 0,56-2 0,-80 7 0,1 1 0,-1 0 0,1 0 0,-1 1 0,0 1 0,0 0 0,0 0 0,0 1 0,0 0 0,-1 0 0,1 1 0,15 12 0,2 5 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3-09T18:52:17.195"/>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2,'137'-2,"155"4,-229 4,0 3,0 3,119 37,-114-23,-47-17,-1-1,1-1,0-1,23 3,44-2,158-7,-104-4,1798 4,-1899-2,0-3,76-17,-72 12,0 1,53-2,380 10,-219 4,3150-3,-3371 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9T18:53:04.680"/>
    </inkml:context>
    <inkml:brush xml:id="br0">
      <inkml:brushProperty name="width" value="0.1" units="cm"/>
      <inkml:brushProperty name="height" value="0.1" units="cm"/>
      <inkml:brushProperty name="color" value="#008C3A"/>
    </inkml:brush>
  </inkml:definitions>
  <inkml:trace contextRef="#ctx0" brushRef="#br0">0 345 9830,'13'-1'248,"0"0"0,0-1 0,0-1 1,-1 0-1,1 0 0,-1-2 0,0 1 0,0-1 0,0-1 0,-1 0 0,1-1 1,-2 0-1,13-10 0,14-15 551,-1-2 1,37-44 0,-33 34 108,-30 33-678,0 0 0,1 1 0,0 1 0,1 0-1,22-14 1,-30 21-163,0 0 0,0 0 0,0 1 0,1-1 0,-1 1 0,0 0 0,1 0 0,-1 1 0,1-1 0,0 1 0,-1 0 0,1 0 0,-1 0 0,1 1 0,-1-1 0,1 1-1,-1 0 1,0 1 0,1-1 0,-1 1 0,0 0 0,7 4 0,-6-2 24,1 0 0,-1 0-1,0 0 1,-1 1 0,1 0-1,-1 0 1,0 0 0,0 1-1,0-1 1,5 12 0,1 6 441,12 38 1,-7-16-36,93 253 2778,-83-232-2566,-17-47-681,0 0 0,-2 1 0,0-1 0,4 28 0,-8-32-28,-1-1 0,0 1 0,-1 0 0,0-1 0,-2 1 0,-3 18 0,4-28 0,0 0 0,-1 0 0,0 0 0,0 0 0,0-1 0,-1 1 0,1 0 0,-1-1 0,0 0 0,0 0 0,-1 0 0,1 0 0,-1 0 0,0-1 0,0 0 0,0 0 0,-1 0 0,1 0 0,-1 0 0,1-1 0,-7 2 0,-3 1 0,1-1 0,-1-1 0,0-1 0,-15 1 0,12-1 0,1 1 0,-25 6 0,6 0 0,-38 14 0,68-21 0,-1 0 0,1 1 0,0 0 0,0-1 0,0 2 0,0-1 0,0 1 0,1-1 0,-7 8 0,10-10 0,0 1 0,0-1 0,0 0 0,0 0 0,0 1 0,0-1 0,1 1 0,-1-1 0,1 1 0,-1-1 0,1 1 0,-1-1 0,1 1 0,0-1 0,0 1 0,0 0 0,0-1 0,0 1 0,0-1 0,0 1 0,0-1 0,1 1 0,-1-1 0,1 1 0,-1-1 0,1 1 0,0-1 0,-1 1 0,1-1 0,0 0 0,0 1 0,0-1 0,0 0 0,0 0 0,0 0 0,0 1 0,0-1 0,1 0 0,-1-1 0,0 1 0,2 1 0,4 2 0,-1 0 0,1-1 0,0 0 0,0 0 0,1 0 0,14 3 0,70 19 0,8 2 0,-83-24 0,0 1 0,-1 0 0,21 9 0,-30-10 0,-1 0 0,1 0 0,-1 1 0,0 0 0,-1 0 0,1 1 0,-1-1 0,0 1 0,0 0 0,8 11 0,-6-6 0,1 0 0,-1 1 0,-1 1 0,0-1 0,-1 1 0,5 13 0,-10-22 0,1 1 0,0 0 0,-1-1 0,1 1 0,-1 0 0,0 0 0,0-1 0,0 1 0,-1 0 0,0-1 0,1 1 0,-1 0 0,0-1 0,-1 1 0,1-1 0,-1 1 0,1-1 0,-1 0 0,0 0 0,0 0 0,-1 0 0,1 0 0,0 0 0,-1 0 0,-5 3 0,3-2 0,0 0 0,-1-1 0,0 1 0,0-1 0,0-1 0,0 1 0,0-1 0,-8 2 0,-20 4 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9T18:53:11.146"/>
    </inkml:context>
    <inkml:brush xml:id="br0">
      <inkml:brushProperty name="width" value="0.1" units="cm"/>
      <inkml:brushProperty name="height" value="0.1" units="cm"/>
      <inkml:brushProperty name="color" value="#008C3A"/>
    </inkml:brush>
  </inkml:definitions>
  <inkml:trace contextRef="#ctx0" brushRef="#br0">1934 1792 9830,'-2'-185'0,"5"-210"0,-1 360 0,0 0 0,3 0 0,1 1 0,1 0 0,21-58 0,30-50 0,-40 104 84,-2-1-1,13-45 0,21-53-110,10-37 509,-45 119-508,-14 46 65,0-1 0,2 1 0,-1-1 1,1 1-1,0 0 0,1 0 0,0 1 1,0-1-1,1 1 0,9-13 0,-13 21-20,0-1 1,-1 0-1,1 1 0,0-1 0,-1 1 1,1-1-1,0 1 0,0 0 0,0-1 0,0 1 1,-1 0-1,1-1 0,0 1 0,0 0 1,0 0-1,0 0 0,0 0 0,0 0 1,0 0-1,0 0 0,0 0 0,-1 0 0,1 0 1,0 0-1,0 1 0,0-1 0,0 0 1,0 1-1,-1-1 0,1 0 0,0 1 0,0-1 1,0 1-1,-1-1 0,2 2 0,23 28 659,-18-20-472,0-1-56,-1 0 0,-1 1 0,0 0 0,0 0 0,-1 0 0,0 1 0,-1-1 0,4 18 0,14 41 425,-11-49-117,2 0 0,0-1-1,29 35 1,9 14 467,-17-20 349,58 64-1,-46-60-652,-11-15 160,2-2 1,1-1-1,64 45 1,-62-50-452,-13-10 130,-14-8-251,0-1-1,1 0 1,1-2-1,-1 1 1,1-2-1,1 1 1,-1-2-1,24 7 1,-19-9-201,0 1 0,0 0 0,0 2 0,-1 0 0,0 1 0,23 13 0,-41-21-8,0 0 0,0 0 0,0 0 0,0 0 0,0 0 0,0 0 0,0 1 0,1-1 0,-1 0 0,0 0 0,0 0 0,0 0 0,0 0 0,0 0 0,0 0 0,0 0 0,0 1 0,0-1 0,0 0 0,0 0 0,0 0 0,0 0 0,0 0 0,0 0 0,1 1 0,-1-1 0,0 0 0,0 0 0,0 0 0,-1 0 0,1 0 0,0 1 0,0-1 0,0 0 0,0 0 0,0 0 0,0 0 0,0 0 0,0 0 0,0 1 0,0-1 0,0 0 0,0 0 0,0 0 0,0 0 0,0 0 0,-1 0 0,1 0 0,0 0 0,0 0 0,0 1 0,0-1 0,0 0 0,0 0 0,-1 0 0,1 0 0,0 0 0,-14 4 0,-15-2 0,-238-2 0,113-2 0,126 0 0,0-1 0,1-1 0,-51-15 0,41 10 0,-42-7 0,-37 8 0,-161 8 0,113 3 0,62-5 0,31 0 0,-77 7 0,113 1 0,-51 14 0,49-10 0,-43 5 0,16-8 0,37-6 0,-1 2 0,1 1 0,-40 12 0,36-7 0,-1-1 0,0-2 0,-57 4 0,-99-8 0,-4 1 0,111 4 0,-253 10 0,310-15 0,-1 1 0,1 1 0,-1 1 0,-40 15 0,9-3 0,56-17 0,0 0 0,0 0 0,0 0 0,0 0 0,0 0 0,0 0 0,0 0 0,0 1 0,0-1 0,0 0 0,0 0 0,1 0 0,-1 0 0,0 0 0,0 0 0,0 0 0,0 1 0,0-1 0,0 0 0,0 0 0,0 0 0,0 0 0,0 0 0,0 0 0,0 0 0,0 1 0,0-1 0,0 0 0,0 0 0,0 0 0,-1 0 0,1 0 0,0 0 0,0 0 0,0 1 0,0-1 0,0 0 0,27 2 0,37-1 0,-42-1 0,0-1 0,0 0 0,0-2 0,-1-1 0,1-1 0,-1-1 0,0 0 0,0-2 0,34-17 0,1-5 0,87-43 0,-113 59 0,0-2 0,29-21 0,-41 25 0,0 0 0,1 1 0,0 1 0,1 0 0,0 2 0,0 0 0,30-6 0,-30 11 0,-1-1 0,0-1 0,0 0 0,0-2 0,24-11 0,112-50 0,33-18 0,-155 69 0,0 2 0,1 1 0,63-16 0,113-14 0,-116 26 0,70-23 0,0 7 0,-110 25 0,69-21 0,-53 6 0,-38 11 0,0 3 0,1 0 0,41-5 0,-35 10 0,0-1 0,0-2 0,-1-1 0,0-2 0,-1-2 0,50-24 0,-52 19 0,2 2 0,0 1 0,1 2 0,57-12 0,-8 1 0,122-50 0,-176 61 0,-17 5 0,-1 0 0,0 0 0,-1-2 0,0 0 0,0 0 0,19-21 0,-19 18 0,1 0 0,0 0 0,1 2 0,23-13 0,-36 22 0,16-9 0,-16 6 0,-12 1 0,-3 3 0,-1 1 0,1 1 0,0-1 0,-1 2 0,1 0 0,0 0 0,0 1 0,0 1 0,1 0 0,-1 0 0,1 1 0,0 1 0,0 0 0,-17 12 0,-11 11 0,2 2 0,-46 46 0,16-2 0,44-47 0,-29 27 0,18-22 0,12-12 0,0-1 0,-37 25 0,-33 25 0,38-28 0,25-17 0,-48 49 0,30-26 0,-54 60 0,61-68 0,10-10 0,-1-1 0,-48 34 0,-66 43 0,122-89 0,0 1 0,2 2 0,0 0 0,-24 29 0,23-23 0,-2-1 0,-41 33 0,60-54 0,-14 9 0,0 2 0,1 0 0,0 1 0,1 0 0,1 1 0,-14 21 0,13-13 0,-30 36 0,29-42 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3-09T18:53:13.674"/>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0,'0'0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3-09T18:53:13.846"/>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0,'0'0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3-09T18:53:15.346"/>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0 147,'992'0,"-965"0,1-1,-1-2,0-1,0 0,0-3,0 0,41-18,-47 17,-1 1,1 1,0 1,0 0,1 2,23-1,134 4,-97 2,335-1,-397-2,0-1,-1-2,1 0,37-13,-31 9,47-9,-13 12,89 2,-133 3,25 1</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3-09T18:53:27.086"/>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0,'0'0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3-09T18:53:28.308"/>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0,'1636'0,"-1595"0</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3-09T18:53:30.258"/>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1,'23'1,"1"1,27 7,12 1,-17-3,59 17,-65-14,1-1,51 4,251-10,-176-6,-143 5,-1 1,0 0,0 2,33 11,-29-8,0-1,48 6,1-9,59 6,-105-4,-1 1,0 1,0 1,-1 2,40 21,-45-21,0-1,0-1,1-1,0-2,0 0,1-1,-1-1,1-2,0 0,0-2,26-2,-40 0,-1 0,0-1,0 0,0-1,11-5,6-4</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3-09T18:53:31.901"/>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1 190,'59'1,"-32"1,1-2,0 0,-1-2,1-1,0-2,39-11,-29 5,1 2,0 1,51-3,-46 6,0-1,57-16,-51 8,1 2,0 2,0 3,1 1,65 3,-69 4,-23 1,-1-2,1 0,-1-2,1-1,-1 0,38-12,-28 3,-5 2</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3-09T18:53:33.906"/>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0,'180'15,"-13"0,747-14,-440-3,-14 2,-421 0</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3-09T18:53:37.196"/>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1 290,'1451'0,"-1407"-2,0-3,71-15,22-4,-101 18,60-17,-63 13,2 2,36-4,201 8,-52 3,-8-25,352 21,-312 7,487-2,-719-2,0 0,0-1,0-1,36-12,-30 7,46-7,-17 11,65 2,-80 4,-1-2,1-1,-1-2,40-10,-37 4,1 2,65-4,85 9,-20 0,-58-10,3-1,471 11,-303 6,-8-3,-236 0</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9T18:53:42.329"/>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11 0,'13222'0'0</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3-09T18:53:47.768"/>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1 372,'19'1,"0"-2,0 0,0-1,0-1,0-1,24-8,9-7,12-3,85-20,-106 36,0 2,56 1,-50 2,67-8,-47 0,-39 6,0-1,0-2,40-12,-39 9,0 2,1 1,0 1,64-1,-10 1,-42-1,74-20,-28 4,-11 9,150-7,86 21,-149 2,-126-5,-1-2,1-1,43-13,-34 8,63-7,-97 16,0 0,0-2,25-6,-9-3</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3-09T18:53:49.377"/>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0,'3034'0,"-2984"3,72 12,-72-7,-38-6,-11 0</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3-09T18:53:52.251"/>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35,'1682'0,"-1659"1,0 2,0 0,0 2,33 11,-29-8,1-1,47 6,5-8,88 9,-46-4,184-7,-150-6,1417 4,-1369-16,-16 0,-43 17,89-5,-193-3,57-15,-60 12,73-9,33 15,-92 4,-1-2,56-9,-14-2,1 5,0 3,101 10,-142 0,72 17,-78-13,0-2,51 3,292-10,-185-3,-164 0,73-13,-84 10</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3-09T18:53:58.042"/>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786 1912,'0'-846,"2"826,0 1,1 1,1-1,1 0,1 1,0 0,1 0,14-24,-9 18,-1 0,-2 0,12-46,-14 19,-2-1,-4-100,-3 90,9-89,12-113,-20 278,1 27,4 49,-1-74,-1-1,2 0,0 0,0 0,2 0,12 23,-3-5,0 1,18 69,5 15,-1-8,-26-73,2 0,31 63,-4-25,-14-25,2 0,56 73,3-9,37 44,-114-148,0-2,0 1,1-1,0-1,0 0,22 10,-25-13,0-1,0 0,0 0,0-1,1 0,-1 0,1-1,-1 0,1 0,-1-1,12-1,-17 0,-1 0,1-1,0 1,0 0,-1-1,1 1,-1-1,1 0,-1 0,0 0,0 0,0-1,0 1,0 0,0-1,0 0,-1 1,0-1,1 0,-1 1,0-1,0 0,0 0,-1 0,1 0,-1-3,3-10,-2 0,0 1,-2-25,1 34,-1 1,1-1,-1 1,0 0,-1-1,1 1,-1 0,0 0,-1 0,1 0,-1 0,0 1,0-1,0 1,-6-6,2 4,-1-1,0 1,0 1,-1-1,1 1,-1 1,-16-6,3 2,-2 1,1 2,-1 0,1 1,-31 0,-124 5,97 1,60 0,-1 2,1 0,-1 1,1 1,1 1,-1 1,-24 13,-1-1,-3 4,36-17,-1 0,-1-1,-26 9,11-6,1 1,-57 28,62-26,-68 25,50-18,0-1,-55 15,79-28,-18 9,-69 35,79-34,0-2,-1-1,0-2,-56 15,43-19,-42-1,189-5,-48 2,100-12,-145 8,-1-2,1 0,-1 0,-1-1,1-1,-1 0,0 0,0-2,0 1,-1-1,0-1,-1 0,10-11,-12 11,0 0,1 1,1 0,0 0,0 1,0 0,13-5,83-34,-60 27,-22 8,0-2,-1 0,23-19,-9 7,11-5,55-23,-51 27,-35 16,0-1,-1-1,21-18,-4 2,-25 20,0 0,0 0,-1 0,10-17,-9 14,0 0,19-20,21-10,-20 17,36-39,8-8,-36 38,-31 28,103-110,-94 100,13-16,-27 31,0 0,0 0,0 0,0 0,1 0,-1 0,0 0,0 0,0 0,0-1,0 1,0 0,0 0,0 0,0 0,0 0,1 0,-1 0,0 0,0 0,0 0,0-1,0 1,0 0,0 0,0 0,0 0,0 0,0 0,0 0,0-1,0 1,0 0,0 0,0 0,0 0,0 0,0 0,0 0,0-1,0 1,0 0,0 0,0 0,0 0,-1 0,1 0,0 0,0 0,0 0,0 0,0-1,0 1,0 0,0 0,0 0,-1 0,1 0,0 0,0 0,0 0,0 0,0 0,0 0,0 0,0 0,-1 0,1 0,0 0,-20 10,15-6,0-1,1 1,-1 0,1 0,0 0,0 1,1-1,0 1,-5 7,-21 51,7-14,-7 2,14-26,2 0,0 1,-17 50,25-55,-2-1,0 0,-1 0,-1-1,-1 0,0-1,-2 0,-16 20,17-22,-1 0,2 1,-12 24,15-25,-2 0,0 0,0-1,-20 22,26-34,-6 6,0-1,1 1,0 1,0 0,1 0,0 1,1-1,0 1,1 1,0-1,-4 17,7-15,-1 0,0 1,-1-1,-1-1,0 1,-1-1,-8 14,-53 86,-56 81,80-130,33-46,-1 0,0 0,-2-1,0-1,0 0,-18 13,9-13</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3-09T18:54:09.111"/>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1,'21'1,"0"1,30 7,11 1,-6-1,94 29,-128-31,54 20,-57-18,1-2,0 0,41 7,-8-10,76-3,-83-2,1 2,69 9,-14 2,1-4,159-8,-109-2,4428 2,-4547 2,0 2,0 1,45 12,-38-7,68 8,279-14,-206-7,634 3,-767 3,-1 2,74 16,-68-9,96 6,-116-17,1 2,-1 1,1 1,-1 3,-1 0,44 18,-37-12,0-1,1-3,0-1,0-2,1-1,0-3,49-2,1476-5,-1373 19,-13 0,411-15,-277-1,-284 3,0 1,0 2,43 12,-35-8,51 7,367-8,-265-11,687 3,-851 2,0 1,1 1,49 15,-40-9,41 5,31-7,151-7,-117-4,3683 3,-3795 2,-1 1,0 2,36 10,32 4,36-6,232-10,-181-6,3092 3,-3255-1,0-2,0-1,0 0,33-12,-29 8,0 1,49-6,70 10,-95 4,0-2,55-9,-39 2,110-2,-136 10</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3-09T18:54:10.429"/>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61,'918'0,"-864"-3,-1-2,61-15,44-4,354 16,-290 11,1825-3,-2036-1,1 2,-1-1,0 2,0 0,15 4,4 6</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3-09T18:54:11.334"/>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0 494,'0'-1,"0"0,1 0,-1 0,0 0,0 1,1-1,-1 0,1 0,-1 0,1 1,-1-1,1 0,-1 1,1-1,-1 0,1 1,0-1,0 1,-1-1,1 1,0-1,0 1,-1 0,1-1,0 1,0 0,1-1,27-4,-24 4,26-5,-1-2,-1-1,56-25,-24 9,74-34,-109 48,30-18,-41 20,1 1,1 0,-1 1,1 1,1 0,25-4,48 5,-74 6,0-1,1-1,-2 0,1-1,0-1,0-1,17-6,27-17,-37 15,1 1,1 1,0 1,0 1,1 1,39-4,180 10,-125 4,-99-4,1-2,0 0,-1-1,37-13,-33 9,1 1,49-6,298 9,-194 7,-150-3,0-2,0-1,0-1,34-10,-16 3,0 2,0 1,89-1,-99 9</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3-09T18:54:12.100"/>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1,'3036'0,"-2996"0</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3-09T18:54:12.943"/>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87,'1908'0,"-1875"-2,1-2,-1-1,46-13,-40 9,72-9,213 16,-50 2,-23-27,-214 25</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3-09T18:54:18.611"/>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0,'4'1,"0"-1,0 1,0 0,-1 0,1 1,5 2,15 4,50 0,-1-2,119-7,-82-1,1917 1,-1052 2,-942 1,0 1,-1 2,48 13,-41-8,72 8,236-14,-185-7,-120 3</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3-09T18:54:20.585"/>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91,'1245'0,"-1170"-3,132-22,-102 0,-68 14,58-7,22 10,147 8,-100 3,1521-3,-1640 2,57 10,26 2,-69-12,-20-2,0 2,0 1,62 14,-24 2,-35-10,61 22,-68-20,1-1,0-2,0-2,47 3,-2 0,-28-4,60-3,28 3,-105 0,53 15,25 4,-10-16,-65-6,0 2,59 12,8 6,209 14,-268-33</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3-09T18:54:22.051"/>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1,'0'1,"1"0,0 0,0 0,-1 0,1 0,0 0,0 0,0 0,0 0,0-1,0 1,0 0,0-1,0 1,0-1,1 1,-1-1,0 1,0-1,0 0,1 1,1-1,5 3,115 53,-45-24,-48-19,0 0,0-3,1 0,53 8,1-10,-45-6,73 15,-31 2,69 18,-112-27,0-2,52 3,-24-3,-44-3,0 0,25 10,-27-8,1 0,32 4,44-3,158-8,-107-3,1512 3,-1638-2,-1 0,1-2,-1 0,36-13,-32 9,1 1,50-6,-46 8,0 0,42-14,-43 10,1 2,51-6,-72 12,10 1,-1-2,0 0,0-1,0 0,0-2,-1 0,19-9,-9 0,1 1,1 1,0 2,0 1,1 1,0 2,43-4,-32 8</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3-09T18:54:23.521"/>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60,'0'-2,"1"0,-1 0,1 0,0 0,-1 0,1 0,0 0,1 1,-1-1,0 0,0 1,1-1,-1 1,1-1,-1 1,1-1,0 1,-1 0,1 0,0 0,0 0,0 0,0 0,0 1,0-1,0 1,2-1,11-3,0 1,22-2,-33 5,431-9,-252 12,1467-3,-1579 3,123 23,-115-13,84 3,-75-14,105 7,225 9,-389-17,0 2,-1 1,52 15,37 6,-71-21,-5-1</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3-09T18:54:25.350"/>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31,'2549'0,"-2345"-14,-34 0,566 11,-381 5,660-1,-978-1</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3-09T18:54:26.740"/>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1 147,'1786'0,"-1741"-2,0-2,75-18,-65 11,67-6,241 14,-198 5,-141-3,0-2,-1 0,46-14,24-3,116 3,-59 7,635-9,-513 22,142-3,-376 0</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3-09T18:54:27.580"/>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3472 1,'-1817'0,"1782"2,-1 2,1 1,-48 13,41-8,-72 8,-315-13,225-9,-431 5,594-1</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3-09T18:54:33.258"/>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0 148,'141'1,"154"-3,-246-2,1-2,-1-3,76-22,-79 20,1 2,-1 2,81-1,38-5,37-12,274 2,2096 26,-1435-4,-1095 1</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3-09T18:54:34.868"/>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1,'2352'0,"-2222"4,223 37,-22 1,-119-17,335 32,-106 1,-302-38,231 40,-249-34,0-7,135 6,-95-23,64 4,-174-2,-1 3,73 18,-33-3,0-3,2-5,143 4,-169-13,92 17,42 4,-106-22,147 11,129-3,-322-13,-12 3,-1 2,1 1,47 13,-40-7,69 6,68-14,-141-3</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3-09T18:54:36.710"/>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89,'2442'0,"-2234"-15,-19 1,-165 12,1-1,-1-1,47-15,-44 11,1 1,48-6,61 10,-96 3</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3-09T18:54:41.619"/>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0 551,'72'1,"-24"1,-1-2,1-3,0-1,66-15,-70 8,1 2,1 1,57-1,-68 5,0-2,0-1,0-2,50-19,-81 26,9-3,0-1,0-1,16-11,-19 11,1 1,0 0,0 0,0 1,16-4,-3 4,1 1,42-2,-36 5,43-9,237-56,-203 45,-28 4,123-9,-92 23,-46 2,127-18,263-28,-334 40,667-5,-491 15,693-3,-921-4,122-21,25-3,310 25,-272 5,-237-2,6 1,1-1,-1-1,0-1,1-1,-1-1,29-10,-24 5,0 1,0 2,47-5,-40 8</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3-09T18:54:43.558"/>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1 523,'73'1,"-27"1,65-7,-88 1,0-1,34-12,-34 9,0 1,26-3,-2 5,54 3,-70 2,0 0,1-2,-1-1,0-2,33-9,7-8,138-41,-162 52,1 2,75-5,-89 10,1-1,50-14,38-6,-89 20,63-20,-68 16,0 2,0 0,33-2,-19 4,74-18,-74 13,76-9,97 18,-16 1,-86-15,5 1,-6 15,-62 0,57-6,-86 2,0-2,34-12,-34 10,1 0,24-3,47 2,168 7,-114 4,1099-3,-1214-2,-1-1,1-2,47-13,-41 8,72-8,296 14,-212 7,1280-3,-1436 0</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3-09T18:54:55.569"/>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1,'0'0</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3-09T18:54:56.133"/>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1,'352'0,"-319"2,0 1,0 2,46 13,-40-8,71 8,307-14,-215-7,4230 3,-4402 0,1 2,54 10,-71-9,1 1,-1 0,0 1,0 1,0 0,-1 1,21 14,-9-4,-2-3</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3-09T18:54:57.177"/>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1,'364'17,"-275"-9,-48-5,0 1,67 16,-58-8,0-3,0-2,1-2,71-2,-82-1,-1 2,74 17,29 3,341-16,-286-11,4850 4,-5005-1</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3-09T18:54:59.086"/>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490 118,'926'0,"-759"15,-12 0,707-14,-415-3,3022 2,-3434 2,0 2,0 2,0 1,50 17,-46-12,1-2,80 10,-58-17,1-3,0-3,79-13,-84 8,-33 5,0-1,0 0,35-13,-16 4,2 1,-1 3,62-5,-1-1,-82 10,43-15,-46 12,1 1,36-6,43 7,-1196 10,594-6,-5636 2,6103-2,0-2,1-1,-46-13,38 8,-66-7,65 14</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3-09T18:55:01.285"/>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1229 313,'2'-1,"0"1,0-1,0 1,0-1,-1 1,1-1,0 0,0 0,0 0,-1 0,1-1,0 1,-1 0,1-1,-1 1,0-1,1 1,-1-1,2-2,18-37,-15 24,-1 0,0 0,-2 0,4-34,-5 31,0 1,2-1,6-21,-10 39,1 0,-1 1,1-1,-1 1,1-1,-1 1,1-1,0 1,0-1,-1 1,1 0,0-1,0 1,1 0,-1 0,0-1,0 1,1 0,0 0,-1 1,0 0,0 1,0-1,-1 0,1 1,0-1,-1 1,1-1,0 1,-1 0,1-1,-1 1,1 0,-1-1,1 1,-1 0,1-1,-1 1,0 0,1 0,-1 0,0-1,0 1,1 1,2 12,0-1,3 28,-2 152,-3-184,0-1,1 1,1-1,-1 0,1 0,1 0,-1 0,1 0,1-1,-1 1,1-1,1 0,10 11,5 1,1-1,44 28,-52-36,51 38,-43-31,1 0,1-2,40 21,-50-30,27 13,0-3,1-1,54 12,-90-26,22 4,33 11,-55-15,-1 1,1 0,-1 1,1-1,-1 1,0 0,0 0,0 1,0-1,-1 1,1 0,5 8,-9-12,-1 1,0-1,0 1,1-1,-1 1,0-1,0 1,0-1,0 1,0 0,1-1,-1 1,0-1,0 1,0-1,-1 1,1 0,0-1,0 1,0-1,0 1,0-1,-1 1,1-1,0 1,0-1,-1 1,1-1,0 1,-1-1,1 0,-1 1,1-1,0 1,-1-1,1 0,-1 1,1-1,-1 0,1 0,-1 1,1-1,-1 0,0 0,1 0,-1 0,0 0,-30 6,29-5,-68 3,-92-5,73-1,50 0,0-3,0-1,1-1,-40-15,-16-2,43 14,-1 2,-75-1,-109 11,105 1,98-2,0-2,0 0,0-3,-62-13,47 5,0 2,-1 3,-65-2,-151 9,147 3,156-3,119-3,-126 1,-1-2,1-1,49-14,-29 4,0 2,1 3,1 2,0 2,66 1,-88 2,0 0,0-2,40-11,-2 0,237-49,-212 50,0 3,160 2,-204 7,0-2,0-3,56-16,-23 6,57-4,18-4,-99 13,0 3,1 3,65 0,-116 7,37-2,-44 2,0 0,0-1,0 1,0-1,-1 1,1-1,0 1,0-1,0 0,-1 0,1 0,-1 0,1 0,-1 0,1-1,-1 1,1 0,-1-1,2-2,-3 4,0 0,0-1,0 1,1-1,-1 1,0-1,0 1,0 0,0-1,0 1,0-1,0 1,0-1,0 1,0 0,-1-1,1 1,0-1,0 1,0 0,0-1,-1 1,1-1,0 1,0 0,-1-1,1 1,0 0,-1-1,1 1,-1 0,-17-9,-17 3,25 5,0 2,0-1,0 1,0 0,0 1,0 1,1-1,-1 1,1 1,0 0,-14 8,-8 7,-53 43,53-38,-136 96,13-21,134-87,2 2,-32 28,9-7,9-6,1 1,2 2,1 1,-35 54,41-59,-2-2,0 0,-1-2,-2-1,-45 32,17-5,43-37,-1 0,-21 14,23-18,1 0,-1 1,1 1,1-1,-15 23,6-8</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3-09T18:55:02.493"/>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1537,'1'-15,"1"0,0 0,1 0,1 0,9-27,8-26,16-55,-2 12,-31 92,5-16,1 0,17-41,-18 49,0 0,-2 0,-1-1,4-40,10-49,22-121,-33 174,-4 21,-2-52,1-22,-3 108,0 1,0-1,1 1,0-1,1 1,0 0,0 0,0 0,1 1,5-8,-8 14,-1 1,0 0,0-1,1 1,-1 0,0-1,0 1,1 0,-1 0,0 0,1-1,-1 1,0 0,1 0,-1 0,0 0,1-1,-1 1,0 0,1 0,-1 0,0 0,1 0,-1 0,1 0,-1 0,0 0,1 0,-1 0,0 0,1 1,-1-1,0 0,1 0,-1 0,0 0,1 1,-1-1,0 0,1 0,-1 1,0-1,0 0,1 0,-1 1,0-1,0 0,0 1,1-1,-1 0,0 1,0-1,0 0,0 1,0-1,0 0,0 1,1-1,-1 1,0-1,0 0,-1 1,1 0,6 27,-1 1,1 1,1-1,18 41,-15-43,-1 1,-1 0,-1 0,4 35,-11 89,-2-97,6 58,0-92,0 1,2 0,1-1,10 23,-7-18,13 52,-10 27,-11-78,1 1,1-1,12 44,-8-43,6 39,-10-41,14 46,-17-71,0 1,0 0,-1 0,1-1,-1 1,1 0,-1 0,0 0,1 0,-1-1,0 1,0 0,-1 0,1 0,0 0,-1-1,1 1,-1 0,1 0,-2 1,1-1,-1-1,1 0,0 0,-1-1,0 1,1 0,-1 0,0-1,1 1,-1-1,0 1,1-1,-1 0,0 0,0 0,1 0,-1 0,0 0,0 0,0 0,-1-1,-280-57,246 49,-11-1,6 2</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3-09T18:55:03.655"/>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992 1624,'1'-7,"0"0,0 0,0 1,1-1,0 1,1-1,0 1,0 0,5-9,7-15,-1-1,-1 0,-2-1,0 0,-3-1,0 0,4-62,-9 69,0 0,2 0,14-43,3-17,-14 43,1 1,6-68,-15 89,2 0,0 0,2 0,0 1,1-1,1 1,1 0,1 1,0 0,13-21,-15 31,10-13,-2 0,0-1,-2-1,0 0,12-39,26-86,-25 80,-11 21,-13 38,2 0,-1 1,2-1,-1 0,1 1,0 0,1 0,0 0,8-9,-13 18,1-1,-1 1,1-1,-1 1,1-1,0 1,-1 0,1-1,0 1,-1 0,1 0,0-1,-1 1,1 0,0 0,0 0,-1 0,1 0,0 0,-1 0,1 0,0 0,0 0,-1 0,1 1,0-1,-1 0,1 0,0 1,-1-1,1 0,-1 1,1-1,0 1,-1-1,1 1,-1-1,1 1,-1-1,0 1,1 0,-1-1,1 2,19 32,-17-27,8 17,-2-1,0 2,10 48,-13-46,0-12,0 0,0 0,2 0,-1-1,2 0,0 0,12 13,-5-5,19 33,6 30,50 160,-74-198,17 56,48 132,-71-212,1 0,1 0,1-1,24 28,-27-35,-10-14,0 0,0 0,-1 0,1 0,0 0,-1-1,1 1,-1 0,1 0,-1 1,1-1,-1 0,0 0,0 0,1 0,-1 0,0 2,0-2,-1-1,1 0,0 1,-1-1,1 0,-1 1,1-1,-1 0,1 1,0-1,-1 0,1 0,-1 0,1 0,-1 1,1-1,-1 0,1 0,-1 0,1 0,-1 0,1 0,-1 0,1 0,-1-1,0 1,-49-14,34 8,-317-76,282 70,-1 3,-1 1,-59 0,-165 9,109 2,-798-3,984-1,-1 0,1-2,-1 0,0-1,0-1,0 0,0-2,20-10,-17 10,1 0,1 1,31-5,-27 7,43-14,-52 10,-1 0,0-2,-1 1,0-2,21-19,10-6,-32 26,1 0,1 1,0 1,0 0,1 1,-1 0,2 2,31-7,-34 9,-1-1,0 0,0-2,0 1,0-2,-1 0,20-13,0 0,-19 13,0 1,1 0,0 1,0 1,21-4,-22 6,1-1,-1-1,0-1,0 0,25-13,-18 7,0 1,1 0,29-7,-29 10,0-2,0 0,27-16,-36 18,0 0,1 1,0 1,0 0,0 0,19-2,-27 6,-8 1,-17 2,-28 6,18-1</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3-09T18:55:06.629"/>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28 220,'-1'0,"0"0,0 0,0 0,0-1,1 1,-1 0,0-1,0 1,1-1,-1 1,0-1,0 1,1-1,-1 0,1 1,-1-1,0 0,1 1,-1-1,1 0,0 0,-1 1,1-1,0 0,-1 0,1 0,0-1,-6-27,5 24,0-8,-1 0,2 1,0-1,0 0,1 0,4-19,-4 29,-1 0,1 0,0 0,0 1,0-1,1 0,-1 0,0 0,1 1,0-1,0 1,0 0,0-1,0 1,0 0,0 0,1 0,-1 0,1 1,-1-1,1 1,0-1,0 1,0 0,0 0,0 0,-1 1,1-1,1 1,-1-1,0 1,0 0,3 0,2 2,0-1,0 1,0 0,0 0,-1 1,1 0,-1 0,0 1,0 0,0 1,0-1,-1 1,1 0,6 8,9 11,0 1,22 35,-11-15,49 50,109 100,-49-54,-114-113,-9-9,23 28,-41-46,0 0,1 1,-1-1,0 1,-1-1,1 1,0-1,0 1,-1-1,1 1,-1-1,1 1,-1 0,0-1,1 1,-1 0,0 0,0-1,0 1,0 0,-1 2,0-2,0-1,0 1,0-1,0 0,-1 1,1-1,0 0,0 0,-1 0,1 0,-1 0,1 0,-1 0,1-1,-1 1,0-1,-2 2,-10 0,0 1,0-2,0 0,-17 0,21-1,-55-1,0-3,-68-13,73 10,45 6,-1 0,1-1,-1-1,1-1,0 0,-24-10,25 3,14 10,0 1,0 0,0-1,0 1,0 0,0-1,0 1,0-1,0 1,0 0,0-1,0 1,0-1,0 1,0 0,0-1,0 1,1 0,-1-1,0 1,0 0,0-1,1 1,-1 0,0-1,1 1,27-17,-15 11,51-23,-41 20,0-2,25-15,-34 17,-1 1,1 1,1 0,-1 1,1 1,0 0,23-3,-5 3</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3-09T18:55:25.389"/>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0,'334'0,"-314"2,1 0,-1 1,0 1,37 13,-30-8,46 7,12-8,159-7,-115-4,654 3,-616 15,-9-1,507-13,-315-2,-327 2,1 2,-1 0,-1 2,34 11,-29-8,1-1,47 6,109-12,-128-3,0 2,92 13,-65-2,0-5,114-4,-128-3,-40 3,0 1,0 1,51 15,37 5,5-18,-14-2,-87-1,0 2,36 12,-36-10,1-1,26 4,127-2,-134-9,0 2,1 1,76 16,-64-5,1-3,102 4,114-14,-115-2,-151 2,88-1,149 19,-144-8,0-4,103-8,-61-1,2118 3,-2212-2,57-10,25-2,-102 12,0-2,0-1,37-12,-35 9,0 0,52-5,293 10,-191 6,325-4,-466 1</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3-09T18:55:27.108"/>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0 434,'1'0,"0"0,0-1,0 1,0-1,0 0,0 1,0-1,0 0,0 1,0-1,0 0,-1 0,1 0,0 0,0 0,0-1,7-7,8-3,1 2,-1 0,2 0,-1 2,30-10,99-22,-93 27,86-36,-101 38,1 2,0 2,1 1,74-1,-79 5,0-2,0-1,38-12,-32 8,70-8,180 14,-166 5,-96-4,-1-1,1-1,50-15,39-6,-6 16,165 9,-112 3,2053-3,-2185-2,0-2,1-1,44-13,-38 9,71-9,133 16,-28 2,-3-25,260 20,-271 7,-165-2</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3-09T18:55:30.298"/>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1171 408,'113'2,"132"-6,-215 0,52-16,-1 0,115-19,-122 14,-57 17,1 2,0 0,31-5,55 3,-67 7,-1-2,61-13,-38 3,1 3,0 3,1 2,69 3,-101 1,1-2,-1-1,50-14,37-5,-49 18,72 4,-81 2,0-2,64-10,-6-2,0 5,148 9,-95 2,385-3,-533-2,-1 0,0-1,0-1,35-13,-28 9,45-8,0 10,-47 5,0-1,32-8,4-4,0 1,0 4,87-3,622 13,-293 1,-457-1,0 1,-1 1,1 1,37 13,-31-8,47 8,-18-12,80-3,-83-3,99 12,-13 1,-30-4,-86-4,1 1,29 11,-30-9,0-1,28 5,19-3,-34-6,-1 2,1 2,-1 1,64 23,-79-23,-1-1,1 0,0-2,0 0,26 2,95-4,9 1,-128 0,0 2,38 12,-38-10,0 0,27 3,65-4,-86-6,0 1,0 2,0 0,30 8,-57-11,0 0,-1 0,1 1,0-1,0 0,0 0,0 0,0 0,0 0,0 0,0 1,0-1,0 0,-1 0,1 0,0 0,0 1,0-1,0 0,0 0,0 0,0 0,0 0,0 1,0-1,1 0,-1 0,0 0,0 0,0 1,0-1,0 0,0 0,0 0,0 0,0 0,0 0,0 1,1-1,-1 0,0 0,0 0,0 0,0 0,0 0,1 0,-1 0,0 0,0 0,-20 4,13-2,-57 18,44-12,-36 8,-17-7,-2-2,1-4,-77-7,15 1,-1249 3,1340 2,-60 11,-23 1,-1-12,70-3,0 3,-114 18,106-7,-125 7,-69-17,255-3,-17 1,1 1,-1 2,0 0,-36 12,33-7,-1-3,-47 7,-299-9,193-7,-2896 3,2835-14,33 0,117 14,-62-3,132 0,0-1,1-2,-21-6,19 4,-46-8,37 12,-115-23,101 16,-1 3,-72-5,-95 10,172 2,-62-11,13 1,57 9</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C5CEA62-A421-4F25-A698-5F1706FA1574}" type="datetimeFigureOut">
              <a:rPr lang="en-US" smtClean="0"/>
              <a:t>3/9/2026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375F2E4-1819-4274-992E-FD4BEB867B06}" type="slidenum">
              <a:rPr lang="en-US" smtClean="0"/>
              <a:t>‹#›</a:t>
            </a:fld>
            <a:endParaRPr lang="en-US"/>
          </a:p>
        </p:txBody>
      </p:sp>
    </p:spTree>
    <p:extLst>
      <p:ext uri="{BB962C8B-B14F-4D97-AF65-F5344CB8AC3E}">
        <p14:creationId xmlns:p14="http://schemas.microsoft.com/office/powerpoint/2010/main" val="27801032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Slide Image Placeholder 1"/>
          <p:cNvSpPr>
            <a:spLocks noGrp="1" noRot="1" noChangeAspect="1" noTextEdit="1"/>
          </p:cNvSpPr>
          <p:nvPr>
            <p:ph type="sldImg"/>
          </p:nvPr>
        </p:nvSpPr>
        <p:spPr>
          <a:ln/>
        </p:spPr>
      </p:sp>
      <p:sp>
        <p:nvSpPr>
          <p:cNvPr id="11264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en-US">
              <a:latin typeface="Times New Roman" pitchFamily="18" charset="0"/>
            </a:endParaRPr>
          </a:p>
        </p:txBody>
      </p:sp>
      <p:sp>
        <p:nvSpPr>
          <p:cNvPr id="11264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itchFamily="34" charset="0"/>
                <a:cs typeface="Arial" charset="0"/>
              </a:defRPr>
            </a:lvl1pPr>
            <a:lvl2pPr marL="742950" indent="-285750">
              <a:defRPr>
                <a:solidFill>
                  <a:schemeClr val="tx1"/>
                </a:solidFill>
                <a:latin typeface="Tahoma" pitchFamily="34" charset="0"/>
                <a:cs typeface="Arial" charset="0"/>
              </a:defRPr>
            </a:lvl2pPr>
            <a:lvl3pPr marL="1143000" indent="-228600">
              <a:defRPr>
                <a:solidFill>
                  <a:schemeClr val="tx1"/>
                </a:solidFill>
                <a:latin typeface="Tahoma" pitchFamily="34" charset="0"/>
                <a:cs typeface="Arial" charset="0"/>
              </a:defRPr>
            </a:lvl3pPr>
            <a:lvl4pPr marL="1600200" indent="-228600">
              <a:defRPr>
                <a:solidFill>
                  <a:schemeClr val="tx1"/>
                </a:solidFill>
                <a:latin typeface="Tahoma" pitchFamily="34" charset="0"/>
                <a:cs typeface="Arial" charset="0"/>
              </a:defRPr>
            </a:lvl4pPr>
            <a:lvl5pPr marL="2057400" indent="-228600">
              <a:defRPr>
                <a:solidFill>
                  <a:schemeClr val="tx1"/>
                </a:solidFill>
                <a:latin typeface="Tahoma" pitchFamily="34" charset="0"/>
                <a:cs typeface="Arial" charset="0"/>
              </a:defRPr>
            </a:lvl5pPr>
            <a:lvl6pPr marL="2514600" indent="-228600" algn="ctr" eaLnBrk="0" fontAlgn="base" hangingPunct="0">
              <a:spcBef>
                <a:spcPct val="0"/>
              </a:spcBef>
              <a:spcAft>
                <a:spcPct val="0"/>
              </a:spcAft>
              <a:defRPr>
                <a:solidFill>
                  <a:schemeClr val="tx1"/>
                </a:solidFill>
                <a:latin typeface="Tahoma" pitchFamily="34" charset="0"/>
                <a:cs typeface="Arial" charset="0"/>
              </a:defRPr>
            </a:lvl6pPr>
            <a:lvl7pPr marL="2971800" indent="-228600" algn="ctr" eaLnBrk="0" fontAlgn="base" hangingPunct="0">
              <a:spcBef>
                <a:spcPct val="0"/>
              </a:spcBef>
              <a:spcAft>
                <a:spcPct val="0"/>
              </a:spcAft>
              <a:defRPr>
                <a:solidFill>
                  <a:schemeClr val="tx1"/>
                </a:solidFill>
                <a:latin typeface="Tahoma" pitchFamily="34" charset="0"/>
                <a:cs typeface="Arial" charset="0"/>
              </a:defRPr>
            </a:lvl7pPr>
            <a:lvl8pPr marL="3429000" indent="-228600" algn="ctr" eaLnBrk="0" fontAlgn="base" hangingPunct="0">
              <a:spcBef>
                <a:spcPct val="0"/>
              </a:spcBef>
              <a:spcAft>
                <a:spcPct val="0"/>
              </a:spcAft>
              <a:defRPr>
                <a:solidFill>
                  <a:schemeClr val="tx1"/>
                </a:solidFill>
                <a:latin typeface="Tahoma" pitchFamily="34" charset="0"/>
                <a:cs typeface="Arial" charset="0"/>
              </a:defRPr>
            </a:lvl8pPr>
            <a:lvl9pPr marL="3886200" indent="-228600" algn="ctr" eaLnBrk="0" fontAlgn="base" hangingPunct="0">
              <a:spcBef>
                <a:spcPct val="0"/>
              </a:spcBef>
              <a:spcAft>
                <a:spcPct val="0"/>
              </a:spcAft>
              <a:defRPr>
                <a:solidFill>
                  <a:schemeClr val="tx1"/>
                </a:solidFill>
                <a:latin typeface="Tahoma" pitchFamily="34" charset="0"/>
                <a:cs typeface="Arial" charset="0"/>
              </a:defRPr>
            </a:lvl9pPr>
          </a:lstStyle>
          <a:p>
            <a:fld id="{EB7357DD-8E51-4D7E-AFFD-B08B937A54B0}" type="slidenum">
              <a:rPr lang="en-US" altLang="en-US" smtClean="0">
                <a:latin typeface="Times New Roman" pitchFamily="18" charset="0"/>
              </a:rPr>
              <a:pPr/>
              <a:t>12</a:t>
            </a:fld>
            <a:endParaRPr lang="en-US" altLang="en-US">
              <a:latin typeface="Times New Roman"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Slide Image Placeholder 1"/>
          <p:cNvSpPr>
            <a:spLocks noGrp="1" noRot="1" noChangeAspect="1" noTextEdit="1"/>
          </p:cNvSpPr>
          <p:nvPr>
            <p:ph type="sldImg"/>
          </p:nvPr>
        </p:nvSpPr>
        <p:spPr>
          <a:ln/>
        </p:spPr>
      </p:sp>
      <p:sp>
        <p:nvSpPr>
          <p:cNvPr id="11571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en-US">
              <a:latin typeface="Times New Roman" pitchFamily="18" charset="0"/>
            </a:endParaRPr>
          </a:p>
        </p:txBody>
      </p:sp>
      <p:sp>
        <p:nvSpPr>
          <p:cNvPr id="11571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itchFamily="34" charset="0"/>
                <a:cs typeface="Arial" charset="0"/>
              </a:defRPr>
            </a:lvl1pPr>
            <a:lvl2pPr marL="742950" indent="-285750">
              <a:defRPr>
                <a:solidFill>
                  <a:schemeClr val="tx1"/>
                </a:solidFill>
                <a:latin typeface="Tahoma" pitchFamily="34" charset="0"/>
                <a:cs typeface="Arial" charset="0"/>
              </a:defRPr>
            </a:lvl2pPr>
            <a:lvl3pPr marL="1143000" indent="-228600">
              <a:defRPr>
                <a:solidFill>
                  <a:schemeClr val="tx1"/>
                </a:solidFill>
                <a:latin typeface="Tahoma" pitchFamily="34" charset="0"/>
                <a:cs typeface="Arial" charset="0"/>
              </a:defRPr>
            </a:lvl3pPr>
            <a:lvl4pPr marL="1600200" indent="-228600">
              <a:defRPr>
                <a:solidFill>
                  <a:schemeClr val="tx1"/>
                </a:solidFill>
                <a:latin typeface="Tahoma" pitchFamily="34" charset="0"/>
                <a:cs typeface="Arial" charset="0"/>
              </a:defRPr>
            </a:lvl4pPr>
            <a:lvl5pPr marL="2057400" indent="-228600">
              <a:defRPr>
                <a:solidFill>
                  <a:schemeClr val="tx1"/>
                </a:solidFill>
                <a:latin typeface="Tahoma" pitchFamily="34" charset="0"/>
                <a:cs typeface="Arial" charset="0"/>
              </a:defRPr>
            </a:lvl5pPr>
            <a:lvl6pPr marL="2514600" indent="-228600" algn="ctr" eaLnBrk="0" fontAlgn="base" hangingPunct="0">
              <a:spcBef>
                <a:spcPct val="0"/>
              </a:spcBef>
              <a:spcAft>
                <a:spcPct val="0"/>
              </a:spcAft>
              <a:defRPr>
                <a:solidFill>
                  <a:schemeClr val="tx1"/>
                </a:solidFill>
                <a:latin typeface="Tahoma" pitchFamily="34" charset="0"/>
                <a:cs typeface="Arial" charset="0"/>
              </a:defRPr>
            </a:lvl6pPr>
            <a:lvl7pPr marL="2971800" indent="-228600" algn="ctr" eaLnBrk="0" fontAlgn="base" hangingPunct="0">
              <a:spcBef>
                <a:spcPct val="0"/>
              </a:spcBef>
              <a:spcAft>
                <a:spcPct val="0"/>
              </a:spcAft>
              <a:defRPr>
                <a:solidFill>
                  <a:schemeClr val="tx1"/>
                </a:solidFill>
                <a:latin typeface="Tahoma" pitchFamily="34" charset="0"/>
                <a:cs typeface="Arial" charset="0"/>
              </a:defRPr>
            </a:lvl7pPr>
            <a:lvl8pPr marL="3429000" indent="-228600" algn="ctr" eaLnBrk="0" fontAlgn="base" hangingPunct="0">
              <a:spcBef>
                <a:spcPct val="0"/>
              </a:spcBef>
              <a:spcAft>
                <a:spcPct val="0"/>
              </a:spcAft>
              <a:defRPr>
                <a:solidFill>
                  <a:schemeClr val="tx1"/>
                </a:solidFill>
                <a:latin typeface="Tahoma" pitchFamily="34" charset="0"/>
                <a:cs typeface="Arial" charset="0"/>
              </a:defRPr>
            </a:lvl8pPr>
            <a:lvl9pPr marL="3886200" indent="-228600" algn="ctr" eaLnBrk="0" fontAlgn="base" hangingPunct="0">
              <a:spcBef>
                <a:spcPct val="0"/>
              </a:spcBef>
              <a:spcAft>
                <a:spcPct val="0"/>
              </a:spcAft>
              <a:defRPr>
                <a:solidFill>
                  <a:schemeClr val="tx1"/>
                </a:solidFill>
                <a:latin typeface="Tahoma" pitchFamily="34" charset="0"/>
                <a:cs typeface="Arial" charset="0"/>
              </a:defRPr>
            </a:lvl9pPr>
          </a:lstStyle>
          <a:p>
            <a:fld id="{0E31D3B2-A33F-40FF-BE80-6B1BC37F036A}" type="slidenum">
              <a:rPr lang="en-US" altLang="en-US" smtClean="0">
                <a:latin typeface="Times New Roman" pitchFamily="18" charset="0"/>
              </a:rPr>
              <a:pPr/>
              <a:t>13</a:t>
            </a:fld>
            <a:endParaRPr lang="en-US" altLang="en-US">
              <a:latin typeface="Times New Roman"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Slide Image Placeholder 1"/>
          <p:cNvSpPr>
            <a:spLocks noGrp="1" noRot="1" noChangeAspect="1" noTextEdit="1"/>
          </p:cNvSpPr>
          <p:nvPr>
            <p:ph type="sldImg"/>
          </p:nvPr>
        </p:nvSpPr>
        <p:spPr>
          <a:ln/>
        </p:spPr>
      </p:sp>
      <p:sp>
        <p:nvSpPr>
          <p:cNvPr id="11673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en-US">
              <a:latin typeface="Times New Roman" pitchFamily="18" charset="0"/>
            </a:endParaRPr>
          </a:p>
        </p:txBody>
      </p:sp>
      <p:sp>
        <p:nvSpPr>
          <p:cNvPr id="11674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itchFamily="34" charset="0"/>
                <a:cs typeface="Arial" charset="0"/>
              </a:defRPr>
            </a:lvl1pPr>
            <a:lvl2pPr marL="742950" indent="-285750">
              <a:defRPr>
                <a:solidFill>
                  <a:schemeClr val="tx1"/>
                </a:solidFill>
                <a:latin typeface="Tahoma" pitchFamily="34" charset="0"/>
                <a:cs typeface="Arial" charset="0"/>
              </a:defRPr>
            </a:lvl2pPr>
            <a:lvl3pPr marL="1143000" indent="-228600">
              <a:defRPr>
                <a:solidFill>
                  <a:schemeClr val="tx1"/>
                </a:solidFill>
                <a:latin typeface="Tahoma" pitchFamily="34" charset="0"/>
                <a:cs typeface="Arial" charset="0"/>
              </a:defRPr>
            </a:lvl3pPr>
            <a:lvl4pPr marL="1600200" indent="-228600">
              <a:defRPr>
                <a:solidFill>
                  <a:schemeClr val="tx1"/>
                </a:solidFill>
                <a:latin typeface="Tahoma" pitchFamily="34" charset="0"/>
                <a:cs typeface="Arial" charset="0"/>
              </a:defRPr>
            </a:lvl4pPr>
            <a:lvl5pPr marL="2057400" indent="-228600">
              <a:defRPr>
                <a:solidFill>
                  <a:schemeClr val="tx1"/>
                </a:solidFill>
                <a:latin typeface="Tahoma" pitchFamily="34" charset="0"/>
                <a:cs typeface="Arial" charset="0"/>
              </a:defRPr>
            </a:lvl5pPr>
            <a:lvl6pPr marL="2514600" indent="-228600" algn="ctr" eaLnBrk="0" fontAlgn="base" hangingPunct="0">
              <a:spcBef>
                <a:spcPct val="0"/>
              </a:spcBef>
              <a:spcAft>
                <a:spcPct val="0"/>
              </a:spcAft>
              <a:defRPr>
                <a:solidFill>
                  <a:schemeClr val="tx1"/>
                </a:solidFill>
                <a:latin typeface="Tahoma" pitchFamily="34" charset="0"/>
                <a:cs typeface="Arial" charset="0"/>
              </a:defRPr>
            </a:lvl6pPr>
            <a:lvl7pPr marL="2971800" indent="-228600" algn="ctr" eaLnBrk="0" fontAlgn="base" hangingPunct="0">
              <a:spcBef>
                <a:spcPct val="0"/>
              </a:spcBef>
              <a:spcAft>
                <a:spcPct val="0"/>
              </a:spcAft>
              <a:defRPr>
                <a:solidFill>
                  <a:schemeClr val="tx1"/>
                </a:solidFill>
                <a:latin typeface="Tahoma" pitchFamily="34" charset="0"/>
                <a:cs typeface="Arial" charset="0"/>
              </a:defRPr>
            </a:lvl7pPr>
            <a:lvl8pPr marL="3429000" indent="-228600" algn="ctr" eaLnBrk="0" fontAlgn="base" hangingPunct="0">
              <a:spcBef>
                <a:spcPct val="0"/>
              </a:spcBef>
              <a:spcAft>
                <a:spcPct val="0"/>
              </a:spcAft>
              <a:defRPr>
                <a:solidFill>
                  <a:schemeClr val="tx1"/>
                </a:solidFill>
                <a:latin typeface="Tahoma" pitchFamily="34" charset="0"/>
                <a:cs typeface="Arial" charset="0"/>
              </a:defRPr>
            </a:lvl8pPr>
            <a:lvl9pPr marL="3886200" indent="-228600" algn="ctr" eaLnBrk="0" fontAlgn="base" hangingPunct="0">
              <a:spcBef>
                <a:spcPct val="0"/>
              </a:spcBef>
              <a:spcAft>
                <a:spcPct val="0"/>
              </a:spcAft>
              <a:defRPr>
                <a:solidFill>
                  <a:schemeClr val="tx1"/>
                </a:solidFill>
                <a:latin typeface="Tahoma" pitchFamily="34" charset="0"/>
                <a:cs typeface="Arial" charset="0"/>
              </a:defRPr>
            </a:lvl9pPr>
          </a:lstStyle>
          <a:p>
            <a:fld id="{D1D95A5D-1F09-4B83-B890-2906A8EFE0F5}" type="slidenum">
              <a:rPr lang="en-US" altLang="en-US" smtClean="0">
                <a:latin typeface="Times New Roman" pitchFamily="18" charset="0"/>
              </a:rPr>
              <a:pPr/>
              <a:t>14</a:t>
            </a:fld>
            <a:endParaRPr lang="en-US" altLang="en-US">
              <a:latin typeface="Times New Roman"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Slide Image Placeholder 1"/>
          <p:cNvSpPr>
            <a:spLocks noGrp="1" noRot="1" noChangeAspect="1" noTextEdit="1"/>
          </p:cNvSpPr>
          <p:nvPr>
            <p:ph type="sldImg"/>
          </p:nvPr>
        </p:nvSpPr>
        <p:spPr>
          <a:ln/>
        </p:spPr>
      </p:sp>
      <p:sp>
        <p:nvSpPr>
          <p:cNvPr id="11776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en-US">
              <a:latin typeface="Times New Roman" pitchFamily="18" charset="0"/>
            </a:endParaRPr>
          </a:p>
        </p:txBody>
      </p:sp>
      <p:sp>
        <p:nvSpPr>
          <p:cNvPr id="11776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itchFamily="34" charset="0"/>
                <a:cs typeface="Arial" charset="0"/>
              </a:defRPr>
            </a:lvl1pPr>
            <a:lvl2pPr marL="742950" indent="-285750">
              <a:defRPr>
                <a:solidFill>
                  <a:schemeClr val="tx1"/>
                </a:solidFill>
                <a:latin typeface="Tahoma" pitchFamily="34" charset="0"/>
                <a:cs typeface="Arial" charset="0"/>
              </a:defRPr>
            </a:lvl2pPr>
            <a:lvl3pPr marL="1143000" indent="-228600">
              <a:defRPr>
                <a:solidFill>
                  <a:schemeClr val="tx1"/>
                </a:solidFill>
                <a:latin typeface="Tahoma" pitchFamily="34" charset="0"/>
                <a:cs typeface="Arial" charset="0"/>
              </a:defRPr>
            </a:lvl3pPr>
            <a:lvl4pPr marL="1600200" indent="-228600">
              <a:defRPr>
                <a:solidFill>
                  <a:schemeClr val="tx1"/>
                </a:solidFill>
                <a:latin typeface="Tahoma" pitchFamily="34" charset="0"/>
                <a:cs typeface="Arial" charset="0"/>
              </a:defRPr>
            </a:lvl4pPr>
            <a:lvl5pPr marL="2057400" indent="-228600">
              <a:defRPr>
                <a:solidFill>
                  <a:schemeClr val="tx1"/>
                </a:solidFill>
                <a:latin typeface="Tahoma" pitchFamily="34" charset="0"/>
                <a:cs typeface="Arial" charset="0"/>
              </a:defRPr>
            </a:lvl5pPr>
            <a:lvl6pPr marL="2514600" indent="-228600" algn="ctr" eaLnBrk="0" fontAlgn="base" hangingPunct="0">
              <a:spcBef>
                <a:spcPct val="0"/>
              </a:spcBef>
              <a:spcAft>
                <a:spcPct val="0"/>
              </a:spcAft>
              <a:defRPr>
                <a:solidFill>
                  <a:schemeClr val="tx1"/>
                </a:solidFill>
                <a:latin typeface="Tahoma" pitchFamily="34" charset="0"/>
                <a:cs typeface="Arial" charset="0"/>
              </a:defRPr>
            </a:lvl6pPr>
            <a:lvl7pPr marL="2971800" indent="-228600" algn="ctr" eaLnBrk="0" fontAlgn="base" hangingPunct="0">
              <a:spcBef>
                <a:spcPct val="0"/>
              </a:spcBef>
              <a:spcAft>
                <a:spcPct val="0"/>
              </a:spcAft>
              <a:defRPr>
                <a:solidFill>
                  <a:schemeClr val="tx1"/>
                </a:solidFill>
                <a:latin typeface="Tahoma" pitchFamily="34" charset="0"/>
                <a:cs typeface="Arial" charset="0"/>
              </a:defRPr>
            </a:lvl7pPr>
            <a:lvl8pPr marL="3429000" indent="-228600" algn="ctr" eaLnBrk="0" fontAlgn="base" hangingPunct="0">
              <a:spcBef>
                <a:spcPct val="0"/>
              </a:spcBef>
              <a:spcAft>
                <a:spcPct val="0"/>
              </a:spcAft>
              <a:defRPr>
                <a:solidFill>
                  <a:schemeClr val="tx1"/>
                </a:solidFill>
                <a:latin typeface="Tahoma" pitchFamily="34" charset="0"/>
                <a:cs typeface="Arial" charset="0"/>
              </a:defRPr>
            </a:lvl8pPr>
            <a:lvl9pPr marL="3886200" indent="-228600" algn="ctr" eaLnBrk="0" fontAlgn="base" hangingPunct="0">
              <a:spcBef>
                <a:spcPct val="0"/>
              </a:spcBef>
              <a:spcAft>
                <a:spcPct val="0"/>
              </a:spcAft>
              <a:defRPr>
                <a:solidFill>
                  <a:schemeClr val="tx1"/>
                </a:solidFill>
                <a:latin typeface="Tahoma" pitchFamily="34" charset="0"/>
                <a:cs typeface="Arial" charset="0"/>
              </a:defRPr>
            </a:lvl9pPr>
          </a:lstStyle>
          <a:p>
            <a:fld id="{48F4B9CA-1F39-4E5B-8992-191FD7F8892C}" type="slidenum">
              <a:rPr lang="en-US" altLang="en-US" smtClean="0">
                <a:latin typeface="Times New Roman" pitchFamily="18" charset="0"/>
              </a:rPr>
              <a:pPr/>
              <a:t>17</a:t>
            </a:fld>
            <a:endParaRPr lang="en-US" altLang="en-US">
              <a:latin typeface="Times New Roman"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Slide Image Placeholder 1"/>
          <p:cNvSpPr>
            <a:spLocks noGrp="1" noRot="1" noChangeAspect="1" noTextEdit="1"/>
          </p:cNvSpPr>
          <p:nvPr>
            <p:ph type="sldImg"/>
          </p:nvPr>
        </p:nvSpPr>
        <p:spPr>
          <a:ln/>
        </p:spPr>
      </p:sp>
      <p:sp>
        <p:nvSpPr>
          <p:cNvPr id="11878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en-US">
              <a:latin typeface="Times New Roman" pitchFamily="18" charset="0"/>
            </a:endParaRPr>
          </a:p>
        </p:txBody>
      </p:sp>
      <p:sp>
        <p:nvSpPr>
          <p:cNvPr id="11878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itchFamily="34" charset="0"/>
                <a:cs typeface="Arial" charset="0"/>
              </a:defRPr>
            </a:lvl1pPr>
            <a:lvl2pPr marL="742950" indent="-285750">
              <a:defRPr>
                <a:solidFill>
                  <a:schemeClr val="tx1"/>
                </a:solidFill>
                <a:latin typeface="Tahoma" pitchFamily="34" charset="0"/>
                <a:cs typeface="Arial" charset="0"/>
              </a:defRPr>
            </a:lvl2pPr>
            <a:lvl3pPr marL="1143000" indent="-228600">
              <a:defRPr>
                <a:solidFill>
                  <a:schemeClr val="tx1"/>
                </a:solidFill>
                <a:latin typeface="Tahoma" pitchFamily="34" charset="0"/>
                <a:cs typeface="Arial" charset="0"/>
              </a:defRPr>
            </a:lvl3pPr>
            <a:lvl4pPr marL="1600200" indent="-228600">
              <a:defRPr>
                <a:solidFill>
                  <a:schemeClr val="tx1"/>
                </a:solidFill>
                <a:latin typeface="Tahoma" pitchFamily="34" charset="0"/>
                <a:cs typeface="Arial" charset="0"/>
              </a:defRPr>
            </a:lvl4pPr>
            <a:lvl5pPr marL="2057400" indent="-228600">
              <a:defRPr>
                <a:solidFill>
                  <a:schemeClr val="tx1"/>
                </a:solidFill>
                <a:latin typeface="Tahoma" pitchFamily="34" charset="0"/>
                <a:cs typeface="Arial" charset="0"/>
              </a:defRPr>
            </a:lvl5pPr>
            <a:lvl6pPr marL="2514600" indent="-228600" algn="ctr" eaLnBrk="0" fontAlgn="base" hangingPunct="0">
              <a:spcBef>
                <a:spcPct val="0"/>
              </a:spcBef>
              <a:spcAft>
                <a:spcPct val="0"/>
              </a:spcAft>
              <a:defRPr>
                <a:solidFill>
                  <a:schemeClr val="tx1"/>
                </a:solidFill>
                <a:latin typeface="Tahoma" pitchFamily="34" charset="0"/>
                <a:cs typeface="Arial" charset="0"/>
              </a:defRPr>
            </a:lvl6pPr>
            <a:lvl7pPr marL="2971800" indent="-228600" algn="ctr" eaLnBrk="0" fontAlgn="base" hangingPunct="0">
              <a:spcBef>
                <a:spcPct val="0"/>
              </a:spcBef>
              <a:spcAft>
                <a:spcPct val="0"/>
              </a:spcAft>
              <a:defRPr>
                <a:solidFill>
                  <a:schemeClr val="tx1"/>
                </a:solidFill>
                <a:latin typeface="Tahoma" pitchFamily="34" charset="0"/>
                <a:cs typeface="Arial" charset="0"/>
              </a:defRPr>
            </a:lvl7pPr>
            <a:lvl8pPr marL="3429000" indent="-228600" algn="ctr" eaLnBrk="0" fontAlgn="base" hangingPunct="0">
              <a:spcBef>
                <a:spcPct val="0"/>
              </a:spcBef>
              <a:spcAft>
                <a:spcPct val="0"/>
              </a:spcAft>
              <a:defRPr>
                <a:solidFill>
                  <a:schemeClr val="tx1"/>
                </a:solidFill>
                <a:latin typeface="Tahoma" pitchFamily="34" charset="0"/>
                <a:cs typeface="Arial" charset="0"/>
              </a:defRPr>
            </a:lvl8pPr>
            <a:lvl9pPr marL="3886200" indent="-228600" algn="ctr" eaLnBrk="0" fontAlgn="base" hangingPunct="0">
              <a:spcBef>
                <a:spcPct val="0"/>
              </a:spcBef>
              <a:spcAft>
                <a:spcPct val="0"/>
              </a:spcAft>
              <a:defRPr>
                <a:solidFill>
                  <a:schemeClr val="tx1"/>
                </a:solidFill>
                <a:latin typeface="Tahoma" pitchFamily="34" charset="0"/>
                <a:cs typeface="Arial" charset="0"/>
              </a:defRPr>
            </a:lvl9pPr>
          </a:lstStyle>
          <a:p>
            <a:fld id="{47B1CA71-AC37-4C4C-8986-1E27A25D6C00}" type="slidenum">
              <a:rPr lang="en-US" altLang="en-US" smtClean="0">
                <a:latin typeface="Times New Roman" pitchFamily="18" charset="0"/>
              </a:rPr>
              <a:pPr/>
              <a:t>18</a:t>
            </a:fld>
            <a:endParaRPr lang="en-US" altLang="en-US">
              <a:latin typeface="Times New Roman" pitchFamily="18"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Slide Image Placeholder 1"/>
          <p:cNvSpPr>
            <a:spLocks noGrp="1" noRot="1" noChangeAspect="1" noTextEdit="1"/>
          </p:cNvSpPr>
          <p:nvPr>
            <p:ph type="sldImg"/>
          </p:nvPr>
        </p:nvSpPr>
        <p:spPr>
          <a:ln/>
        </p:spPr>
      </p:sp>
      <p:sp>
        <p:nvSpPr>
          <p:cNvPr id="11981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en-US">
              <a:latin typeface="Times New Roman" pitchFamily="18" charset="0"/>
            </a:endParaRPr>
          </a:p>
        </p:txBody>
      </p:sp>
      <p:sp>
        <p:nvSpPr>
          <p:cNvPr id="11981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itchFamily="34" charset="0"/>
                <a:cs typeface="Arial" charset="0"/>
              </a:defRPr>
            </a:lvl1pPr>
            <a:lvl2pPr marL="742950" indent="-285750">
              <a:defRPr>
                <a:solidFill>
                  <a:schemeClr val="tx1"/>
                </a:solidFill>
                <a:latin typeface="Tahoma" pitchFamily="34" charset="0"/>
                <a:cs typeface="Arial" charset="0"/>
              </a:defRPr>
            </a:lvl2pPr>
            <a:lvl3pPr marL="1143000" indent="-228600">
              <a:defRPr>
                <a:solidFill>
                  <a:schemeClr val="tx1"/>
                </a:solidFill>
                <a:latin typeface="Tahoma" pitchFamily="34" charset="0"/>
                <a:cs typeface="Arial" charset="0"/>
              </a:defRPr>
            </a:lvl3pPr>
            <a:lvl4pPr marL="1600200" indent="-228600">
              <a:defRPr>
                <a:solidFill>
                  <a:schemeClr val="tx1"/>
                </a:solidFill>
                <a:latin typeface="Tahoma" pitchFamily="34" charset="0"/>
                <a:cs typeface="Arial" charset="0"/>
              </a:defRPr>
            </a:lvl4pPr>
            <a:lvl5pPr marL="2057400" indent="-228600">
              <a:defRPr>
                <a:solidFill>
                  <a:schemeClr val="tx1"/>
                </a:solidFill>
                <a:latin typeface="Tahoma" pitchFamily="34" charset="0"/>
                <a:cs typeface="Arial" charset="0"/>
              </a:defRPr>
            </a:lvl5pPr>
            <a:lvl6pPr marL="2514600" indent="-228600" algn="ctr" eaLnBrk="0" fontAlgn="base" hangingPunct="0">
              <a:spcBef>
                <a:spcPct val="0"/>
              </a:spcBef>
              <a:spcAft>
                <a:spcPct val="0"/>
              </a:spcAft>
              <a:defRPr>
                <a:solidFill>
                  <a:schemeClr val="tx1"/>
                </a:solidFill>
                <a:latin typeface="Tahoma" pitchFamily="34" charset="0"/>
                <a:cs typeface="Arial" charset="0"/>
              </a:defRPr>
            </a:lvl6pPr>
            <a:lvl7pPr marL="2971800" indent="-228600" algn="ctr" eaLnBrk="0" fontAlgn="base" hangingPunct="0">
              <a:spcBef>
                <a:spcPct val="0"/>
              </a:spcBef>
              <a:spcAft>
                <a:spcPct val="0"/>
              </a:spcAft>
              <a:defRPr>
                <a:solidFill>
                  <a:schemeClr val="tx1"/>
                </a:solidFill>
                <a:latin typeface="Tahoma" pitchFamily="34" charset="0"/>
                <a:cs typeface="Arial" charset="0"/>
              </a:defRPr>
            </a:lvl7pPr>
            <a:lvl8pPr marL="3429000" indent="-228600" algn="ctr" eaLnBrk="0" fontAlgn="base" hangingPunct="0">
              <a:spcBef>
                <a:spcPct val="0"/>
              </a:spcBef>
              <a:spcAft>
                <a:spcPct val="0"/>
              </a:spcAft>
              <a:defRPr>
                <a:solidFill>
                  <a:schemeClr val="tx1"/>
                </a:solidFill>
                <a:latin typeface="Tahoma" pitchFamily="34" charset="0"/>
                <a:cs typeface="Arial" charset="0"/>
              </a:defRPr>
            </a:lvl8pPr>
            <a:lvl9pPr marL="3886200" indent="-228600" algn="ctr" eaLnBrk="0" fontAlgn="base" hangingPunct="0">
              <a:spcBef>
                <a:spcPct val="0"/>
              </a:spcBef>
              <a:spcAft>
                <a:spcPct val="0"/>
              </a:spcAft>
              <a:defRPr>
                <a:solidFill>
                  <a:schemeClr val="tx1"/>
                </a:solidFill>
                <a:latin typeface="Tahoma" pitchFamily="34" charset="0"/>
                <a:cs typeface="Arial" charset="0"/>
              </a:defRPr>
            </a:lvl9pPr>
          </a:lstStyle>
          <a:p>
            <a:fld id="{FD47E688-D24F-4013-8D86-C75D573726D9}" type="slidenum">
              <a:rPr lang="en-US" altLang="en-US" smtClean="0">
                <a:latin typeface="Times New Roman" pitchFamily="18" charset="0"/>
              </a:rPr>
              <a:pPr/>
              <a:t>19</a:t>
            </a:fld>
            <a:endParaRPr lang="en-US" altLang="en-US">
              <a:latin typeface="Times New Roman" pitchFamily="18"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Slide Image Placeholder 1"/>
          <p:cNvSpPr>
            <a:spLocks noGrp="1" noRot="1" noChangeAspect="1" noTextEdit="1"/>
          </p:cNvSpPr>
          <p:nvPr>
            <p:ph type="sldImg"/>
          </p:nvPr>
        </p:nvSpPr>
        <p:spPr>
          <a:ln/>
        </p:spPr>
      </p:sp>
      <p:sp>
        <p:nvSpPr>
          <p:cNvPr id="12083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en-US">
              <a:latin typeface="Times New Roman" pitchFamily="18" charset="0"/>
            </a:endParaRPr>
          </a:p>
        </p:txBody>
      </p:sp>
      <p:sp>
        <p:nvSpPr>
          <p:cNvPr id="12083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itchFamily="34" charset="0"/>
                <a:cs typeface="Arial" charset="0"/>
              </a:defRPr>
            </a:lvl1pPr>
            <a:lvl2pPr marL="742950" indent="-285750">
              <a:defRPr>
                <a:solidFill>
                  <a:schemeClr val="tx1"/>
                </a:solidFill>
                <a:latin typeface="Tahoma" pitchFamily="34" charset="0"/>
                <a:cs typeface="Arial" charset="0"/>
              </a:defRPr>
            </a:lvl2pPr>
            <a:lvl3pPr marL="1143000" indent="-228600">
              <a:defRPr>
                <a:solidFill>
                  <a:schemeClr val="tx1"/>
                </a:solidFill>
                <a:latin typeface="Tahoma" pitchFamily="34" charset="0"/>
                <a:cs typeface="Arial" charset="0"/>
              </a:defRPr>
            </a:lvl3pPr>
            <a:lvl4pPr marL="1600200" indent="-228600">
              <a:defRPr>
                <a:solidFill>
                  <a:schemeClr val="tx1"/>
                </a:solidFill>
                <a:latin typeface="Tahoma" pitchFamily="34" charset="0"/>
                <a:cs typeface="Arial" charset="0"/>
              </a:defRPr>
            </a:lvl4pPr>
            <a:lvl5pPr marL="2057400" indent="-228600">
              <a:defRPr>
                <a:solidFill>
                  <a:schemeClr val="tx1"/>
                </a:solidFill>
                <a:latin typeface="Tahoma" pitchFamily="34" charset="0"/>
                <a:cs typeface="Arial" charset="0"/>
              </a:defRPr>
            </a:lvl5pPr>
            <a:lvl6pPr marL="2514600" indent="-228600" algn="ctr" eaLnBrk="0" fontAlgn="base" hangingPunct="0">
              <a:spcBef>
                <a:spcPct val="0"/>
              </a:spcBef>
              <a:spcAft>
                <a:spcPct val="0"/>
              </a:spcAft>
              <a:defRPr>
                <a:solidFill>
                  <a:schemeClr val="tx1"/>
                </a:solidFill>
                <a:latin typeface="Tahoma" pitchFamily="34" charset="0"/>
                <a:cs typeface="Arial" charset="0"/>
              </a:defRPr>
            </a:lvl6pPr>
            <a:lvl7pPr marL="2971800" indent="-228600" algn="ctr" eaLnBrk="0" fontAlgn="base" hangingPunct="0">
              <a:spcBef>
                <a:spcPct val="0"/>
              </a:spcBef>
              <a:spcAft>
                <a:spcPct val="0"/>
              </a:spcAft>
              <a:defRPr>
                <a:solidFill>
                  <a:schemeClr val="tx1"/>
                </a:solidFill>
                <a:latin typeface="Tahoma" pitchFamily="34" charset="0"/>
                <a:cs typeface="Arial" charset="0"/>
              </a:defRPr>
            </a:lvl7pPr>
            <a:lvl8pPr marL="3429000" indent="-228600" algn="ctr" eaLnBrk="0" fontAlgn="base" hangingPunct="0">
              <a:spcBef>
                <a:spcPct val="0"/>
              </a:spcBef>
              <a:spcAft>
                <a:spcPct val="0"/>
              </a:spcAft>
              <a:defRPr>
                <a:solidFill>
                  <a:schemeClr val="tx1"/>
                </a:solidFill>
                <a:latin typeface="Tahoma" pitchFamily="34" charset="0"/>
                <a:cs typeface="Arial" charset="0"/>
              </a:defRPr>
            </a:lvl8pPr>
            <a:lvl9pPr marL="3886200" indent="-228600" algn="ctr" eaLnBrk="0" fontAlgn="base" hangingPunct="0">
              <a:spcBef>
                <a:spcPct val="0"/>
              </a:spcBef>
              <a:spcAft>
                <a:spcPct val="0"/>
              </a:spcAft>
              <a:defRPr>
                <a:solidFill>
                  <a:schemeClr val="tx1"/>
                </a:solidFill>
                <a:latin typeface="Tahoma" pitchFamily="34" charset="0"/>
                <a:cs typeface="Arial" charset="0"/>
              </a:defRPr>
            </a:lvl9pPr>
          </a:lstStyle>
          <a:p>
            <a:fld id="{5D9D5395-12CC-4E59-AE0E-54FED6364112}" type="slidenum">
              <a:rPr lang="en-US" altLang="en-US" smtClean="0">
                <a:latin typeface="Times New Roman" pitchFamily="18" charset="0"/>
              </a:rPr>
              <a:pPr/>
              <a:t>20</a:t>
            </a:fld>
            <a:endParaRPr lang="en-US" altLang="en-US">
              <a:latin typeface="Times New Roman" pitchFamily="18"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Slide Image Placeholder 1"/>
          <p:cNvSpPr>
            <a:spLocks noGrp="1" noRot="1" noChangeAspect="1" noTextEdit="1"/>
          </p:cNvSpPr>
          <p:nvPr>
            <p:ph type="sldImg"/>
          </p:nvPr>
        </p:nvSpPr>
        <p:spPr>
          <a:ln/>
        </p:spPr>
      </p:sp>
      <p:sp>
        <p:nvSpPr>
          <p:cNvPr id="12185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en-US">
              <a:latin typeface="Times New Roman" pitchFamily="18" charset="0"/>
            </a:endParaRPr>
          </a:p>
        </p:txBody>
      </p:sp>
      <p:sp>
        <p:nvSpPr>
          <p:cNvPr id="12186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itchFamily="34" charset="0"/>
                <a:cs typeface="Arial" charset="0"/>
              </a:defRPr>
            </a:lvl1pPr>
            <a:lvl2pPr marL="742950" indent="-285750">
              <a:defRPr>
                <a:solidFill>
                  <a:schemeClr val="tx1"/>
                </a:solidFill>
                <a:latin typeface="Tahoma" pitchFamily="34" charset="0"/>
                <a:cs typeface="Arial" charset="0"/>
              </a:defRPr>
            </a:lvl2pPr>
            <a:lvl3pPr marL="1143000" indent="-228600">
              <a:defRPr>
                <a:solidFill>
                  <a:schemeClr val="tx1"/>
                </a:solidFill>
                <a:latin typeface="Tahoma" pitchFamily="34" charset="0"/>
                <a:cs typeface="Arial" charset="0"/>
              </a:defRPr>
            </a:lvl3pPr>
            <a:lvl4pPr marL="1600200" indent="-228600">
              <a:defRPr>
                <a:solidFill>
                  <a:schemeClr val="tx1"/>
                </a:solidFill>
                <a:latin typeface="Tahoma" pitchFamily="34" charset="0"/>
                <a:cs typeface="Arial" charset="0"/>
              </a:defRPr>
            </a:lvl4pPr>
            <a:lvl5pPr marL="2057400" indent="-228600">
              <a:defRPr>
                <a:solidFill>
                  <a:schemeClr val="tx1"/>
                </a:solidFill>
                <a:latin typeface="Tahoma" pitchFamily="34" charset="0"/>
                <a:cs typeface="Arial" charset="0"/>
              </a:defRPr>
            </a:lvl5pPr>
            <a:lvl6pPr marL="2514600" indent="-228600" algn="ctr" eaLnBrk="0" fontAlgn="base" hangingPunct="0">
              <a:spcBef>
                <a:spcPct val="0"/>
              </a:spcBef>
              <a:spcAft>
                <a:spcPct val="0"/>
              </a:spcAft>
              <a:defRPr>
                <a:solidFill>
                  <a:schemeClr val="tx1"/>
                </a:solidFill>
                <a:latin typeface="Tahoma" pitchFamily="34" charset="0"/>
                <a:cs typeface="Arial" charset="0"/>
              </a:defRPr>
            </a:lvl6pPr>
            <a:lvl7pPr marL="2971800" indent="-228600" algn="ctr" eaLnBrk="0" fontAlgn="base" hangingPunct="0">
              <a:spcBef>
                <a:spcPct val="0"/>
              </a:spcBef>
              <a:spcAft>
                <a:spcPct val="0"/>
              </a:spcAft>
              <a:defRPr>
                <a:solidFill>
                  <a:schemeClr val="tx1"/>
                </a:solidFill>
                <a:latin typeface="Tahoma" pitchFamily="34" charset="0"/>
                <a:cs typeface="Arial" charset="0"/>
              </a:defRPr>
            </a:lvl7pPr>
            <a:lvl8pPr marL="3429000" indent="-228600" algn="ctr" eaLnBrk="0" fontAlgn="base" hangingPunct="0">
              <a:spcBef>
                <a:spcPct val="0"/>
              </a:spcBef>
              <a:spcAft>
                <a:spcPct val="0"/>
              </a:spcAft>
              <a:defRPr>
                <a:solidFill>
                  <a:schemeClr val="tx1"/>
                </a:solidFill>
                <a:latin typeface="Tahoma" pitchFamily="34" charset="0"/>
                <a:cs typeface="Arial" charset="0"/>
              </a:defRPr>
            </a:lvl8pPr>
            <a:lvl9pPr marL="3886200" indent="-228600" algn="ctr" eaLnBrk="0" fontAlgn="base" hangingPunct="0">
              <a:spcBef>
                <a:spcPct val="0"/>
              </a:spcBef>
              <a:spcAft>
                <a:spcPct val="0"/>
              </a:spcAft>
              <a:defRPr>
                <a:solidFill>
                  <a:schemeClr val="tx1"/>
                </a:solidFill>
                <a:latin typeface="Tahoma" pitchFamily="34" charset="0"/>
                <a:cs typeface="Arial" charset="0"/>
              </a:defRPr>
            </a:lvl9pPr>
          </a:lstStyle>
          <a:p>
            <a:fld id="{108FD304-D663-478F-AB2A-5FB292713DA8}" type="slidenum">
              <a:rPr lang="en-US" altLang="en-US" smtClean="0">
                <a:latin typeface="Times New Roman" pitchFamily="18" charset="0"/>
              </a:rPr>
              <a:pPr/>
              <a:t>21</a:t>
            </a:fld>
            <a:endParaRPr lang="en-US" altLang="en-US">
              <a:latin typeface="Times New Roman" pitchFamily="18"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Slide Image Placeholder 1"/>
          <p:cNvSpPr>
            <a:spLocks noGrp="1" noRot="1" noChangeAspect="1" noTextEdit="1"/>
          </p:cNvSpPr>
          <p:nvPr>
            <p:ph type="sldImg"/>
          </p:nvPr>
        </p:nvSpPr>
        <p:spPr>
          <a:ln/>
        </p:spPr>
      </p:sp>
      <p:sp>
        <p:nvSpPr>
          <p:cNvPr id="12288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en-US">
              <a:latin typeface="Times New Roman" pitchFamily="18" charset="0"/>
            </a:endParaRPr>
          </a:p>
        </p:txBody>
      </p:sp>
      <p:sp>
        <p:nvSpPr>
          <p:cNvPr id="12288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itchFamily="34" charset="0"/>
                <a:cs typeface="Arial" charset="0"/>
              </a:defRPr>
            </a:lvl1pPr>
            <a:lvl2pPr marL="742950" indent="-285750">
              <a:defRPr>
                <a:solidFill>
                  <a:schemeClr val="tx1"/>
                </a:solidFill>
                <a:latin typeface="Tahoma" pitchFamily="34" charset="0"/>
                <a:cs typeface="Arial" charset="0"/>
              </a:defRPr>
            </a:lvl2pPr>
            <a:lvl3pPr marL="1143000" indent="-228600">
              <a:defRPr>
                <a:solidFill>
                  <a:schemeClr val="tx1"/>
                </a:solidFill>
                <a:latin typeface="Tahoma" pitchFamily="34" charset="0"/>
                <a:cs typeface="Arial" charset="0"/>
              </a:defRPr>
            </a:lvl3pPr>
            <a:lvl4pPr marL="1600200" indent="-228600">
              <a:defRPr>
                <a:solidFill>
                  <a:schemeClr val="tx1"/>
                </a:solidFill>
                <a:latin typeface="Tahoma" pitchFamily="34" charset="0"/>
                <a:cs typeface="Arial" charset="0"/>
              </a:defRPr>
            </a:lvl4pPr>
            <a:lvl5pPr marL="2057400" indent="-228600">
              <a:defRPr>
                <a:solidFill>
                  <a:schemeClr val="tx1"/>
                </a:solidFill>
                <a:latin typeface="Tahoma" pitchFamily="34" charset="0"/>
                <a:cs typeface="Arial" charset="0"/>
              </a:defRPr>
            </a:lvl5pPr>
            <a:lvl6pPr marL="2514600" indent="-228600" algn="ctr" eaLnBrk="0" fontAlgn="base" hangingPunct="0">
              <a:spcBef>
                <a:spcPct val="0"/>
              </a:spcBef>
              <a:spcAft>
                <a:spcPct val="0"/>
              </a:spcAft>
              <a:defRPr>
                <a:solidFill>
                  <a:schemeClr val="tx1"/>
                </a:solidFill>
                <a:latin typeface="Tahoma" pitchFamily="34" charset="0"/>
                <a:cs typeface="Arial" charset="0"/>
              </a:defRPr>
            </a:lvl6pPr>
            <a:lvl7pPr marL="2971800" indent="-228600" algn="ctr" eaLnBrk="0" fontAlgn="base" hangingPunct="0">
              <a:spcBef>
                <a:spcPct val="0"/>
              </a:spcBef>
              <a:spcAft>
                <a:spcPct val="0"/>
              </a:spcAft>
              <a:defRPr>
                <a:solidFill>
                  <a:schemeClr val="tx1"/>
                </a:solidFill>
                <a:latin typeface="Tahoma" pitchFamily="34" charset="0"/>
                <a:cs typeface="Arial" charset="0"/>
              </a:defRPr>
            </a:lvl7pPr>
            <a:lvl8pPr marL="3429000" indent="-228600" algn="ctr" eaLnBrk="0" fontAlgn="base" hangingPunct="0">
              <a:spcBef>
                <a:spcPct val="0"/>
              </a:spcBef>
              <a:spcAft>
                <a:spcPct val="0"/>
              </a:spcAft>
              <a:defRPr>
                <a:solidFill>
                  <a:schemeClr val="tx1"/>
                </a:solidFill>
                <a:latin typeface="Tahoma" pitchFamily="34" charset="0"/>
                <a:cs typeface="Arial" charset="0"/>
              </a:defRPr>
            </a:lvl8pPr>
            <a:lvl9pPr marL="3886200" indent="-228600" algn="ctr" eaLnBrk="0" fontAlgn="base" hangingPunct="0">
              <a:spcBef>
                <a:spcPct val="0"/>
              </a:spcBef>
              <a:spcAft>
                <a:spcPct val="0"/>
              </a:spcAft>
              <a:defRPr>
                <a:solidFill>
                  <a:schemeClr val="tx1"/>
                </a:solidFill>
                <a:latin typeface="Tahoma" pitchFamily="34" charset="0"/>
                <a:cs typeface="Arial" charset="0"/>
              </a:defRPr>
            </a:lvl9pPr>
          </a:lstStyle>
          <a:p>
            <a:fld id="{9BA6F426-5476-4043-940A-2C3177BD664E}" type="slidenum">
              <a:rPr lang="en-US" altLang="en-US" smtClean="0">
                <a:latin typeface="Times New Roman" pitchFamily="18" charset="0"/>
              </a:rPr>
              <a:pPr/>
              <a:t>22</a:t>
            </a:fld>
            <a:endParaRPr lang="en-US" altLang="en-US">
              <a:latin typeface="Times New Roman" pitchFamily="18"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Slide Image Placeholder 1"/>
          <p:cNvSpPr>
            <a:spLocks noGrp="1" noRot="1" noChangeAspect="1" noTextEdit="1"/>
          </p:cNvSpPr>
          <p:nvPr>
            <p:ph type="sldImg"/>
          </p:nvPr>
        </p:nvSpPr>
        <p:spPr>
          <a:ln/>
        </p:spPr>
      </p:sp>
      <p:sp>
        <p:nvSpPr>
          <p:cNvPr id="12390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en-US">
              <a:latin typeface="Times New Roman" pitchFamily="18" charset="0"/>
            </a:endParaRPr>
          </a:p>
        </p:txBody>
      </p:sp>
      <p:sp>
        <p:nvSpPr>
          <p:cNvPr id="12390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itchFamily="34" charset="0"/>
                <a:cs typeface="Arial" charset="0"/>
              </a:defRPr>
            </a:lvl1pPr>
            <a:lvl2pPr marL="742950" indent="-285750">
              <a:defRPr>
                <a:solidFill>
                  <a:schemeClr val="tx1"/>
                </a:solidFill>
                <a:latin typeface="Tahoma" pitchFamily="34" charset="0"/>
                <a:cs typeface="Arial" charset="0"/>
              </a:defRPr>
            </a:lvl2pPr>
            <a:lvl3pPr marL="1143000" indent="-228600">
              <a:defRPr>
                <a:solidFill>
                  <a:schemeClr val="tx1"/>
                </a:solidFill>
                <a:latin typeface="Tahoma" pitchFamily="34" charset="0"/>
                <a:cs typeface="Arial" charset="0"/>
              </a:defRPr>
            </a:lvl3pPr>
            <a:lvl4pPr marL="1600200" indent="-228600">
              <a:defRPr>
                <a:solidFill>
                  <a:schemeClr val="tx1"/>
                </a:solidFill>
                <a:latin typeface="Tahoma" pitchFamily="34" charset="0"/>
                <a:cs typeface="Arial" charset="0"/>
              </a:defRPr>
            </a:lvl4pPr>
            <a:lvl5pPr marL="2057400" indent="-228600">
              <a:defRPr>
                <a:solidFill>
                  <a:schemeClr val="tx1"/>
                </a:solidFill>
                <a:latin typeface="Tahoma" pitchFamily="34" charset="0"/>
                <a:cs typeface="Arial" charset="0"/>
              </a:defRPr>
            </a:lvl5pPr>
            <a:lvl6pPr marL="2514600" indent="-228600" algn="ctr" eaLnBrk="0" fontAlgn="base" hangingPunct="0">
              <a:spcBef>
                <a:spcPct val="0"/>
              </a:spcBef>
              <a:spcAft>
                <a:spcPct val="0"/>
              </a:spcAft>
              <a:defRPr>
                <a:solidFill>
                  <a:schemeClr val="tx1"/>
                </a:solidFill>
                <a:latin typeface="Tahoma" pitchFamily="34" charset="0"/>
                <a:cs typeface="Arial" charset="0"/>
              </a:defRPr>
            </a:lvl6pPr>
            <a:lvl7pPr marL="2971800" indent="-228600" algn="ctr" eaLnBrk="0" fontAlgn="base" hangingPunct="0">
              <a:spcBef>
                <a:spcPct val="0"/>
              </a:spcBef>
              <a:spcAft>
                <a:spcPct val="0"/>
              </a:spcAft>
              <a:defRPr>
                <a:solidFill>
                  <a:schemeClr val="tx1"/>
                </a:solidFill>
                <a:latin typeface="Tahoma" pitchFamily="34" charset="0"/>
                <a:cs typeface="Arial" charset="0"/>
              </a:defRPr>
            </a:lvl7pPr>
            <a:lvl8pPr marL="3429000" indent="-228600" algn="ctr" eaLnBrk="0" fontAlgn="base" hangingPunct="0">
              <a:spcBef>
                <a:spcPct val="0"/>
              </a:spcBef>
              <a:spcAft>
                <a:spcPct val="0"/>
              </a:spcAft>
              <a:defRPr>
                <a:solidFill>
                  <a:schemeClr val="tx1"/>
                </a:solidFill>
                <a:latin typeface="Tahoma" pitchFamily="34" charset="0"/>
                <a:cs typeface="Arial" charset="0"/>
              </a:defRPr>
            </a:lvl8pPr>
            <a:lvl9pPr marL="3886200" indent="-228600" algn="ctr" eaLnBrk="0" fontAlgn="base" hangingPunct="0">
              <a:spcBef>
                <a:spcPct val="0"/>
              </a:spcBef>
              <a:spcAft>
                <a:spcPct val="0"/>
              </a:spcAft>
              <a:defRPr>
                <a:solidFill>
                  <a:schemeClr val="tx1"/>
                </a:solidFill>
                <a:latin typeface="Tahoma" pitchFamily="34" charset="0"/>
                <a:cs typeface="Arial" charset="0"/>
              </a:defRPr>
            </a:lvl9pPr>
          </a:lstStyle>
          <a:p>
            <a:fld id="{A0D21E28-9900-4CDB-B23F-95E7CD08D979}" type="slidenum">
              <a:rPr lang="en-US" altLang="en-US" smtClean="0">
                <a:latin typeface="Times New Roman" pitchFamily="18" charset="0"/>
              </a:rPr>
              <a:pPr/>
              <a:t>23</a:t>
            </a:fld>
            <a:endParaRPr lang="en-US" altLang="en-US">
              <a:latin typeface="Times New Roman" pitchFamily="18"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Slide Image Placeholder 1"/>
          <p:cNvSpPr>
            <a:spLocks noGrp="1" noRot="1" noChangeAspect="1" noTextEdit="1"/>
          </p:cNvSpPr>
          <p:nvPr>
            <p:ph type="sldImg"/>
          </p:nvPr>
        </p:nvSpPr>
        <p:spPr>
          <a:ln/>
        </p:spPr>
      </p:sp>
      <p:sp>
        <p:nvSpPr>
          <p:cNvPr id="12493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en-US">
              <a:latin typeface="Times New Roman" pitchFamily="18" charset="0"/>
            </a:endParaRPr>
          </a:p>
        </p:txBody>
      </p:sp>
      <p:sp>
        <p:nvSpPr>
          <p:cNvPr id="12493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itchFamily="34" charset="0"/>
                <a:cs typeface="Arial" charset="0"/>
              </a:defRPr>
            </a:lvl1pPr>
            <a:lvl2pPr marL="742950" indent="-285750">
              <a:defRPr>
                <a:solidFill>
                  <a:schemeClr val="tx1"/>
                </a:solidFill>
                <a:latin typeface="Tahoma" pitchFamily="34" charset="0"/>
                <a:cs typeface="Arial" charset="0"/>
              </a:defRPr>
            </a:lvl2pPr>
            <a:lvl3pPr marL="1143000" indent="-228600">
              <a:defRPr>
                <a:solidFill>
                  <a:schemeClr val="tx1"/>
                </a:solidFill>
                <a:latin typeface="Tahoma" pitchFamily="34" charset="0"/>
                <a:cs typeface="Arial" charset="0"/>
              </a:defRPr>
            </a:lvl3pPr>
            <a:lvl4pPr marL="1600200" indent="-228600">
              <a:defRPr>
                <a:solidFill>
                  <a:schemeClr val="tx1"/>
                </a:solidFill>
                <a:latin typeface="Tahoma" pitchFamily="34" charset="0"/>
                <a:cs typeface="Arial" charset="0"/>
              </a:defRPr>
            </a:lvl4pPr>
            <a:lvl5pPr marL="2057400" indent="-228600">
              <a:defRPr>
                <a:solidFill>
                  <a:schemeClr val="tx1"/>
                </a:solidFill>
                <a:latin typeface="Tahoma" pitchFamily="34" charset="0"/>
                <a:cs typeface="Arial" charset="0"/>
              </a:defRPr>
            </a:lvl5pPr>
            <a:lvl6pPr marL="2514600" indent="-228600" algn="ctr" eaLnBrk="0" fontAlgn="base" hangingPunct="0">
              <a:spcBef>
                <a:spcPct val="0"/>
              </a:spcBef>
              <a:spcAft>
                <a:spcPct val="0"/>
              </a:spcAft>
              <a:defRPr>
                <a:solidFill>
                  <a:schemeClr val="tx1"/>
                </a:solidFill>
                <a:latin typeface="Tahoma" pitchFamily="34" charset="0"/>
                <a:cs typeface="Arial" charset="0"/>
              </a:defRPr>
            </a:lvl6pPr>
            <a:lvl7pPr marL="2971800" indent="-228600" algn="ctr" eaLnBrk="0" fontAlgn="base" hangingPunct="0">
              <a:spcBef>
                <a:spcPct val="0"/>
              </a:spcBef>
              <a:spcAft>
                <a:spcPct val="0"/>
              </a:spcAft>
              <a:defRPr>
                <a:solidFill>
                  <a:schemeClr val="tx1"/>
                </a:solidFill>
                <a:latin typeface="Tahoma" pitchFamily="34" charset="0"/>
                <a:cs typeface="Arial" charset="0"/>
              </a:defRPr>
            </a:lvl7pPr>
            <a:lvl8pPr marL="3429000" indent="-228600" algn="ctr" eaLnBrk="0" fontAlgn="base" hangingPunct="0">
              <a:spcBef>
                <a:spcPct val="0"/>
              </a:spcBef>
              <a:spcAft>
                <a:spcPct val="0"/>
              </a:spcAft>
              <a:defRPr>
                <a:solidFill>
                  <a:schemeClr val="tx1"/>
                </a:solidFill>
                <a:latin typeface="Tahoma" pitchFamily="34" charset="0"/>
                <a:cs typeface="Arial" charset="0"/>
              </a:defRPr>
            </a:lvl8pPr>
            <a:lvl9pPr marL="3886200" indent="-228600" algn="ctr" eaLnBrk="0" fontAlgn="base" hangingPunct="0">
              <a:spcBef>
                <a:spcPct val="0"/>
              </a:spcBef>
              <a:spcAft>
                <a:spcPct val="0"/>
              </a:spcAft>
              <a:defRPr>
                <a:solidFill>
                  <a:schemeClr val="tx1"/>
                </a:solidFill>
                <a:latin typeface="Tahoma" pitchFamily="34" charset="0"/>
                <a:cs typeface="Arial" charset="0"/>
              </a:defRPr>
            </a:lvl9pPr>
          </a:lstStyle>
          <a:p>
            <a:fld id="{B757CDC8-1574-4E1F-A84F-06908B07E2AF}" type="slidenum">
              <a:rPr lang="en-US" altLang="en-US" smtClean="0">
                <a:latin typeface="Times New Roman" pitchFamily="18" charset="0"/>
              </a:rPr>
              <a:pPr/>
              <a:t>24</a:t>
            </a:fld>
            <a:endParaRPr lang="en-US" altLang="en-US">
              <a:latin typeface="Times New Roman" pitchFamily="18"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Slide Image Placeholder 1"/>
          <p:cNvSpPr>
            <a:spLocks noGrp="1" noRot="1" noChangeAspect="1" noTextEdit="1"/>
          </p:cNvSpPr>
          <p:nvPr>
            <p:ph type="sldImg"/>
          </p:nvPr>
        </p:nvSpPr>
        <p:spPr>
          <a:ln/>
        </p:spPr>
      </p:sp>
      <p:sp>
        <p:nvSpPr>
          <p:cNvPr id="12595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en-US">
              <a:latin typeface="Times New Roman" pitchFamily="18" charset="0"/>
            </a:endParaRPr>
          </a:p>
        </p:txBody>
      </p:sp>
      <p:sp>
        <p:nvSpPr>
          <p:cNvPr id="12595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itchFamily="34" charset="0"/>
                <a:cs typeface="Arial" charset="0"/>
              </a:defRPr>
            </a:lvl1pPr>
            <a:lvl2pPr marL="742950" indent="-285750">
              <a:defRPr>
                <a:solidFill>
                  <a:schemeClr val="tx1"/>
                </a:solidFill>
                <a:latin typeface="Tahoma" pitchFamily="34" charset="0"/>
                <a:cs typeface="Arial" charset="0"/>
              </a:defRPr>
            </a:lvl2pPr>
            <a:lvl3pPr marL="1143000" indent="-228600">
              <a:defRPr>
                <a:solidFill>
                  <a:schemeClr val="tx1"/>
                </a:solidFill>
                <a:latin typeface="Tahoma" pitchFamily="34" charset="0"/>
                <a:cs typeface="Arial" charset="0"/>
              </a:defRPr>
            </a:lvl3pPr>
            <a:lvl4pPr marL="1600200" indent="-228600">
              <a:defRPr>
                <a:solidFill>
                  <a:schemeClr val="tx1"/>
                </a:solidFill>
                <a:latin typeface="Tahoma" pitchFamily="34" charset="0"/>
                <a:cs typeface="Arial" charset="0"/>
              </a:defRPr>
            </a:lvl4pPr>
            <a:lvl5pPr marL="2057400" indent="-228600">
              <a:defRPr>
                <a:solidFill>
                  <a:schemeClr val="tx1"/>
                </a:solidFill>
                <a:latin typeface="Tahoma" pitchFamily="34" charset="0"/>
                <a:cs typeface="Arial" charset="0"/>
              </a:defRPr>
            </a:lvl5pPr>
            <a:lvl6pPr marL="2514600" indent="-228600" algn="ctr" eaLnBrk="0" fontAlgn="base" hangingPunct="0">
              <a:spcBef>
                <a:spcPct val="0"/>
              </a:spcBef>
              <a:spcAft>
                <a:spcPct val="0"/>
              </a:spcAft>
              <a:defRPr>
                <a:solidFill>
                  <a:schemeClr val="tx1"/>
                </a:solidFill>
                <a:latin typeface="Tahoma" pitchFamily="34" charset="0"/>
                <a:cs typeface="Arial" charset="0"/>
              </a:defRPr>
            </a:lvl6pPr>
            <a:lvl7pPr marL="2971800" indent="-228600" algn="ctr" eaLnBrk="0" fontAlgn="base" hangingPunct="0">
              <a:spcBef>
                <a:spcPct val="0"/>
              </a:spcBef>
              <a:spcAft>
                <a:spcPct val="0"/>
              </a:spcAft>
              <a:defRPr>
                <a:solidFill>
                  <a:schemeClr val="tx1"/>
                </a:solidFill>
                <a:latin typeface="Tahoma" pitchFamily="34" charset="0"/>
                <a:cs typeface="Arial" charset="0"/>
              </a:defRPr>
            </a:lvl7pPr>
            <a:lvl8pPr marL="3429000" indent="-228600" algn="ctr" eaLnBrk="0" fontAlgn="base" hangingPunct="0">
              <a:spcBef>
                <a:spcPct val="0"/>
              </a:spcBef>
              <a:spcAft>
                <a:spcPct val="0"/>
              </a:spcAft>
              <a:defRPr>
                <a:solidFill>
                  <a:schemeClr val="tx1"/>
                </a:solidFill>
                <a:latin typeface="Tahoma" pitchFamily="34" charset="0"/>
                <a:cs typeface="Arial" charset="0"/>
              </a:defRPr>
            </a:lvl8pPr>
            <a:lvl9pPr marL="3886200" indent="-228600" algn="ctr" eaLnBrk="0" fontAlgn="base" hangingPunct="0">
              <a:spcBef>
                <a:spcPct val="0"/>
              </a:spcBef>
              <a:spcAft>
                <a:spcPct val="0"/>
              </a:spcAft>
              <a:defRPr>
                <a:solidFill>
                  <a:schemeClr val="tx1"/>
                </a:solidFill>
                <a:latin typeface="Tahoma" pitchFamily="34" charset="0"/>
                <a:cs typeface="Arial" charset="0"/>
              </a:defRPr>
            </a:lvl9pPr>
          </a:lstStyle>
          <a:p>
            <a:fld id="{64FB6801-EACD-435B-9C3C-8D1B6B2F994F}" type="slidenum">
              <a:rPr lang="en-US" altLang="en-US" smtClean="0">
                <a:latin typeface="Times New Roman" pitchFamily="18" charset="0"/>
              </a:rPr>
              <a:pPr/>
              <a:t>25</a:t>
            </a:fld>
            <a:endParaRPr lang="en-US" altLang="en-US">
              <a:latin typeface="Times New Roman" pitchFamily="18"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itchFamily="34" charset="0"/>
                <a:cs typeface="Arial" charset="0"/>
              </a:defRPr>
            </a:lvl1pPr>
            <a:lvl2pPr marL="742950" indent="-285750">
              <a:defRPr>
                <a:solidFill>
                  <a:schemeClr val="tx1"/>
                </a:solidFill>
                <a:latin typeface="Tahoma" pitchFamily="34" charset="0"/>
                <a:cs typeface="Arial" charset="0"/>
              </a:defRPr>
            </a:lvl2pPr>
            <a:lvl3pPr marL="1143000" indent="-228600">
              <a:defRPr>
                <a:solidFill>
                  <a:schemeClr val="tx1"/>
                </a:solidFill>
                <a:latin typeface="Tahoma" pitchFamily="34" charset="0"/>
                <a:cs typeface="Arial" charset="0"/>
              </a:defRPr>
            </a:lvl3pPr>
            <a:lvl4pPr marL="1600200" indent="-228600">
              <a:defRPr>
                <a:solidFill>
                  <a:schemeClr val="tx1"/>
                </a:solidFill>
                <a:latin typeface="Tahoma" pitchFamily="34" charset="0"/>
                <a:cs typeface="Arial" charset="0"/>
              </a:defRPr>
            </a:lvl4pPr>
            <a:lvl5pPr marL="2057400" indent="-228600">
              <a:defRPr>
                <a:solidFill>
                  <a:schemeClr val="tx1"/>
                </a:solidFill>
                <a:latin typeface="Tahoma" pitchFamily="34" charset="0"/>
                <a:cs typeface="Arial" charset="0"/>
              </a:defRPr>
            </a:lvl5pPr>
            <a:lvl6pPr marL="2514600" indent="-228600" algn="ctr" eaLnBrk="0" fontAlgn="base" hangingPunct="0">
              <a:spcBef>
                <a:spcPct val="0"/>
              </a:spcBef>
              <a:spcAft>
                <a:spcPct val="0"/>
              </a:spcAft>
              <a:defRPr>
                <a:solidFill>
                  <a:schemeClr val="tx1"/>
                </a:solidFill>
                <a:latin typeface="Tahoma" pitchFamily="34" charset="0"/>
                <a:cs typeface="Arial" charset="0"/>
              </a:defRPr>
            </a:lvl6pPr>
            <a:lvl7pPr marL="2971800" indent="-228600" algn="ctr" eaLnBrk="0" fontAlgn="base" hangingPunct="0">
              <a:spcBef>
                <a:spcPct val="0"/>
              </a:spcBef>
              <a:spcAft>
                <a:spcPct val="0"/>
              </a:spcAft>
              <a:defRPr>
                <a:solidFill>
                  <a:schemeClr val="tx1"/>
                </a:solidFill>
                <a:latin typeface="Tahoma" pitchFamily="34" charset="0"/>
                <a:cs typeface="Arial" charset="0"/>
              </a:defRPr>
            </a:lvl7pPr>
            <a:lvl8pPr marL="3429000" indent="-228600" algn="ctr" eaLnBrk="0" fontAlgn="base" hangingPunct="0">
              <a:spcBef>
                <a:spcPct val="0"/>
              </a:spcBef>
              <a:spcAft>
                <a:spcPct val="0"/>
              </a:spcAft>
              <a:defRPr>
                <a:solidFill>
                  <a:schemeClr val="tx1"/>
                </a:solidFill>
                <a:latin typeface="Tahoma" pitchFamily="34" charset="0"/>
                <a:cs typeface="Arial" charset="0"/>
              </a:defRPr>
            </a:lvl8pPr>
            <a:lvl9pPr marL="3886200" indent="-228600" algn="ctr" eaLnBrk="0" fontAlgn="base" hangingPunct="0">
              <a:spcBef>
                <a:spcPct val="0"/>
              </a:spcBef>
              <a:spcAft>
                <a:spcPct val="0"/>
              </a:spcAft>
              <a:defRPr>
                <a:solidFill>
                  <a:schemeClr val="tx1"/>
                </a:solidFill>
                <a:latin typeface="Tahoma" pitchFamily="34" charset="0"/>
                <a:cs typeface="Arial" charset="0"/>
              </a:defRPr>
            </a:lvl9pPr>
          </a:lstStyle>
          <a:p>
            <a:fld id="{5EF7193A-F1A0-4DC1-81CA-26A8C485635E}" type="slidenum">
              <a:rPr lang="en-US" altLang="en-US" smtClean="0">
                <a:latin typeface="Times New Roman" pitchFamily="18" charset="0"/>
              </a:rPr>
              <a:pPr/>
              <a:t>26</a:t>
            </a:fld>
            <a:endParaRPr lang="en-US" altLang="en-US">
              <a:latin typeface="Times New Roman" pitchFamily="18" charset="0"/>
            </a:endParaRPr>
          </a:p>
        </p:txBody>
      </p:sp>
      <p:sp>
        <p:nvSpPr>
          <p:cNvPr id="126979" name="Rectangle 2"/>
          <p:cNvSpPr>
            <a:spLocks noGrp="1" noRot="1" noChangeAspect="1" noChangeArrowheads="1" noTextEdit="1"/>
          </p:cNvSpPr>
          <p:nvPr>
            <p:ph type="sldImg"/>
          </p:nvPr>
        </p:nvSpPr>
        <p:spPr>
          <a:ln/>
        </p:spPr>
      </p:sp>
      <p:sp>
        <p:nvSpPr>
          <p:cNvPr id="1269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en-US">
              <a:latin typeface="Times New Roman" pitchFamily="18"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Slide Image Placeholder 1"/>
          <p:cNvSpPr>
            <a:spLocks noGrp="1" noRot="1" noChangeAspect="1" noTextEdit="1"/>
          </p:cNvSpPr>
          <p:nvPr>
            <p:ph type="sldImg"/>
          </p:nvPr>
        </p:nvSpPr>
        <p:spPr>
          <a:ln/>
        </p:spPr>
      </p:sp>
      <p:sp>
        <p:nvSpPr>
          <p:cNvPr id="13926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en-US">
              <a:latin typeface="Times New Roman" pitchFamily="18" charset="0"/>
            </a:endParaRPr>
          </a:p>
        </p:txBody>
      </p:sp>
      <p:sp>
        <p:nvSpPr>
          <p:cNvPr id="13926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itchFamily="34" charset="0"/>
                <a:cs typeface="Arial" charset="0"/>
              </a:defRPr>
            </a:lvl1pPr>
            <a:lvl2pPr marL="742950" indent="-285750">
              <a:defRPr>
                <a:solidFill>
                  <a:schemeClr val="tx1"/>
                </a:solidFill>
                <a:latin typeface="Tahoma" pitchFamily="34" charset="0"/>
                <a:cs typeface="Arial" charset="0"/>
              </a:defRPr>
            </a:lvl2pPr>
            <a:lvl3pPr marL="1143000" indent="-228600">
              <a:defRPr>
                <a:solidFill>
                  <a:schemeClr val="tx1"/>
                </a:solidFill>
                <a:latin typeface="Tahoma" pitchFamily="34" charset="0"/>
                <a:cs typeface="Arial" charset="0"/>
              </a:defRPr>
            </a:lvl3pPr>
            <a:lvl4pPr marL="1600200" indent="-228600">
              <a:defRPr>
                <a:solidFill>
                  <a:schemeClr val="tx1"/>
                </a:solidFill>
                <a:latin typeface="Tahoma" pitchFamily="34" charset="0"/>
                <a:cs typeface="Arial" charset="0"/>
              </a:defRPr>
            </a:lvl4pPr>
            <a:lvl5pPr marL="2057400" indent="-228600">
              <a:defRPr>
                <a:solidFill>
                  <a:schemeClr val="tx1"/>
                </a:solidFill>
                <a:latin typeface="Tahoma" pitchFamily="34" charset="0"/>
                <a:cs typeface="Arial" charset="0"/>
              </a:defRPr>
            </a:lvl5pPr>
            <a:lvl6pPr marL="2514600" indent="-228600" algn="ctr" eaLnBrk="0" fontAlgn="base" hangingPunct="0">
              <a:spcBef>
                <a:spcPct val="0"/>
              </a:spcBef>
              <a:spcAft>
                <a:spcPct val="0"/>
              </a:spcAft>
              <a:defRPr>
                <a:solidFill>
                  <a:schemeClr val="tx1"/>
                </a:solidFill>
                <a:latin typeface="Tahoma" pitchFamily="34" charset="0"/>
                <a:cs typeface="Arial" charset="0"/>
              </a:defRPr>
            </a:lvl6pPr>
            <a:lvl7pPr marL="2971800" indent="-228600" algn="ctr" eaLnBrk="0" fontAlgn="base" hangingPunct="0">
              <a:spcBef>
                <a:spcPct val="0"/>
              </a:spcBef>
              <a:spcAft>
                <a:spcPct val="0"/>
              </a:spcAft>
              <a:defRPr>
                <a:solidFill>
                  <a:schemeClr val="tx1"/>
                </a:solidFill>
                <a:latin typeface="Tahoma" pitchFamily="34" charset="0"/>
                <a:cs typeface="Arial" charset="0"/>
              </a:defRPr>
            </a:lvl7pPr>
            <a:lvl8pPr marL="3429000" indent="-228600" algn="ctr" eaLnBrk="0" fontAlgn="base" hangingPunct="0">
              <a:spcBef>
                <a:spcPct val="0"/>
              </a:spcBef>
              <a:spcAft>
                <a:spcPct val="0"/>
              </a:spcAft>
              <a:defRPr>
                <a:solidFill>
                  <a:schemeClr val="tx1"/>
                </a:solidFill>
                <a:latin typeface="Tahoma" pitchFamily="34" charset="0"/>
                <a:cs typeface="Arial" charset="0"/>
              </a:defRPr>
            </a:lvl8pPr>
            <a:lvl9pPr marL="3886200" indent="-228600" algn="ctr" eaLnBrk="0" fontAlgn="base" hangingPunct="0">
              <a:spcBef>
                <a:spcPct val="0"/>
              </a:spcBef>
              <a:spcAft>
                <a:spcPct val="0"/>
              </a:spcAft>
              <a:defRPr>
                <a:solidFill>
                  <a:schemeClr val="tx1"/>
                </a:solidFill>
                <a:latin typeface="Tahoma" pitchFamily="34" charset="0"/>
                <a:cs typeface="Arial" charset="0"/>
              </a:defRPr>
            </a:lvl9pPr>
          </a:lstStyle>
          <a:p>
            <a:fld id="{6226B93C-0CCF-40D8-BD2D-CC5CCA66E411}" type="slidenum">
              <a:rPr lang="en-US" altLang="en-US" smtClean="0">
                <a:latin typeface="Times New Roman" pitchFamily="18" charset="0"/>
              </a:rPr>
              <a:pPr/>
              <a:t>31</a:t>
            </a:fld>
            <a:endParaRPr lang="en-US" altLang="en-US">
              <a:latin typeface="Times New Roman" pitchFamily="18"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Slide Image Placeholder 1"/>
          <p:cNvSpPr>
            <a:spLocks noGrp="1" noRot="1" noChangeAspect="1" noTextEdit="1"/>
          </p:cNvSpPr>
          <p:nvPr>
            <p:ph type="sldImg"/>
          </p:nvPr>
        </p:nvSpPr>
        <p:spPr>
          <a:ln/>
        </p:spPr>
      </p:sp>
      <p:sp>
        <p:nvSpPr>
          <p:cNvPr id="14029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en-US">
              <a:latin typeface="Times New Roman" pitchFamily="18" charset="0"/>
            </a:endParaRPr>
          </a:p>
        </p:txBody>
      </p:sp>
      <p:sp>
        <p:nvSpPr>
          <p:cNvPr id="14029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itchFamily="34" charset="0"/>
                <a:cs typeface="Arial" charset="0"/>
              </a:defRPr>
            </a:lvl1pPr>
            <a:lvl2pPr marL="742950" indent="-285750">
              <a:defRPr>
                <a:solidFill>
                  <a:schemeClr val="tx1"/>
                </a:solidFill>
                <a:latin typeface="Tahoma" pitchFamily="34" charset="0"/>
                <a:cs typeface="Arial" charset="0"/>
              </a:defRPr>
            </a:lvl2pPr>
            <a:lvl3pPr marL="1143000" indent="-228600">
              <a:defRPr>
                <a:solidFill>
                  <a:schemeClr val="tx1"/>
                </a:solidFill>
                <a:latin typeface="Tahoma" pitchFamily="34" charset="0"/>
                <a:cs typeface="Arial" charset="0"/>
              </a:defRPr>
            </a:lvl3pPr>
            <a:lvl4pPr marL="1600200" indent="-228600">
              <a:defRPr>
                <a:solidFill>
                  <a:schemeClr val="tx1"/>
                </a:solidFill>
                <a:latin typeface="Tahoma" pitchFamily="34" charset="0"/>
                <a:cs typeface="Arial" charset="0"/>
              </a:defRPr>
            </a:lvl4pPr>
            <a:lvl5pPr marL="2057400" indent="-228600">
              <a:defRPr>
                <a:solidFill>
                  <a:schemeClr val="tx1"/>
                </a:solidFill>
                <a:latin typeface="Tahoma" pitchFamily="34" charset="0"/>
                <a:cs typeface="Arial" charset="0"/>
              </a:defRPr>
            </a:lvl5pPr>
            <a:lvl6pPr marL="2514600" indent="-228600" algn="ctr" eaLnBrk="0" fontAlgn="base" hangingPunct="0">
              <a:spcBef>
                <a:spcPct val="0"/>
              </a:spcBef>
              <a:spcAft>
                <a:spcPct val="0"/>
              </a:spcAft>
              <a:defRPr>
                <a:solidFill>
                  <a:schemeClr val="tx1"/>
                </a:solidFill>
                <a:latin typeface="Tahoma" pitchFamily="34" charset="0"/>
                <a:cs typeface="Arial" charset="0"/>
              </a:defRPr>
            </a:lvl6pPr>
            <a:lvl7pPr marL="2971800" indent="-228600" algn="ctr" eaLnBrk="0" fontAlgn="base" hangingPunct="0">
              <a:spcBef>
                <a:spcPct val="0"/>
              </a:spcBef>
              <a:spcAft>
                <a:spcPct val="0"/>
              </a:spcAft>
              <a:defRPr>
                <a:solidFill>
                  <a:schemeClr val="tx1"/>
                </a:solidFill>
                <a:latin typeface="Tahoma" pitchFamily="34" charset="0"/>
                <a:cs typeface="Arial" charset="0"/>
              </a:defRPr>
            </a:lvl7pPr>
            <a:lvl8pPr marL="3429000" indent="-228600" algn="ctr" eaLnBrk="0" fontAlgn="base" hangingPunct="0">
              <a:spcBef>
                <a:spcPct val="0"/>
              </a:spcBef>
              <a:spcAft>
                <a:spcPct val="0"/>
              </a:spcAft>
              <a:defRPr>
                <a:solidFill>
                  <a:schemeClr val="tx1"/>
                </a:solidFill>
                <a:latin typeface="Tahoma" pitchFamily="34" charset="0"/>
                <a:cs typeface="Arial" charset="0"/>
              </a:defRPr>
            </a:lvl8pPr>
            <a:lvl9pPr marL="3886200" indent="-228600" algn="ctr" eaLnBrk="0" fontAlgn="base" hangingPunct="0">
              <a:spcBef>
                <a:spcPct val="0"/>
              </a:spcBef>
              <a:spcAft>
                <a:spcPct val="0"/>
              </a:spcAft>
              <a:defRPr>
                <a:solidFill>
                  <a:schemeClr val="tx1"/>
                </a:solidFill>
                <a:latin typeface="Tahoma" pitchFamily="34" charset="0"/>
                <a:cs typeface="Arial" charset="0"/>
              </a:defRPr>
            </a:lvl9pPr>
          </a:lstStyle>
          <a:p>
            <a:fld id="{4A88D7A3-2F24-4698-9432-6E6BEC53C08F}" type="slidenum">
              <a:rPr lang="en-US" altLang="en-US" smtClean="0">
                <a:latin typeface="Times New Roman" pitchFamily="18" charset="0"/>
              </a:rPr>
              <a:pPr/>
              <a:t>32</a:t>
            </a:fld>
            <a:endParaRPr lang="en-US" altLang="en-US">
              <a:latin typeface="Times New Roman" pitchFamily="18"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Slide Image Placeholder 1"/>
          <p:cNvSpPr>
            <a:spLocks noGrp="1" noRot="1" noChangeAspect="1" noTextEdit="1"/>
          </p:cNvSpPr>
          <p:nvPr>
            <p:ph type="sldImg"/>
          </p:nvPr>
        </p:nvSpPr>
        <p:spPr>
          <a:ln/>
        </p:spPr>
      </p:sp>
      <p:sp>
        <p:nvSpPr>
          <p:cNvPr id="14131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
        <p:nvSpPr>
          <p:cNvPr id="14131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itchFamily="34" charset="0"/>
                <a:cs typeface="Arial" charset="0"/>
              </a:defRPr>
            </a:lvl1pPr>
            <a:lvl2pPr marL="742950" indent="-285750">
              <a:defRPr>
                <a:solidFill>
                  <a:schemeClr val="tx1"/>
                </a:solidFill>
                <a:latin typeface="Tahoma" pitchFamily="34" charset="0"/>
                <a:cs typeface="Arial" charset="0"/>
              </a:defRPr>
            </a:lvl2pPr>
            <a:lvl3pPr marL="1143000" indent="-228600">
              <a:defRPr>
                <a:solidFill>
                  <a:schemeClr val="tx1"/>
                </a:solidFill>
                <a:latin typeface="Tahoma" pitchFamily="34" charset="0"/>
                <a:cs typeface="Arial" charset="0"/>
              </a:defRPr>
            </a:lvl3pPr>
            <a:lvl4pPr marL="1600200" indent="-228600">
              <a:defRPr>
                <a:solidFill>
                  <a:schemeClr val="tx1"/>
                </a:solidFill>
                <a:latin typeface="Tahoma" pitchFamily="34" charset="0"/>
                <a:cs typeface="Arial" charset="0"/>
              </a:defRPr>
            </a:lvl4pPr>
            <a:lvl5pPr marL="2057400" indent="-228600">
              <a:defRPr>
                <a:solidFill>
                  <a:schemeClr val="tx1"/>
                </a:solidFill>
                <a:latin typeface="Tahoma" pitchFamily="34" charset="0"/>
                <a:cs typeface="Arial" charset="0"/>
              </a:defRPr>
            </a:lvl5pPr>
            <a:lvl6pPr marL="2514600" indent="-228600" algn="ctr" eaLnBrk="0" fontAlgn="base" hangingPunct="0">
              <a:spcBef>
                <a:spcPct val="0"/>
              </a:spcBef>
              <a:spcAft>
                <a:spcPct val="0"/>
              </a:spcAft>
              <a:defRPr>
                <a:solidFill>
                  <a:schemeClr val="tx1"/>
                </a:solidFill>
                <a:latin typeface="Tahoma" pitchFamily="34" charset="0"/>
                <a:cs typeface="Arial" charset="0"/>
              </a:defRPr>
            </a:lvl6pPr>
            <a:lvl7pPr marL="2971800" indent="-228600" algn="ctr" eaLnBrk="0" fontAlgn="base" hangingPunct="0">
              <a:spcBef>
                <a:spcPct val="0"/>
              </a:spcBef>
              <a:spcAft>
                <a:spcPct val="0"/>
              </a:spcAft>
              <a:defRPr>
                <a:solidFill>
                  <a:schemeClr val="tx1"/>
                </a:solidFill>
                <a:latin typeface="Tahoma" pitchFamily="34" charset="0"/>
                <a:cs typeface="Arial" charset="0"/>
              </a:defRPr>
            </a:lvl7pPr>
            <a:lvl8pPr marL="3429000" indent="-228600" algn="ctr" eaLnBrk="0" fontAlgn="base" hangingPunct="0">
              <a:spcBef>
                <a:spcPct val="0"/>
              </a:spcBef>
              <a:spcAft>
                <a:spcPct val="0"/>
              </a:spcAft>
              <a:defRPr>
                <a:solidFill>
                  <a:schemeClr val="tx1"/>
                </a:solidFill>
                <a:latin typeface="Tahoma" pitchFamily="34" charset="0"/>
                <a:cs typeface="Arial" charset="0"/>
              </a:defRPr>
            </a:lvl8pPr>
            <a:lvl9pPr marL="3886200" indent="-228600" algn="ctr" eaLnBrk="0" fontAlgn="base" hangingPunct="0">
              <a:spcBef>
                <a:spcPct val="0"/>
              </a:spcBef>
              <a:spcAft>
                <a:spcPct val="0"/>
              </a:spcAft>
              <a:defRPr>
                <a:solidFill>
                  <a:schemeClr val="tx1"/>
                </a:solidFill>
                <a:latin typeface="Tahoma" pitchFamily="34" charset="0"/>
                <a:cs typeface="Arial" charset="0"/>
              </a:defRPr>
            </a:lvl9pPr>
          </a:lstStyle>
          <a:p>
            <a:fld id="{F710E968-6A54-4F05-A162-E2C0538C7AF3}" type="slidenum">
              <a:rPr lang="en-US" altLang="en-US" smtClean="0">
                <a:latin typeface="Times New Roman" pitchFamily="18" charset="0"/>
              </a:rPr>
              <a:pPr/>
              <a:t>33</a:t>
            </a:fld>
            <a:endParaRPr lang="en-US" altLang="en-US">
              <a:latin typeface="Times New Roman" pitchFamily="18"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Slide Image Placeholder 1"/>
          <p:cNvSpPr>
            <a:spLocks noGrp="1" noRot="1" noChangeAspect="1" noTextEdit="1"/>
          </p:cNvSpPr>
          <p:nvPr>
            <p:ph type="sldImg"/>
          </p:nvPr>
        </p:nvSpPr>
        <p:spPr>
          <a:ln/>
        </p:spPr>
      </p:sp>
      <p:sp>
        <p:nvSpPr>
          <p:cNvPr id="14233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
        <p:nvSpPr>
          <p:cNvPr id="14234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itchFamily="34" charset="0"/>
                <a:cs typeface="Arial" charset="0"/>
              </a:defRPr>
            </a:lvl1pPr>
            <a:lvl2pPr marL="742950" indent="-285750">
              <a:defRPr>
                <a:solidFill>
                  <a:schemeClr val="tx1"/>
                </a:solidFill>
                <a:latin typeface="Tahoma" pitchFamily="34" charset="0"/>
                <a:cs typeface="Arial" charset="0"/>
              </a:defRPr>
            </a:lvl2pPr>
            <a:lvl3pPr marL="1143000" indent="-228600">
              <a:defRPr>
                <a:solidFill>
                  <a:schemeClr val="tx1"/>
                </a:solidFill>
                <a:latin typeface="Tahoma" pitchFamily="34" charset="0"/>
                <a:cs typeface="Arial" charset="0"/>
              </a:defRPr>
            </a:lvl3pPr>
            <a:lvl4pPr marL="1600200" indent="-228600">
              <a:defRPr>
                <a:solidFill>
                  <a:schemeClr val="tx1"/>
                </a:solidFill>
                <a:latin typeface="Tahoma" pitchFamily="34" charset="0"/>
                <a:cs typeface="Arial" charset="0"/>
              </a:defRPr>
            </a:lvl4pPr>
            <a:lvl5pPr marL="2057400" indent="-228600">
              <a:defRPr>
                <a:solidFill>
                  <a:schemeClr val="tx1"/>
                </a:solidFill>
                <a:latin typeface="Tahoma" pitchFamily="34" charset="0"/>
                <a:cs typeface="Arial" charset="0"/>
              </a:defRPr>
            </a:lvl5pPr>
            <a:lvl6pPr marL="2514600" indent="-228600" algn="ctr" eaLnBrk="0" fontAlgn="base" hangingPunct="0">
              <a:spcBef>
                <a:spcPct val="0"/>
              </a:spcBef>
              <a:spcAft>
                <a:spcPct val="0"/>
              </a:spcAft>
              <a:defRPr>
                <a:solidFill>
                  <a:schemeClr val="tx1"/>
                </a:solidFill>
                <a:latin typeface="Tahoma" pitchFamily="34" charset="0"/>
                <a:cs typeface="Arial" charset="0"/>
              </a:defRPr>
            </a:lvl6pPr>
            <a:lvl7pPr marL="2971800" indent="-228600" algn="ctr" eaLnBrk="0" fontAlgn="base" hangingPunct="0">
              <a:spcBef>
                <a:spcPct val="0"/>
              </a:spcBef>
              <a:spcAft>
                <a:spcPct val="0"/>
              </a:spcAft>
              <a:defRPr>
                <a:solidFill>
                  <a:schemeClr val="tx1"/>
                </a:solidFill>
                <a:latin typeface="Tahoma" pitchFamily="34" charset="0"/>
                <a:cs typeface="Arial" charset="0"/>
              </a:defRPr>
            </a:lvl7pPr>
            <a:lvl8pPr marL="3429000" indent="-228600" algn="ctr" eaLnBrk="0" fontAlgn="base" hangingPunct="0">
              <a:spcBef>
                <a:spcPct val="0"/>
              </a:spcBef>
              <a:spcAft>
                <a:spcPct val="0"/>
              </a:spcAft>
              <a:defRPr>
                <a:solidFill>
                  <a:schemeClr val="tx1"/>
                </a:solidFill>
                <a:latin typeface="Tahoma" pitchFamily="34" charset="0"/>
                <a:cs typeface="Arial" charset="0"/>
              </a:defRPr>
            </a:lvl8pPr>
            <a:lvl9pPr marL="3886200" indent="-228600" algn="ctr" eaLnBrk="0" fontAlgn="base" hangingPunct="0">
              <a:spcBef>
                <a:spcPct val="0"/>
              </a:spcBef>
              <a:spcAft>
                <a:spcPct val="0"/>
              </a:spcAft>
              <a:defRPr>
                <a:solidFill>
                  <a:schemeClr val="tx1"/>
                </a:solidFill>
                <a:latin typeface="Tahoma" pitchFamily="34" charset="0"/>
                <a:cs typeface="Arial" charset="0"/>
              </a:defRPr>
            </a:lvl9pPr>
          </a:lstStyle>
          <a:p>
            <a:fld id="{4AC276FB-3B2D-4EC7-8B4E-1FC5DC53BBC5}" type="slidenum">
              <a:rPr lang="en-US" altLang="en-US" smtClean="0">
                <a:latin typeface="Times New Roman" pitchFamily="18" charset="0"/>
              </a:rPr>
              <a:pPr/>
              <a:t>34</a:t>
            </a:fld>
            <a:endParaRPr lang="en-US" altLang="en-US">
              <a:latin typeface="Times New Roman" pitchFamily="18"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Slide Image Placeholder 1"/>
          <p:cNvSpPr>
            <a:spLocks noGrp="1" noRot="1" noChangeAspect="1" noTextEdit="1"/>
          </p:cNvSpPr>
          <p:nvPr>
            <p:ph type="sldImg"/>
          </p:nvPr>
        </p:nvSpPr>
        <p:spPr>
          <a:ln/>
        </p:spPr>
      </p:sp>
      <p:sp>
        <p:nvSpPr>
          <p:cNvPr id="14336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
        <p:nvSpPr>
          <p:cNvPr id="14336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itchFamily="34" charset="0"/>
                <a:cs typeface="Arial" charset="0"/>
              </a:defRPr>
            </a:lvl1pPr>
            <a:lvl2pPr marL="742950" indent="-285750">
              <a:defRPr>
                <a:solidFill>
                  <a:schemeClr val="tx1"/>
                </a:solidFill>
                <a:latin typeface="Tahoma" pitchFamily="34" charset="0"/>
                <a:cs typeface="Arial" charset="0"/>
              </a:defRPr>
            </a:lvl2pPr>
            <a:lvl3pPr marL="1143000" indent="-228600">
              <a:defRPr>
                <a:solidFill>
                  <a:schemeClr val="tx1"/>
                </a:solidFill>
                <a:latin typeface="Tahoma" pitchFamily="34" charset="0"/>
                <a:cs typeface="Arial" charset="0"/>
              </a:defRPr>
            </a:lvl3pPr>
            <a:lvl4pPr marL="1600200" indent="-228600">
              <a:defRPr>
                <a:solidFill>
                  <a:schemeClr val="tx1"/>
                </a:solidFill>
                <a:latin typeface="Tahoma" pitchFamily="34" charset="0"/>
                <a:cs typeface="Arial" charset="0"/>
              </a:defRPr>
            </a:lvl4pPr>
            <a:lvl5pPr marL="2057400" indent="-228600">
              <a:defRPr>
                <a:solidFill>
                  <a:schemeClr val="tx1"/>
                </a:solidFill>
                <a:latin typeface="Tahoma" pitchFamily="34" charset="0"/>
                <a:cs typeface="Arial" charset="0"/>
              </a:defRPr>
            </a:lvl5pPr>
            <a:lvl6pPr marL="2514600" indent="-228600" algn="ctr" eaLnBrk="0" fontAlgn="base" hangingPunct="0">
              <a:spcBef>
                <a:spcPct val="0"/>
              </a:spcBef>
              <a:spcAft>
                <a:spcPct val="0"/>
              </a:spcAft>
              <a:defRPr>
                <a:solidFill>
                  <a:schemeClr val="tx1"/>
                </a:solidFill>
                <a:latin typeface="Tahoma" pitchFamily="34" charset="0"/>
                <a:cs typeface="Arial" charset="0"/>
              </a:defRPr>
            </a:lvl6pPr>
            <a:lvl7pPr marL="2971800" indent="-228600" algn="ctr" eaLnBrk="0" fontAlgn="base" hangingPunct="0">
              <a:spcBef>
                <a:spcPct val="0"/>
              </a:spcBef>
              <a:spcAft>
                <a:spcPct val="0"/>
              </a:spcAft>
              <a:defRPr>
                <a:solidFill>
                  <a:schemeClr val="tx1"/>
                </a:solidFill>
                <a:latin typeface="Tahoma" pitchFamily="34" charset="0"/>
                <a:cs typeface="Arial" charset="0"/>
              </a:defRPr>
            </a:lvl7pPr>
            <a:lvl8pPr marL="3429000" indent="-228600" algn="ctr" eaLnBrk="0" fontAlgn="base" hangingPunct="0">
              <a:spcBef>
                <a:spcPct val="0"/>
              </a:spcBef>
              <a:spcAft>
                <a:spcPct val="0"/>
              </a:spcAft>
              <a:defRPr>
                <a:solidFill>
                  <a:schemeClr val="tx1"/>
                </a:solidFill>
                <a:latin typeface="Tahoma" pitchFamily="34" charset="0"/>
                <a:cs typeface="Arial" charset="0"/>
              </a:defRPr>
            </a:lvl8pPr>
            <a:lvl9pPr marL="3886200" indent="-228600" algn="ctr" eaLnBrk="0" fontAlgn="base" hangingPunct="0">
              <a:spcBef>
                <a:spcPct val="0"/>
              </a:spcBef>
              <a:spcAft>
                <a:spcPct val="0"/>
              </a:spcAft>
              <a:defRPr>
                <a:solidFill>
                  <a:schemeClr val="tx1"/>
                </a:solidFill>
                <a:latin typeface="Tahoma" pitchFamily="34" charset="0"/>
                <a:cs typeface="Arial" charset="0"/>
              </a:defRPr>
            </a:lvl9pPr>
          </a:lstStyle>
          <a:p>
            <a:fld id="{D394046E-7EB7-41B5-AAFF-3F35EFEA6DE1}" type="slidenum">
              <a:rPr lang="en-US" altLang="en-US" smtClean="0">
                <a:latin typeface="Times New Roman" pitchFamily="18" charset="0"/>
              </a:rPr>
              <a:pPr/>
              <a:t>35</a:t>
            </a:fld>
            <a:endParaRPr lang="en-US" altLang="en-US">
              <a:latin typeface="Times New Roman" pitchFamily="18"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Slide Image Placeholder 1"/>
          <p:cNvSpPr>
            <a:spLocks noGrp="1" noRot="1" noChangeAspect="1" noTextEdit="1"/>
          </p:cNvSpPr>
          <p:nvPr>
            <p:ph type="sldImg"/>
          </p:nvPr>
        </p:nvSpPr>
        <p:spPr>
          <a:ln/>
        </p:spPr>
      </p:sp>
      <p:sp>
        <p:nvSpPr>
          <p:cNvPr id="15769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
        <p:nvSpPr>
          <p:cNvPr id="15770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itchFamily="34" charset="0"/>
                <a:cs typeface="Arial" charset="0"/>
              </a:defRPr>
            </a:lvl1pPr>
            <a:lvl2pPr marL="742950" indent="-285750">
              <a:defRPr>
                <a:solidFill>
                  <a:schemeClr val="tx1"/>
                </a:solidFill>
                <a:latin typeface="Tahoma" pitchFamily="34" charset="0"/>
                <a:cs typeface="Arial" charset="0"/>
              </a:defRPr>
            </a:lvl2pPr>
            <a:lvl3pPr marL="1143000" indent="-228600">
              <a:defRPr>
                <a:solidFill>
                  <a:schemeClr val="tx1"/>
                </a:solidFill>
                <a:latin typeface="Tahoma" pitchFamily="34" charset="0"/>
                <a:cs typeface="Arial" charset="0"/>
              </a:defRPr>
            </a:lvl3pPr>
            <a:lvl4pPr marL="1600200" indent="-228600">
              <a:defRPr>
                <a:solidFill>
                  <a:schemeClr val="tx1"/>
                </a:solidFill>
                <a:latin typeface="Tahoma" pitchFamily="34" charset="0"/>
                <a:cs typeface="Arial" charset="0"/>
              </a:defRPr>
            </a:lvl4pPr>
            <a:lvl5pPr marL="2057400" indent="-228600">
              <a:defRPr>
                <a:solidFill>
                  <a:schemeClr val="tx1"/>
                </a:solidFill>
                <a:latin typeface="Tahoma" pitchFamily="34" charset="0"/>
                <a:cs typeface="Arial" charset="0"/>
              </a:defRPr>
            </a:lvl5pPr>
            <a:lvl6pPr marL="2514600" indent="-228600" algn="ctr" eaLnBrk="0" fontAlgn="base" hangingPunct="0">
              <a:spcBef>
                <a:spcPct val="0"/>
              </a:spcBef>
              <a:spcAft>
                <a:spcPct val="0"/>
              </a:spcAft>
              <a:defRPr>
                <a:solidFill>
                  <a:schemeClr val="tx1"/>
                </a:solidFill>
                <a:latin typeface="Tahoma" pitchFamily="34" charset="0"/>
                <a:cs typeface="Arial" charset="0"/>
              </a:defRPr>
            </a:lvl6pPr>
            <a:lvl7pPr marL="2971800" indent="-228600" algn="ctr" eaLnBrk="0" fontAlgn="base" hangingPunct="0">
              <a:spcBef>
                <a:spcPct val="0"/>
              </a:spcBef>
              <a:spcAft>
                <a:spcPct val="0"/>
              </a:spcAft>
              <a:defRPr>
                <a:solidFill>
                  <a:schemeClr val="tx1"/>
                </a:solidFill>
                <a:latin typeface="Tahoma" pitchFamily="34" charset="0"/>
                <a:cs typeface="Arial" charset="0"/>
              </a:defRPr>
            </a:lvl7pPr>
            <a:lvl8pPr marL="3429000" indent="-228600" algn="ctr" eaLnBrk="0" fontAlgn="base" hangingPunct="0">
              <a:spcBef>
                <a:spcPct val="0"/>
              </a:spcBef>
              <a:spcAft>
                <a:spcPct val="0"/>
              </a:spcAft>
              <a:defRPr>
                <a:solidFill>
                  <a:schemeClr val="tx1"/>
                </a:solidFill>
                <a:latin typeface="Tahoma" pitchFamily="34" charset="0"/>
                <a:cs typeface="Arial" charset="0"/>
              </a:defRPr>
            </a:lvl8pPr>
            <a:lvl9pPr marL="3886200" indent="-228600" algn="ctr" eaLnBrk="0" fontAlgn="base" hangingPunct="0">
              <a:spcBef>
                <a:spcPct val="0"/>
              </a:spcBef>
              <a:spcAft>
                <a:spcPct val="0"/>
              </a:spcAft>
              <a:defRPr>
                <a:solidFill>
                  <a:schemeClr val="tx1"/>
                </a:solidFill>
                <a:latin typeface="Tahoma" pitchFamily="34" charset="0"/>
                <a:cs typeface="Arial" charset="0"/>
              </a:defRPr>
            </a:lvl9pPr>
          </a:lstStyle>
          <a:p>
            <a:fld id="{99D58D50-A71B-4D3E-8060-A74F179D6F5B}" type="slidenum">
              <a:rPr lang="en-US" altLang="en-US" smtClean="0">
                <a:latin typeface="Times New Roman" pitchFamily="18" charset="0"/>
              </a:rPr>
              <a:pPr/>
              <a:t>36</a:t>
            </a:fld>
            <a:endParaRPr lang="en-US" altLang="en-US">
              <a:latin typeface="Times New Roman"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B53AB8-3710-400B-BC79-081A10D36C2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3A66AC9-4AF5-4788-AFF3-88A8BF8BAB6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8D6747E-108F-4A74-9AAD-967CB5E359D0}"/>
              </a:ext>
            </a:extLst>
          </p:cNvPr>
          <p:cNvSpPr>
            <a:spLocks noGrp="1"/>
          </p:cNvSpPr>
          <p:nvPr>
            <p:ph type="dt" sz="half" idx="10"/>
          </p:nvPr>
        </p:nvSpPr>
        <p:spPr/>
        <p:txBody>
          <a:bodyPr/>
          <a:lstStyle/>
          <a:p>
            <a:fld id="{A9D318C4-0D56-484F-AB5A-27673DC92A62}" type="datetimeFigureOut">
              <a:rPr lang="en-US" smtClean="0"/>
              <a:t>3/9/2026</a:t>
            </a:fld>
            <a:endParaRPr lang="en-US"/>
          </a:p>
        </p:txBody>
      </p:sp>
      <p:sp>
        <p:nvSpPr>
          <p:cNvPr id="5" name="Footer Placeholder 4">
            <a:extLst>
              <a:ext uri="{FF2B5EF4-FFF2-40B4-BE49-F238E27FC236}">
                <a16:creationId xmlns:a16="http://schemas.microsoft.com/office/drawing/2014/main" id="{155064EF-5F4C-4749-817C-9EB61DF2644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F0F5C67-2996-442C-8A0F-F1A0C16A9BEE}"/>
              </a:ext>
            </a:extLst>
          </p:cNvPr>
          <p:cNvSpPr>
            <a:spLocks noGrp="1"/>
          </p:cNvSpPr>
          <p:nvPr>
            <p:ph type="sldNum" sz="quarter" idx="12"/>
          </p:nvPr>
        </p:nvSpPr>
        <p:spPr/>
        <p:txBody>
          <a:bodyPr/>
          <a:lstStyle/>
          <a:p>
            <a:fld id="{EA3BB1A1-19E0-455F-B420-F60F5A70B66A}" type="slidenum">
              <a:rPr lang="en-US" smtClean="0"/>
              <a:t>‹#›</a:t>
            </a:fld>
            <a:endParaRPr lang="en-US"/>
          </a:p>
        </p:txBody>
      </p:sp>
    </p:spTree>
    <p:extLst>
      <p:ext uri="{BB962C8B-B14F-4D97-AF65-F5344CB8AC3E}">
        <p14:creationId xmlns:p14="http://schemas.microsoft.com/office/powerpoint/2010/main" val="40003546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96352A-11F2-4B89-9B86-F0424E35E4D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4FED180-DF59-4B40-B51C-9A6BD3F15B8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26C9EEB-5152-4BB2-B1F1-63DA51126636}"/>
              </a:ext>
            </a:extLst>
          </p:cNvPr>
          <p:cNvSpPr>
            <a:spLocks noGrp="1"/>
          </p:cNvSpPr>
          <p:nvPr>
            <p:ph type="dt" sz="half" idx="10"/>
          </p:nvPr>
        </p:nvSpPr>
        <p:spPr/>
        <p:txBody>
          <a:bodyPr/>
          <a:lstStyle/>
          <a:p>
            <a:fld id="{A9D318C4-0D56-484F-AB5A-27673DC92A62}" type="datetimeFigureOut">
              <a:rPr lang="en-US" smtClean="0"/>
              <a:t>3/9/2026</a:t>
            </a:fld>
            <a:endParaRPr lang="en-US"/>
          </a:p>
        </p:txBody>
      </p:sp>
      <p:sp>
        <p:nvSpPr>
          <p:cNvPr id="5" name="Footer Placeholder 4">
            <a:extLst>
              <a:ext uri="{FF2B5EF4-FFF2-40B4-BE49-F238E27FC236}">
                <a16:creationId xmlns:a16="http://schemas.microsoft.com/office/drawing/2014/main" id="{3D3A7B47-9A51-4DC1-8A85-9CF0FF0569B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27632DD-262E-4763-8B77-F17FFE9425A1}"/>
              </a:ext>
            </a:extLst>
          </p:cNvPr>
          <p:cNvSpPr>
            <a:spLocks noGrp="1"/>
          </p:cNvSpPr>
          <p:nvPr>
            <p:ph type="sldNum" sz="quarter" idx="12"/>
          </p:nvPr>
        </p:nvSpPr>
        <p:spPr/>
        <p:txBody>
          <a:bodyPr/>
          <a:lstStyle/>
          <a:p>
            <a:fld id="{EA3BB1A1-19E0-455F-B420-F60F5A70B66A}" type="slidenum">
              <a:rPr lang="en-US" smtClean="0"/>
              <a:t>‹#›</a:t>
            </a:fld>
            <a:endParaRPr lang="en-US"/>
          </a:p>
        </p:txBody>
      </p:sp>
    </p:spTree>
    <p:extLst>
      <p:ext uri="{BB962C8B-B14F-4D97-AF65-F5344CB8AC3E}">
        <p14:creationId xmlns:p14="http://schemas.microsoft.com/office/powerpoint/2010/main" val="38810118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0C72CA-8FDD-4A34-B078-9B96F7A2BB1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0CDAC14-CD70-4BA6-B4E6-6FE747FF4EE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872B1B6-8C6E-4B7F-9C6D-956AC366FF31}"/>
              </a:ext>
            </a:extLst>
          </p:cNvPr>
          <p:cNvSpPr>
            <a:spLocks noGrp="1"/>
          </p:cNvSpPr>
          <p:nvPr>
            <p:ph type="dt" sz="half" idx="10"/>
          </p:nvPr>
        </p:nvSpPr>
        <p:spPr/>
        <p:txBody>
          <a:bodyPr/>
          <a:lstStyle/>
          <a:p>
            <a:fld id="{A9D318C4-0D56-484F-AB5A-27673DC92A62}" type="datetimeFigureOut">
              <a:rPr lang="en-US" smtClean="0"/>
              <a:t>3/9/2026</a:t>
            </a:fld>
            <a:endParaRPr lang="en-US"/>
          </a:p>
        </p:txBody>
      </p:sp>
      <p:sp>
        <p:nvSpPr>
          <p:cNvPr id="5" name="Footer Placeholder 4">
            <a:extLst>
              <a:ext uri="{FF2B5EF4-FFF2-40B4-BE49-F238E27FC236}">
                <a16:creationId xmlns:a16="http://schemas.microsoft.com/office/drawing/2014/main" id="{6485A1AB-1820-4BDF-AD39-9B3C87D001F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DDFE412-28CF-4E64-A2F0-5B9E8471EAAE}"/>
              </a:ext>
            </a:extLst>
          </p:cNvPr>
          <p:cNvSpPr>
            <a:spLocks noGrp="1"/>
          </p:cNvSpPr>
          <p:nvPr>
            <p:ph type="sldNum" sz="quarter" idx="12"/>
          </p:nvPr>
        </p:nvSpPr>
        <p:spPr/>
        <p:txBody>
          <a:bodyPr/>
          <a:lstStyle/>
          <a:p>
            <a:fld id="{EA3BB1A1-19E0-455F-B420-F60F5A70B66A}" type="slidenum">
              <a:rPr lang="en-US" smtClean="0"/>
              <a:t>‹#›</a:t>
            </a:fld>
            <a:endParaRPr lang="en-US"/>
          </a:p>
        </p:txBody>
      </p:sp>
    </p:spTree>
    <p:extLst>
      <p:ext uri="{BB962C8B-B14F-4D97-AF65-F5344CB8AC3E}">
        <p14:creationId xmlns:p14="http://schemas.microsoft.com/office/powerpoint/2010/main" val="12268905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46D46F-95D1-4369-A565-8A2399CBCD5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782E8BF-5390-4868-AE4A-164D6A07F58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02F539C-0FFA-4AF1-A4B3-3D43E6F1C6C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430F0BB-71DC-4F2A-963D-3CD03AF46F60}"/>
              </a:ext>
            </a:extLst>
          </p:cNvPr>
          <p:cNvSpPr>
            <a:spLocks noGrp="1"/>
          </p:cNvSpPr>
          <p:nvPr>
            <p:ph type="dt" sz="half" idx="10"/>
          </p:nvPr>
        </p:nvSpPr>
        <p:spPr/>
        <p:txBody>
          <a:bodyPr/>
          <a:lstStyle/>
          <a:p>
            <a:fld id="{A9D318C4-0D56-484F-AB5A-27673DC92A62}" type="datetimeFigureOut">
              <a:rPr lang="en-US" smtClean="0"/>
              <a:t>3/9/2026</a:t>
            </a:fld>
            <a:endParaRPr lang="en-US"/>
          </a:p>
        </p:txBody>
      </p:sp>
      <p:sp>
        <p:nvSpPr>
          <p:cNvPr id="6" name="Footer Placeholder 5">
            <a:extLst>
              <a:ext uri="{FF2B5EF4-FFF2-40B4-BE49-F238E27FC236}">
                <a16:creationId xmlns:a16="http://schemas.microsoft.com/office/drawing/2014/main" id="{9A8DC901-227B-4596-97CD-8F62111ED99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7E7A975-865E-43D0-BEAD-A82048395E2B}"/>
              </a:ext>
            </a:extLst>
          </p:cNvPr>
          <p:cNvSpPr>
            <a:spLocks noGrp="1"/>
          </p:cNvSpPr>
          <p:nvPr>
            <p:ph type="sldNum" sz="quarter" idx="12"/>
          </p:nvPr>
        </p:nvSpPr>
        <p:spPr/>
        <p:txBody>
          <a:bodyPr/>
          <a:lstStyle/>
          <a:p>
            <a:fld id="{EA3BB1A1-19E0-455F-B420-F60F5A70B66A}" type="slidenum">
              <a:rPr lang="en-US" smtClean="0"/>
              <a:t>‹#›</a:t>
            </a:fld>
            <a:endParaRPr lang="en-US"/>
          </a:p>
        </p:txBody>
      </p:sp>
    </p:spTree>
    <p:extLst>
      <p:ext uri="{BB962C8B-B14F-4D97-AF65-F5344CB8AC3E}">
        <p14:creationId xmlns:p14="http://schemas.microsoft.com/office/powerpoint/2010/main" val="42572869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DFD487-0BFF-41E2-B0BF-73F84558A4F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E13E9E5-63C6-4821-93E6-957E30C5F8B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348EFB1-E372-4B74-A5B0-BC81D3038EA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86F6640-B1E4-43F9-987B-2F12C7F97A8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1DEB322-55BC-4FDF-ADDB-F167671C739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F8D7E6A-B49F-40A3-B29C-37B4555D566E}"/>
              </a:ext>
            </a:extLst>
          </p:cNvPr>
          <p:cNvSpPr>
            <a:spLocks noGrp="1"/>
          </p:cNvSpPr>
          <p:nvPr>
            <p:ph type="dt" sz="half" idx="10"/>
          </p:nvPr>
        </p:nvSpPr>
        <p:spPr/>
        <p:txBody>
          <a:bodyPr/>
          <a:lstStyle/>
          <a:p>
            <a:fld id="{A9D318C4-0D56-484F-AB5A-27673DC92A62}" type="datetimeFigureOut">
              <a:rPr lang="en-US" smtClean="0"/>
              <a:t>3/9/2026</a:t>
            </a:fld>
            <a:endParaRPr lang="en-US"/>
          </a:p>
        </p:txBody>
      </p:sp>
      <p:sp>
        <p:nvSpPr>
          <p:cNvPr id="8" name="Footer Placeholder 7">
            <a:extLst>
              <a:ext uri="{FF2B5EF4-FFF2-40B4-BE49-F238E27FC236}">
                <a16:creationId xmlns:a16="http://schemas.microsoft.com/office/drawing/2014/main" id="{B8EA235E-611C-4504-90C2-37B28BA9F34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5A69C7C-B790-4B9A-B4B8-FB7464014753}"/>
              </a:ext>
            </a:extLst>
          </p:cNvPr>
          <p:cNvSpPr>
            <a:spLocks noGrp="1"/>
          </p:cNvSpPr>
          <p:nvPr>
            <p:ph type="sldNum" sz="quarter" idx="12"/>
          </p:nvPr>
        </p:nvSpPr>
        <p:spPr/>
        <p:txBody>
          <a:bodyPr/>
          <a:lstStyle/>
          <a:p>
            <a:fld id="{EA3BB1A1-19E0-455F-B420-F60F5A70B66A}" type="slidenum">
              <a:rPr lang="en-US" smtClean="0"/>
              <a:t>‹#›</a:t>
            </a:fld>
            <a:endParaRPr lang="en-US"/>
          </a:p>
        </p:txBody>
      </p:sp>
    </p:spTree>
    <p:extLst>
      <p:ext uri="{BB962C8B-B14F-4D97-AF65-F5344CB8AC3E}">
        <p14:creationId xmlns:p14="http://schemas.microsoft.com/office/powerpoint/2010/main" val="17498146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C752AA-9A65-408F-9F84-A6025059859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980640E-F14F-40D3-B9AE-71D2D7DBB050}"/>
              </a:ext>
            </a:extLst>
          </p:cNvPr>
          <p:cNvSpPr>
            <a:spLocks noGrp="1"/>
          </p:cNvSpPr>
          <p:nvPr>
            <p:ph type="dt" sz="half" idx="10"/>
          </p:nvPr>
        </p:nvSpPr>
        <p:spPr/>
        <p:txBody>
          <a:bodyPr/>
          <a:lstStyle/>
          <a:p>
            <a:fld id="{A9D318C4-0D56-484F-AB5A-27673DC92A62}" type="datetimeFigureOut">
              <a:rPr lang="en-US" smtClean="0"/>
              <a:t>3/9/2026</a:t>
            </a:fld>
            <a:endParaRPr lang="en-US"/>
          </a:p>
        </p:txBody>
      </p:sp>
      <p:sp>
        <p:nvSpPr>
          <p:cNvPr id="4" name="Footer Placeholder 3">
            <a:extLst>
              <a:ext uri="{FF2B5EF4-FFF2-40B4-BE49-F238E27FC236}">
                <a16:creationId xmlns:a16="http://schemas.microsoft.com/office/drawing/2014/main" id="{2199BC11-E4C5-4F8D-BFB2-6A7B1BF4D8A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42B636C-E512-4B96-9CB5-716E3433D675}"/>
              </a:ext>
            </a:extLst>
          </p:cNvPr>
          <p:cNvSpPr>
            <a:spLocks noGrp="1"/>
          </p:cNvSpPr>
          <p:nvPr>
            <p:ph type="sldNum" sz="quarter" idx="12"/>
          </p:nvPr>
        </p:nvSpPr>
        <p:spPr/>
        <p:txBody>
          <a:bodyPr/>
          <a:lstStyle/>
          <a:p>
            <a:fld id="{EA3BB1A1-19E0-455F-B420-F60F5A70B66A}" type="slidenum">
              <a:rPr lang="en-US" smtClean="0"/>
              <a:t>‹#›</a:t>
            </a:fld>
            <a:endParaRPr lang="en-US"/>
          </a:p>
        </p:txBody>
      </p:sp>
    </p:spTree>
    <p:extLst>
      <p:ext uri="{BB962C8B-B14F-4D97-AF65-F5344CB8AC3E}">
        <p14:creationId xmlns:p14="http://schemas.microsoft.com/office/powerpoint/2010/main" val="33752937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7219275-00D4-4F14-B73C-B3C88FBAD0FA}"/>
              </a:ext>
            </a:extLst>
          </p:cNvPr>
          <p:cNvSpPr>
            <a:spLocks noGrp="1"/>
          </p:cNvSpPr>
          <p:nvPr>
            <p:ph type="dt" sz="half" idx="10"/>
          </p:nvPr>
        </p:nvSpPr>
        <p:spPr/>
        <p:txBody>
          <a:bodyPr/>
          <a:lstStyle/>
          <a:p>
            <a:fld id="{A9D318C4-0D56-484F-AB5A-27673DC92A62}" type="datetimeFigureOut">
              <a:rPr lang="en-US" smtClean="0"/>
              <a:t>3/9/2026</a:t>
            </a:fld>
            <a:endParaRPr lang="en-US"/>
          </a:p>
        </p:txBody>
      </p:sp>
      <p:sp>
        <p:nvSpPr>
          <p:cNvPr id="3" name="Footer Placeholder 2">
            <a:extLst>
              <a:ext uri="{FF2B5EF4-FFF2-40B4-BE49-F238E27FC236}">
                <a16:creationId xmlns:a16="http://schemas.microsoft.com/office/drawing/2014/main" id="{9CA3A0A6-9EAF-4915-85F4-922D5FB3451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FDD12A6-BC5B-4CB7-9E3F-49D2331CAC35}"/>
              </a:ext>
            </a:extLst>
          </p:cNvPr>
          <p:cNvSpPr>
            <a:spLocks noGrp="1"/>
          </p:cNvSpPr>
          <p:nvPr>
            <p:ph type="sldNum" sz="quarter" idx="12"/>
          </p:nvPr>
        </p:nvSpPr>
        <p:spPr/>
        <p:txBody>
          <a:bodyPr/>
          <a:lstStyle/>
          <a:p>
            <a:fld id="{EA3BB1A1-19E0-455F-B420-F60F5A70B66A}" type="slidenum">
              <a:rPr lang="en-US" smtClean="0"/>
              <a:t>‹#›</a:t>
            </a:fld>
            <a:endParaRPr lang="en-US"/>
          </a:p>
        </p:txBody>
      </p:sp>
    </p:spTree>
    <p:extLst>
      <p:ext uri="{BB962C8B-B14F-4D97-AF65-F5344CB8AC3E}">
        <p14:creationId xmlns:p14="http://schemas.microsoft.com/office/powerpoint/2010/main" val="26149885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ED4157-6FCF-418A-A38C-37E17D7BE03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73A7643-86D4-4EC4-A144-0226796FA31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FF2AF58-5F2A-4586-941B-B8D01447E1F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7D6D11B-88FD-4478-A6E5-5AB738C039F5}"/>
              </a:ext>
            </a:extLst>
          </p:cNvPr>
          <p:cNvSpPr>
            <a:spLocks noGrp="1"/>
          </p:cNvSpPr>
          <p:nvPr>
            <p:ph type="dt" sz="half" idx="10"/>
          </p:nvPr>
        </p:nvSpPr>
        <p:spPr/>
        <p:txBody>
          <a:bodyPr/>
          <a:lstStyle/>
          <a:p>
            <a:fld id="{A9D318C4-0D56-484F-AB5A-27673DC92A62}" type="datetimeFigureOut">
              <a:rPr lang="en-US" smtClean="0"/>
              <a:t>3/9/2026</a:t>
            </a:fld>
            <a:endParaRPr lang="en-US"/>
          </a:p>
        </p:txBody>
      </p:sp>
      <p:sp>
        <p:nvSpPr>
          <p:cNvPr id="6" name="Footer Placeholder 5">
            <a:extLst>
              <a:ext uri="{FF2B5EF4-FFF2-40B4-BE49-F238E27FC236}">
                <a16:creationId xmlns:a16="http://schemas.microsoft.com/office/drawing/2014/main" id="{B66F7DC8-F983-4198-956B-DB75A50FF32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147E1CA-DB78-413D-A235-ED8C2F660087}"/>
              </a:ext>
            </a:extLst>
          </p:cNvPr>
          <p:cNvSpPr>
            <a:spLocks noGrp="1"/>
          </p:cNvSpPr>
          <p:nvPr>
            <p:ph type="sldNum" sz="quarter" idx="12"/>
          </p:nvPr>
        </p:nvSpPr>
        <p:spPr/>
        <p:txBody>
          <a:bodyPr/>
          <a:lstStyle/>
          <a:p>
            <a:fld id="{EA3BB1A1-19E0-455F-B420-F60F5A70B66A}" type="slidenum">
              <a:rPr lang="en-US" smtClean="0"/>
              <a:t>‹#›</a:t>
            </a:fld>
            <a:endParaRPr lang="en-US"/>
          </a:p>
        </p:txBody>
      </p:sp>
    </p:spTree>
    <p:extLst>
      <p:ext uri="{BB962C8B-B14F-4D97-AF65-F5344CB8AC3E}">
        <p14:creationId xmlns:p14="http://schemas.microsoft.com/office/powerpoint/2010/main" val="36981970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5CDF7E-3133-4596-A534-0AEEC5A39D0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2FCD341-27EA-4CE7-8808-F8F51AA54D0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B51AF7A-3766-42BF-8B7A-FA1359656A4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E6FB4D7-124F-44BF-BF56-56E6C17C9C9B}"/>
              </a:ext>
            </a:extLst>
          </p:cNvPr>
          <p:cNvSpPr>
            <a:spLocks noGrp="1"/>
          </p:cNvSpPr>
          <p:nvPr>
            <p:ph type="dt" sz="half" idx="10"/>
          </p:nvPr>
        </p:nvSpPr>
        <p:spPr/>
        <p:txBody>
          <a:bodyPr/>
          <a:lstStyle/>
          <a:p>
            <a:fld id="{A9D318C4-0D56-484F-AB5A-27673DC92A62}" type="datetimeFigureOut">
              <a:rPr lang="en-US" smtClean="0"/>
              <a:t>3/9/2026</a:t>
            </a:fld>
            <a:endParaRPr lang="en-US"/>
          </a:p>
        </p:txBody>
      </p:sp>
      <p:sp>
        <p:nvSpPr>
          <p:cNvPr id="6" name="Footer Placeholder 5">
            <a:extLst>
              <a:ext uri="{FF2B5EF4-FFF2-40B4-BE49-F238E27FC236}">
                <a16:creationId xmlns:a16="http://schemas.microsoft.com/office/drawing/2014/main" id="{677A0E0B-F02E-4233-BCA0-1859A9D644D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DA4DD84-7C77-4875-9915-9F6693CFA560}"/>
              </a:ext>
            </a:extLst>
          </p:cNvPr>
          <p:cNvSpPr>
            <a:spLocks noGrp="1"/>
          </p:cNvSpPr>
          <p:nvPr>
            <p:ph type="sldNum" sz="quarter" idx="12"/>
          </p:nvPr>
        </p:nvSpPr>
        <p:spPr/>
        <p:txBody>
          <a:bodyPr/>
          <a:lstStyle/>
          <a:p>
            <a:fld id="{EA3BB1A1-19E0-455F-B420-F60F5A70B66A}" type="slidenum">
              <a:rPr lang="en-US" smtClean="0"/>
              <a:t>‹#›</a:t>
            </a:fld>
            <a:endParaRPr lang="en-US"/>
          </a:p>
        </p:txBody>
      </p:sp>
    </p:spTree>
    <p:extLst>
      <p:ext uri="{BB962C8B-B14F-4D97-AF65-F5344CB8AC3E}">
        <p14:creationId xmlns:p14="http://schemas.microsoft.com/office/powerpoint/2010/main" val="27824201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C076CD-1798-4285-B683-3E58C8B8CF8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D7CFAEC-170E-4F11-9924-40B9900166D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C8B0511-4219-4A90-B1AA-560FCA623B0E}"/>
              </a:ext>
            </a:extLst>
          </p:cNvPr>
          <p:cNvSpPr>
            <a:spLocks noGrp="1"/>
          </p:cNvSpPr>
          <p:nvPr>
            <p:ph type="dt" sz="half" idx="10"/>
          </p:nvPr>
        </p:nvSpPr>
        <p:spPr/>
        <p:txBody>
          <a:bodyPr/>
          <a:lstStyle/>
          <a:p>
            <a:fld id="{A9D318C4-0D56-484F-AB5A-27673DC92A62}" type="datetimeFigureOut">
              <a:rPr lang="en-US" smtClean="0"/>
              <a:t>3/9/2026</a:t>
            </a:fld>
            <a:endParaRPr lang="en-US"/>
          </a:p>
        </p:txBody>
      </p:sp>
      <p:sp>
        <p:nvSpPr>
          <p:cNvPr id="5" name="Footer Placeholder 4">
            <a:extLst>
              <a:ext uri="{FF2B5EF4-FFF2-40B4-BE49-F238E27FC236}">
                <a16:creationId xmlns:a16="http://schemas.microsoft.com/office/drawing/2014/main" id="{F2E73208-93C7-48B4-8908-A8BA8096F20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6834E74-E082-4700-A3EE-52E0358D450C}"/>
              </a:ext>
            </a:extLst>
          </p:cNvPr>
          <p:cNvSpPr>
            <a:spLocks noGrp="1"/>
          </p:cNvSpPr>
          <p:nvPr>
            <p:ph type="sldNum" sz="quarter" idx="12"/>
          </p:nvPr>
        </p:nvSpPr>
        <p:spPr/>
        <p:txBody>
          <a:bodyPr/>
          <a:lstStyle/>
          <a:p>
            <a:fld id="{EA3BB1A1-19E0-455F-B420-F60F5A70B66A}" type="slidenum">
              <a:rPr lang="en-US" smtClean="0"/>
              <a:t>‹#›</a:t>
            </a:fld>
            <a:endParaRPr lang="en-US"/>
          </a:p>
        </p:txBody>
      </p:sp>
    </p:spTree>
    <p:extLst>
      <p:ext uri="{BB962C8B-B14F-4D97-AF65-F5344CB8AC3E}">
        <p14:creationId xmlns:p14="http://schemas.microsoft.com/office/powerpoint/2010/main" val="5271935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62E9B3A-1DD5-4775-BC9B-837A8CF6B37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4C7140F-9DA7-4564-A60A-408F561E73A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5426C52-EC67-42A2-8C7F-17472C94138C}"/>
              </a:ext>
            </a:extLst>
          </p:cNvPr>
          <p:cNvSpPr>
            <a:spLocks noGrp="1"/>
          </p:cNvSpPr>
          <p:nvPr>
            <p:ph type="dt" sz="half" idx="10"/>
          </p:nvPr>
        </p:nvSpPr>
        <p:spPr/>
        <p:txBody>
          <a:bodyPr/>
          <a:lstStyle/>
          <a:p>
            <a:fld id="{A9D318C4-0D56-484F-AB5A-27673DC92A62}" type="datetimeFigureOut">
              <a:rPr lang="en-US" smtClean="0"/>
              <a:t>3/9/2026</a:t>
            </a:fld>
            <a:endParaRPr lang="en-US"/>
          </a:p>
        </p:txBody>
      </p:sp>
      <p:sp>
        <p:nvSpPr>
          <p:cNvPr id="5" name="Footer Placeholder 4">
            <a:extLst>
              <a:ext uri="{FF2B5EF4-FFF2-40B4-BE49-F238E27FC236}">
                <a16:creationId xmlns:a16="http://schemas.microsoft.com/office/drawing/2014/main" id="{6859838F-F981-4A11-A3EA-B7AE61C02C1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5CF05F8-7954-4A97-B332-EDDBD0F01499}"/>
              </a:ext>
            </a:extLst>
          </p:cNvPr>
          <p:cNvSpPr>
            <a:spLocks noGrp="1"/>
          </p:cNvSpPr>
          <p:nvPr>
            <p:ph type="sldNum" sz="quarter" idx="12"/>
          </p:nvPr>
        </p:nvSpPr>
        <p:spPr/>
        <p:txBody>
          <a:bodyPr/>
          <a:lstStyle/>
          <a:p>
            <a:fld id="{EA3BB1A1-19E0-455F-B420-F60F5A70B66A}" type="slidenum">
              <a:rPr lang="en-US" smtClean="0"/>
              <a:t>‹#›</a:t>
            </a:fld>
            <a:endParaRPr lang="en-US"/>
          </a:p>
        </p:txBody>
      </p:sp>
    </p:spTree>
    <p:extLst>
      <p:ext uri="{BB962C8B-B14F-4D97-AF65-F5344CB8AC3E}">
        <p14:creationId xmlns:p14="http://schemas.microsoft.com/office/powerpoint/2010/main" val="35361238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25440BE-8DDC-46FC-BF8E-CF000AA9C7F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83A16E3-BF24-4E97-B875-C7926701CC2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76ADAB7-0D37-4EF6-BD60-26A7E9EAF97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9D318C4-0D56-484F-AB5A-27673DC92A62}" type="datetimeFigureOut">
              <a:rPr lang="en-US" smtClean="0"/>
              <a:t>3/9/2026</a:t>
            </a:fld>
            <a:endParaRPr lang="en-US"/>
          </a:p>
        </p:txBody>
      </p:sp>
      <p:sp>
        <p:nvSpPr>
          <p:cNvPr id="5" name="Footer Placeholder 4">
            <a:extLst>
              <a:ext uri="{FF2B5EF4-FFF2-40B4-BE49-F238E27FC236}">
                <a16:creationId xmlns:a16="http://schemas.microsoft.com/office/drawing/2014/main" id="{55DEA6C1-B9BC-4526-B360-7A331700FF4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37D234A7-B9C2-4E0B-93ED-4668E25DA12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A3BB1A1-19E0-455F-B420-F60F5A70B66A}" type="slidenum">
              <a:rPr lang="en-US" smtClean="0"/>
              <a:t>‹#›</a:t>
            </a:fld>
            <a:endParaRPr lang="en-US"/>
          </a:p>
        </p:txBody>
      </p:sp>
    </p:spTree>
    <p:extLst>
      <p:ext uri="{BB962C8B-B14F-4D97-AF65-F5344CB8AC3E}">
        <p14:creationId xmlns:p14="http://schemas.microsoft.com/office/powerpoint/2010/main" val="9491235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customXml" Target="../ink/ink4.xml"/><Relationship Id="rId13" Type="http://schemas.openxmlformats.org/officeDocument/2006/relationships/image" Target="../media/image8.png"/><Relationship Id="rId18" Type="http://schemas.openxmlformats.org/officeDocument/2006/relationships/customXml" Target="../ink/ink9.xml"/><Relationship Id="rId3" Type="http://schemas.openxmlformats.org/officeDocument/2006/relationships/image" Target="../media/image3.png"/><Relationship Id="rId21" Type="http://schemas.openxmlformats.org/officeDocument/2006/relationships/image" Target="../media/image12.png"/><Relationship Id="rId7" Type="http://schemas.openxmlformats.org/officeDocument/2006/relationships/image" Target="../media/image5.png"/><Relationship Id="rId12" Type="http://schemas.openxmlformats.org/officeDocument/2006/relationships/customXml" Target="../ink/ink6.xml"/><Relationship Id="rId17" Type="http://schemas.openxmlformats.org/officeDocument/2006/relationships/image" Target="../media/image10.png"/><Relationship Id="rId2" Type="http://schemas.openxmlformats.org/officeDocument/2006/relationships/customXml" Target="../ink/ink1.xml"/><Relationship Id="rId16" Type="http://schemas.openxmlformats.org/officeDocument/2006/relationships/customXml" Target="../ink/ink8.xml"/><Relationship Id="rId20" Type="http://schemas.openxmlformats.org/officeDocument/2006/relationships/customXml" Target="../ink/ink10.xml"/><Relationship Id="rId1" Type="http://schemas.openxmlformats.org/officeDocument/2006/relationships/slideLayout" Target="../slideLayouts/slideLayout2.xml"/><Relationship Id="rId6" Type="http://schemas.openxmlformats.org/officeDocument/2006/relationships/customXml" Target="../ink/ink3.xml"/><Relationship Id="rId11" Type="http://schemas.openxmlformats.org/officeDocument/2006/relationships/image" Target="../media/image7.png"/><Relationship Id="rId5" Type="http://schemas.openxmlformats.org/officeDocument/2006/relationships/image" Target="../media/image4.png"/><Relationship Id="rId15" Type="http://schemas.openxmlformats.org/officeDocument/2006/relationships/image" Target="../media/image9.png"/><Relationship Id="rId10" Type="http://schemas.openxmlformats.org/officeDocument/2006/relationships/customXml" Target="../ink/ink5.xml"/><Relationship Id="rId19" Type="http://schemas.openxmlformats.org/officeDocument/2006/relationships/image" Target="../media/image11.png"/><Relationship Id="rId4" Type="http://schemas.openxmlformats.org/officeDocument/2006/relationships/customXml" Target="../ink/ink2.xml"/><Relationship Id="rId9" Type="http://schemas.openxmlformats.org/officeDocument/2006/relationships/image" Target="../media/image6.png"/><Relationship Id="rId14" Type="http://schemas.openxmlformats.org/officeDocument/2006/relationships/customXml" Target="../ink/ink7.xml"/></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customXml" Target="../ink/ink11.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customXml" Target="../ink/ink12.xml"/></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customXml" Target="../ink/ink13.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customXml" Target="../ink/ink1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19.png"/><Relationship Id="rId13" Type="http://schemas.openxmlformats.org/officeDocument/2006/relationships/image" Target="../media/image21.png"/><Relationship Id="rId18" Type="http://schemas.openxmlformats.org/officeDocument/2006/relationships/customXml" Target="../ink/ink24.xml"/><Relationship Id="rId26" Type="http://schemas.openxmlformats.org/officeDocument/2006/relationships/customXml" Target="../ink/ink28.xml"/><Relationship Id="rId3" Type="http://schemas.openxmlformats.org/officeDocument/2006/relationships/image" Target="../media/image17.png"/><Relationship Id="rId21" Type="http://schemas.openxmlformats.org/officeDocument/2006/relationships/image" Target="../media/image25.png"/><Relationship Id="rId7" Type="http://schemas.openxmlformats.org/officeDocument/2006/relationships/customXml" Target="../ink/ink18.xml"/><Relationship Id="rId12" Type="http://schemas.openxmlformats.org/officeDocument/2006/relationships/customXml" Target="../ink/ink21.xml"/><Relationship Id="rId17" Type="http://schemas.openxmlformats.org/officeDocument/2006/relationships/image" Target="../media/image23.png"/><Relationship Id="rId25" Type="http://schemas.openxmlformats.org/officeDocument/2006/relationships/image" Target="../media/image27.png"/><Relationship Id="rId2" Type="http://schemas.openxmlformats.org/officeDocument/2006/relationships/customXml" Target="../ink/ink15.xml"/><Relationship Id="rId16" Type="http://schemas.openxmlformats.org/officeDocument/2006/relationships/customXml" Target="../ink/ink23.xml"/><Relationship Id="rId20" Type="http://schemas.openxmlformats.org/officeDocument/2006/relationships/customXml" Target="../ink/ink25.xml"/><Relationship Id="rId1" Type="http://schemas.openxmlformats.org/officeDocument/2006/relationships/slideLayout" Target="../slideLayouts/slideLayout2.xml"/><Relationship Id="rId6" Type="http://schemas.openxmlformats.org/officeDocument/2006/relationships/customXml" Target="../ink/ink17.xml"/><Relationship Id="rId11" Type="http://schemas.openxmlformats.org/officeDocument/2006/relationships/image" Target="../media/image20.png"/><Relationship Id="rId24" Type="http://schemas.openxmlformats.org/officeDocument/2006/relationships/customXml" Target="../ink/ink27.xml"/><Relationship Id="rId5" Type="http://schemas.openxmlformats.org/officeDocument/2006/relationships/image" Target="../media/image18.png"/><Relationship Id="rId15" Type="http://schemas.openxmlformats.org/officeDocument/2006/relationships/image" Target="../media/image22.png"/><Relationship Id="rId23" Type="http://schemas.openxmlformats.org/officeDocument/2006/relationships/image" Target="../media/image26.png"/><Relationship Id="rId10" Type="http://schemas.openxmlformats.org/officeDocument/2006/relationships/customXml" Target="../ink/ink20.xml"/><Relationship Id="rId19" Type="http://schemas.openxmlformats.org/officeDocument/2006/relationships/image" Target="../media/image24.png"/><Relationship Id="rId4" Type="http://schemas.openxmlformats.org/officeDocument/2006/relationships/customXml" Target="../ink/ink16.xml"/><Relationship Id="rId9" Type="http://schemas.openxmlformats.org/officeDocument/2006/relationships/customXml" Target="../ink/ink19.xml"/><Relationship Id="rId14" Type="http://schemas.openxmlformats.org/officeDocument/2006/relationships/customXml" Target="../ink/ink22.xml"/><Relationship Id="rId22" Type="http://schemas.openxmlformats.org/officeDocument/2006/relationships/customXml" Target="../ink/ink26.xml"/><Relationship Id="rId27" Type="http://schemas.openxmlformats.org/officeDocument/2006/relationships/image" Target="../media/image28.png"/></Relationships>
</file>

<file path=ppt/slides/_rels/slide9.xml.rels><?xml version="1.0" encoding="UTF-8" standalone="yes"?>
<Relationships xmlns="http://schemas.openxmlformats.org/package/2006/relationships"><Relationship Id="rId3" Type="http://schemas.openxmlformats.org/officeDocument/2006/relationships/customXml" Target="../ink/ink29.xml"/><Relationship Id="rId2" Type="http://schemas.openxmlformats.org/officeDocument/2006/relationships/image" Target="../media/image29.wmf"/><Relationship Id="rId1" Type="http://schemas.openxmlformats.org/officeDocument/2006/relationships/slideLayout" Target="../slideLayouts/slideLayout6.xml"/><Relationship Id="rId4" Type="http://schemas.openxmlformats.org/officeDocument/2006/relationships/image" Target="../media/image30.png"/></Relationships>
</file>

<file path=ppt/slides/_rels/slide10.xml.rels><?xml version="1.0" encoding="UTF-8" standalone="yes"?>
<Relationships xmlns="http://schemas.openxmlformats.org/package/2006/relationships"><Relationship Id="rId2" Type="http://schemas.openxmlformats.org/officeDocument/2006/relationships/image" Target="../media/image31.wmf"/><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customXml" Target="../ink/ink32.xml"/><Relationship Id="rId13" Type="http://schemas.openxmlformats.org/officeDocument/2006/relationships/image" Target="../media/image37.png"/><Relationship Id="rId3" Type="http://schemas.openxmlformats.org/officeDocument/2006/relationships/image" Target="../media/image32.png"/><Relationship Id="rId7" Type="http://schemas.openxmlformats.org/officeDocument/2006/relationships/image" Target="../media/image34.png"/><Relationship Id="rId12" Type="http://schemas.openxmlformats.org/officeDocument/2006/relationships/customXml" Target="../ink/ink34.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customXml" Target="../ink/ink31.xml"/><Relationship Id="rId11" Type="http://schemas.openxmlformats.org/officeDocument/2006/relationships/image" Target="../media/image36.png"/><Relationship Id="rId5" Type="http://schemas.openxmlformats.org/officeDocument/2006/relationships/image" Target="../media/image33.png"/><Relationship Id="rId10" Type="http://schemas.openxmlformats.org/officeDocument/2006/relationships/customXml" Target="../ink/ink33.xml"/><Relationship Id="rId4" Type="http://schemas.openxmlformats.org/officeDocument/2006/relationships/customXml" Target="../ink/ink30.xml"/><Relationship Id="rId9" Type="http://schemas.openxmlformats.org/officeDocument/2006/relationships/image" Target="../media/image35.png"/></Relationships>
</file>

<file path=ppt/slides/_rels/slide13.xml.rels><?xml version="1.0" encoding="UTF-8" standalone="yes"?>
<Relationships xmlns="http://schemas.openxmlformats.org/package/2006/relationships"><Relationship Id="rId8" Type="http://schemas.openxmlformats.org/officeDocument/2006/relationships/image" Target="../media/image40.png"/><Relationship Id="rId13" Type="http://schemas.openxmlformats.org/officeDocument/2006/relationships/customXml" Target="../ink/ink40.xml"/><Relationship Id="rId18" Type="http://schemas.openxmlformats.org/officeDocument/2006/relationships/image" Target="../media/image45.png"/><Relationship Id="rId3" Type="http://schemas.openxmlformats.org/officeDocument/2006/relationships/customXml" Target="../ink/ink35.xml"/><Relationship Id="rId21" Type="http://schemas.openxmlformats.org/officeDocument/2006/relationships/customXml" Target="../ink/ink44.xml"/><Relationship Id="rId7" Type="http://schemas.openxmlformats.org/officeDocument/2006/relationships/customXml" Target="../ink/ink37.xml"/><Relationship Id="rId12" Type="http://schemas.openxmlformats.org/officeDocument/2006/relationships/image" Target="../media/image42.png"/><Relationship Id="rId17" Type="http://schemas.openxmlformats.org/officeDocument/2006/relationships/customXml" Target="../ink/ink42.xml"/><Relationship Id="rId2" Type="http://schemas.openxmlformats.org/officeDocument/2006/relationships/notesSlide" Target="../notesSlides/notesSlide2.xml"/><Relationship Id="rId16" Type="http://schemas.openxmlformats.org/officeDocument/2006/relationships/image" Target="../media/image44.png"/><Relationship Id="rId20" Type="http://schemas.openxmlformats.org/officeDocument/2006/relationships/image" Target="../media/image46.png"/><Relationship Id="rId1" Type="http://schemas.openxmlformats.org/officeDocument/2006/relationships/slideLayout" Target="../slideLayouts/slideLayout2.xml"/><Relationship Id="rId6" Type="http://schemas.openxmlformats.org/officeDocument/2006/relationships/image" Target="../media/image39.png"/><Relationship Id="rId11" Type="http://schemas.openxmlformats.org/officeDocument/2006/relationships/customXml" Target="../ink/ink39.xml"/><Relationship Id="rId5" Type="http://schemas.openxmlformats.org/officeDocument/2006/relationships/customXml" Target="../ink/ink36.xml"/><Relationship Id="rId15" Type="http://schemas.openxmlformats.org/officeDocument/2006/relationships/customXml" Target="../ink/ink41.xml"/><Relationship Id="rId10" Type="http://schemas.openxmlformats.org/officeDocument/2006/relationships/image" Target="../media/image41.png"/><Relationship Id="rId19" Type="http://schemas.openxmlformats.org/officeDocument/2006/relationships/customXml" Target="../ink/ink43.xml"/><Relationship Id="rId4" Type="http://schemas.openxmlformats.org/officeDocument/2006/relationships/image" Target="../media/image38.png"/><Relationship Id="rId9" Type="http://schemas.openxmlformats.org/officeDocument/2006/relationships/customXml" Target="../ink/ink38.xml"/><Relationship Id="rId14" Type="http://schemas.openxmlformats.org/officeDocument/2006/relationships/image" Target="../media/image43.png"/><Relationship Id="rId22" Type="http://schemas.openxmlformats.org/officeDocument/2006/relationships/image" Target="../media/image47.png"/></Relationships>
</file>

<file path=ppt/slides/_rels/slide14.xml.rels><?xml version="1.0" encoding="UTF-8" standalone="yes"?>
<Relationships xmlns="http://schemas.openxmlformats.org/package/2006/relationships"><Relationship Id="rId3" Type="http://schemas.openxmlformats.org/officeDocument/2006/relationships/customXml" Target="../ink/ink45.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49.png"/><Relationship Id="rId5" Type="http://schemas.openxmlformats.org/officeDocument/2006/relationships/customXml" Target="../ink/ink46.xml"/><Relationship Id="rId4" Type="http://schemas.openxmlformats.org/officeDocument/2006/relationships/image" Target="../media/image4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8" Type="http://schemas.openxmlformats.org/officeDocument/2006/relationships/customXml" Target="../ink/ink49.xml"/><Relationship Id="rId13" Type="http://schemas.openxmlformats.org/officeDocument/2006/relationships/image" Target="../media/image54.png"/><Relationship Id="rId18" Type="http://schemas.openxmlformats.org/officeDocument/2006/relationships/customXml" Target="../ink/ink54.xml"/><Relationship Id="rId3" Type="http://schemas.openxmlformats.org/officeDocument/2006/relationships/image" Target="../media/image50.png"/><Relationship Id="rId7" Type="http://schemas.openxmlformats.org/officeDocument/2006/relationships/image" Target="../media/image51.png"/><Relationship Id="rId12" Type="http://schemas.openxmlformats.org/officeDocument/2006/relationships/customXml" Target="../ink/ink51.xml"/><Relationship Id="rId17" Type="http://schemas.openxmlformats.org/officeDocument/2006/relationships/image" Target="../media/image56.png"/><Relationship Id="rId2" Type="http://schemas.openxmlformats.org/officeDocument/2006/relationships/notesSlide" Target="../notesSlides/notesSlide7.xml"/><Relationship Id="rId16" Type="http://schemas.openxmlformats.org/officeDocument/2006/relationships/customXml" Target="../ink/ink53.xml"/><Relationship Id="rId1" Type="http://schemas.openxmlformats.org/officeDocument/2006/relationships/slideLayout" Target="../slideLayouts/slideLayout2.xml"/><Relationship Id="rId6" Type="http://schemas.openxmlformats.org/officeDocument/2006/relationships/customXml" Target="../ink/ink48.xml"/><Relationship Id="rId11" Type="http://schemas.openxmlformats.org/officeDocument/2006/relationships/image" Target="../media/image53.png"/><Relationship Id="rId5" Type="http://schemas.openxmlformats.org/officeDocument/2006/relationships/image" Target="../media/image18.png"/><Relationship Id="rId15" Type="http://schemas.openxmlformats.org/officeDocument/2006/relationships/image" Target="../media/image55.png"/><Relationship Id="rId10" Type="http://schemas.openxmlformats.org/officeDocument/2006/relationships/customXml" Target="../ink/ink50.xml"/><Relationship Id="rId19" Type="http://schemas.openxmlformats.org/officeDocument/2006/relationships/image" Target="../media/image57.png"/><Relationship Id="rId4" Type="http://schemas.openxmlformats.org/officeDocument/2006/relationships/customXml" Target="../ink/ink47.xml"/><Relationship Id="rId9" Type="http://schemas.openxmlformats.org/officeDocument/2006/relationships/image" Target="../media/image52.png"/><Relationship Id="rId14" Type="http://schemas.openxmlformats.org/officeDocument/2006/relationships/customXml" Target="../ink/ink52.xml"/></Relationships>
</file>

<file path=ppt/slides/_rels/slide21.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62.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63.png"/><Relationship Id="rId7" Type="http://schemas.openxmlformats.org/officeDocument/2006/relationships/image" Target="../media/image65.png"/><Relationship Id="rId2" Type="http://schemas.openxmlformats.org/officeDocument/2006/relationships/customXml" Target="../ink/ink55.xml"/><Relationship Id="rId1" Type="http://schemas.openxmlformats.org/officeDocument/2006/relationships/slideLayout" Target="../slideLayouts/slideLayout2.xml"/><Relationship Id="rId6" Type="http://schemas.openxmlformats.org/officeDocument/2006/relationships/customXml" Target="../ink/ink57.xml"/><Relationship Id="rId5" Type="http://schemas.openxmlformats.org/officeDocument/2006/relationships/image" Target="../media/image64.png"/><Relationship Id="rId4" Type="http://schemas.openxmlformats.org/officeDocument/2006/relationships/customXml" Target="../ink/ink5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Autofit/>
          </a:bodyPr>
          <a:lstStyle/>
          <a:p>
            <a:r>
              <a:rPr lang="en-US" sz="3200" b="1" dirty="0"/>
              <a:t>Course Title: Programming Fundamentals</a:t>
            </a:r>
            <a:br>
              <a:rPr lang="en-US" sz="3200" b="1" dirty="0"/>
            </a:br>
            <a:r>
              <a:rPr lang="en-US" sz="3200" b="1" dirty="0"/>
              <a:t>Course Code: CS141</a:t>
            </a:r>
          </a:p>
        </p:txBody>
      </p:sp>
      <p:sp>
        <p:nvSpPr>
          <p:cNvPr id="4" name="Subtitle 3"/>
          <p:cNvSpPr>
            <a:spLocks noGrp="1"/>
          </p:cNvSpPr>
          <p:nvPr>
            <p:ph type="subTitle" idx="1"/>
          </p:nvPr>
        </p:nvSpPr>
        <p:spPr>
          <a:xfrm>
            <a:off x="3953003" y="3892214"/>
            <a:ext cx="3759362" cy="435312"/>
          </a:xfrm>
          <a:prstGeom prst="rect">
            <a:avLst/>
          </a:prstGeom>
        </p:spPr>
        <p:txBody>
          <a:bodyPr wrap="none">
            <a:spAutoFit/>
          </a:bodyPr>
          <a:lstStyle/>
          <a:p>
            <a:pPr algn="r">
              <a:lnSpc>
                <a:spcPct val="101000"/>
              </a:lnSpc>
              <a:buFont typeface="Times New Roman" charset="0"/>
              <a:buNone/>
              <a:defRPr/>
            </a:pPr>
            <a:r>
              <a:rPr lang="en-US" b="1" dirty="0">
                <a:solidFill>
                  <a:srgbClr val="002060"/>
                </a:solidFill>
                <a:latin typeface="Tahoma" charset="0"/>
                <a:cs typeface="Microsoft YaHei" charset="0"/>
              </a:rPr>
              <a:t>Prof. Khaled F. Hussain</a:t>
            </a:r>
          </a:p>
        </p:txBody>
      </p:sp>
      <p:sp>
        <p:nvSpPr>
          <p:cNvPr id="6" name="Text Box 2"/>
          <p:cNvSpPr txBox="1">
            <a:spLocks noChangeArrowheads="1"/>
          </p:cNvSpPr>
          <p:nvPr/>
        </p:nvSpPr>
        <p:spPr bwMode="auto">
          <a:xfrm>
            <a:off x="10001250" y="1247775"/>
            <a:ext cx="1333500" cy="3810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fontAlgn="base">
              <a:spcBef>
                <a:spcPct val="0"/>
              </a:spcBef>
              <a:spcAft>
                <a:spcPts val="1000"/>
              </a:spcAft>
            </a:pPr>
            <a:r>
              <a:rPr lang="en-US" sz="900" b="1" dirty="0" err="1">
                <a:latin typeface="Calibri" pitchFamily="34" charset="0"/>
                <a:ea typeface="Arial" pitchFamily="34" charset="0"/>
                <a:cs typeface="Arial" pitchFamily="34" charset="0"/>
              </a:rPr>
              <a:t>Assiut</a:t>
            </a:r>
            <a:r>
              <a:rPr lang="en-US" sz="900" b="1" dirty="0">
                <a:latin typeface="Calibri" pitchFamily="34" charset="0"/>
                <a:ea typeface="Arial" pitchFamily="34" charset="0"/>
                <a:cs typeface="Arial" pitchFamily="34" charset="0"/>
              </a:rPr>
              <a:t> University</a:t>
            </a:r>
            <a:endParaRPr lang="en-US" dirty="0">
              <a:latin typeface="Arial" pitchFamily="34" charset="0"/>
              <a:cs typeface="Arial" pitchFamily="34" charset="0"/>
            </a:endParaRPr>
          </a:p>
        </p:txBody>
      </p:sp>
      <p:pic>
        <p:nvPicPr>
          <p:cNvPr id="7" name="Picture 6"/>
          <p:cNvPicPr/>
          <p:nvPr/>
        </p:nvPicPr>
        <p:blipFill>
          <a:blip r:embed="rId2" cstate="print"/>
          <a:srcRect/>
          <a:stretch>
            <a:fillRect/>
          </a:stretch>
        </p:blipFill>
        <p:spPr bwMode="auto">
          <a:xfrm>
            <a:off x="1698172" y="334327"/>
            <a:ext cx="866775" cy="1103948"/>
          </a:xfrm>
          <a:prstGeom prst="rect">
            <a:avLst/>
          </a:prstGeom>
          <a:noFill/>
          <a:ln w="9525">
            <a:noFill/>
            <a:miter lim="800000"/>
            <a:headEnd/>
            <a:tailEnd/>
          </a:ln>
        </p:spPr>
      </p:pic>
      <p:pic>
        <p:nvPicPr>
          <p:cNvPr id="1026" name="Picture 1" descr="Description: Assiut Univ">
            <a:extLst>
              <a:ext uri="{FF2B5EF4-FFF2-40B4-BE49-F238E27FC236}">
                <a16:creationId xmlns:a16="http://schemas.microsoft.com/office/drawing/2014/main" id="{2B9C1A82-8595-4121-B86E-D438A21B6663}"/>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247709" y="457676"/>
            <a:ext cx="542925" cy="723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WordArt 3">
            <a:extLst>
              <a:ext uri="{FF2B5EF4-FFF2-40B4-BE49-F238E27FC236}">
                <a16:creationId xmlns:a16="http://schemas.microsoft.com/office/drawing/2014/main" id="{FDBEE558-F756-4756-A81D-D251A5EF5D1B}"/>
              </a:ext>
            </a:extLst>
          </p:cNvPr>
          <p:cNvSpPr>
            <a:spLocks noChangeArrowheads="1" noChangeShapeType="1" noTextEdit="1"/>
          </p:cNvSpPr>
          <p:nvPr/>
        </p:nvSpPr>
        <p:spPr bwMode="auto">
          <a:xfrm>
            <a:off x="1401366" y="1317171"/>
            <a:ext cx="1357312" cy="285750"/>
          </a:xfrm>
          <a:prstGeom prst="rect">
            <a:avLst/>
          </a:prstGeom>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14:hiddenEffects>
            </a:ext>
          </a:extLst>
        </p:spPr>
        <p:txBody>
          <a:bodyPr wrap="none" fromWordArt="1">
            <a:prstTxWarp prst="textArchDown">
              <a:avLst>
                <a:gd name="adj" fmla="val 0"/>
              </a:avLst>
            </a:prstTxWarp>
          </a:bodyPr>
          <a:lstStyle/>
          <a:p>
            <a:pPr algn="ctr" rtl="1">
              <a:buNone/>
            </a:pPr>
            <a:r>
              <a:rPr lang="ar-EG" sz="900" kern="10" spc="0" dirty="0">
                <a:ln>
                  <a:noFill/>
                </a:ln>
                <a:solidFill>
                  <a:srgbClr val="000000"/>
                </a:solidFill>
                <a:effectLst/>
                <a:latin typeface="Times New Roman" panose="02020603050405020304" pitchFamily="18" charset="0"/>
                <a:cs typeface="Times New Roman" panose="02020603050405020304" pitchFamily="18" charset="0"/>
              </a:rPr>
              <a:t>كلية معتمدة من الهيئة القومية</a:t>
            </a:r>
          </a:p>
          <a:p>
            <a:pPr algn="ctr" rtl="1">
              <a:buNone/>
            </a:pPr>
            <a:r>
              <a:rPr lang="ar-EG" sz="900" kern="10" spc="0" dirty="0">
                <a:ln>
                  <a:noFill/>
                </a:ln>
                <a:solidFill>
                  <a:srgbClr val="000000"/>
                </a:solidFill>
                <a:effectLst/>
                <a:latin typeface="Times New Roman" panose="02020603050405020304" pitchFamily="18" charset="0"/>
                <a:cs typeface="Times New Roman" panose="02020603050405020304" pitchFamily="18" charset="0"/>
              </a:rPr>
              <a:t> لضمان جودة التعليم والاعتماد</a:t>
            </a:r>
            <a:endParaRPr lang="en-GB" sz="900" kern="10" spc="0" dirty="0">
              <a:ln>
                <a:noFill/>
              </a:ln>
              <a:solidFill>
                <a:srgbClr val="000000"/>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999464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5720FA-D243-4921-882B-91D0094D0461}"/>
              </a:ext>
            </a:extLst>
          </p:cNvPr>
          <p:cNvSpPr>
            <a:spLocks noGrp="1"/>
          </p:cNvSpPr>
          <p:nvPr>
            <p:ph type="ctrTitle"/>
          </p:nvPr>
        </p:nvSpPr>
        <p:spPr/>
        <p:txBody>
          <a:bodyPr/>
          <a:lstStyle/>
          <a:p>
            <a:r>
              <a:rPr lang="en-US" dirty="0"/>
              <a:t>An Overview of Computers and Programming Languages</a:t>
            </a:r>
          </a:p>
        </p:txBody>
      </p:sp>
      <p:sp>
        <p:nvSpPr>
          <p:cNvPr id="3" name="Subtitle 2">
            <a:extLst>
              <a:ext uri="{FF2B5EF4-FFF2-40B4-BE49-F238E27FC236}">
                <a16:creationId xmlns:a16="http://schemas.microsoft.com/office/drawing/2014/main" id="{C930A196-29A0-4077-88B3-208058A7C8A1}"/>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29627716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9B1C7A-54D1-4CC2-A84E-F065FF872C0C}"/>
              </a:ext>
            </a:extLst>
          </p:cNvPr>
          <p:cNvSpPr>
            <a:spLocks noGrp="1"/>
          </p:cNvSpPr>
          <p:nvPr>
            <p:ph type="title"/>
          </p:nvPr>
        </p:nvSpPr>
        <p:spPr/>
        <p:txBody>
          <a:bodyPr/>
          <a:lstStyle/>
          <a:p>
            <a:r>
              <a:rPr lang="en-US" dirty="0"/>
              <a:t>Reference</a:t>
            </a:r>
          </a:p>
        </p:txBody>
      </p:sp>
      <p:sp>
        <p:nvSpPr>
          <p:cNvPr id="3" name="Content Placeholder 2">
            <a:extLst>
              <a:ext uri="{FF2B5EF4-FFF2-40B4-BE49-F238E27FC236}">
                <a16:creationId xmlns:a16="http://schemas.microsoft.com/office/drawing/2014/main" id="{DDDD4ADD-046A-4F26-A55A-E6AD00ED4235}"/>
              </a:ext>
            </a:extLst>
          </p:cNvPr>
          <p:cNvSpPr>
            <a:spLocks noGrp="1"/>
          </p:cNvSpPr>
          <p:nvPr>
            <p:ph idx="1"/>
          </p:nvPr>
        </p:nvSpPr>
        <p:spPr/>
        <p:txBody>
          <a:bodyPr/>
          <a:lstStyle/>
          <a:p>
            <a:r>
              <a:rPr lang="en-US" dirty="0"/>
              <a:t>D. S. Malik, “C++ Programming: From Problem Analysis to Program Design”, Cengage Learning </a:t>
            </a:r>
          </a:p>
          <a:p>
            <a:pPr marL="0" indent="0">
              <a:buNone/>
            </a:pPr>
            <a:endParaRPr lang="en-US" dirty="0"/>
          </a:p>
        </p:txBody>
      </p:sp>
    </p:spTree>
    <p:extLst>
      <p:ext uri="{BB962C8B-B14F-4D97-AF65-F5344CB8AC3E}">
        <p14:creationId xmlns:p14="http://schemas.microsoft.com/office/powerpoint/2010/main" val="25923715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418E98-400C-47DE-8779-435147216626}"/>
              </a:ext>
            </a:extLst>
          </p:cNvPr>
          <p:cNvSpPr>
            <a:spLocks noGrp="1"/>
          </p:cNvSpPr>
          <p:nvPr>
            <p:ph type="title"/>
          </p:nvPr>
        </p:nvSpPr>
        <p:spPr/>
        <p:txBody>
          <a:bodyPr/>
          <a:lstStyle/>
          <a:p>
            <a:r>
              <a:rPr lang="en-US" dirty="0"/>
              <a:t>Computer Languages</a:t>
            </a:r>
          </a:p>
        </p:txBody>
      </p:sp>
      <p:sp>
        <p:nvSpPr>
          <p:cNvPr id="3" name="Content Placeholder 2">
            <a:extLst>
              <a:ext uri="{FF2B5EF4-FFF2-40B4-BE49-F238E27FC236}">
                <a16:creationId xmlns:a16="http://schemas.microsoft.com/office/drawing/2014/main" id="{B6949086-1D6D-4EF7-B8E1-3F77A95C7964}"/>
              </a:ext>
            </a:extLst>
          </p:cNvPr>
          <p:cNvSpPr>
            <a:spLocks noGrp="1"/>
          </p:cNvSpPr>
          <p:nvPr>
            <p:ph idx="1"/>
          </p:nvPr>
        </p:nvSpPr>
        <p:spPr/>
        <p:txBody>
          <a:bodyPr>
            <a:normAutofit lnSpcReduction="10000"/>
          </a:bodyPr>
          <a:lstStyle/>
          <a:p>
            <a:r>
              <a:rPr lang="en-US" dirty="0"/>
              <a:t>Machine language</a:t>
            </a:r>
          </a:p>
          <a:p>
            <a:pPr lvl="1"/>
            <a:r>
              <a:rPr lang="en-US" sz="1400" b="0" i="0" u="none" strike="noStrike" baseline="0" dirty="0">
                <a:solidFill>
                  <a:srgbClr val="211808"/>
                </a:solidFill>
                <a:latin typeface="WarnockPro-Regular"/>
              </a:rPr>
              <a:t>The language of a computer, called </a:t>
            </a:r>
            <a:r>
              <a:rPr lang="en-US" sz="1400" b="1" i="0" u="none" strike="noStrike" baseline="0" dirty="0">
                <a:solidFill>
                  <a:srgbClr val="211808"/>
                </a:solidFill>
                <a:latin typeface="WarnockPro-Bold"/>
              </a:rPr>
              <a:t>machine language</a:t>
            </a:r>
            <a:r>
              <a:rPr lang="en-US" sz="1400" b="0" i="0" u="none" strike="noStrike" baseline="0" dirty="0">
                <a:solidFill>
                  <a:srgbClr val="211808"/>
                </a:solidFill>
                <a:latin typeface="WarnockPro-Regular"/>
              </a:rPr>
              <a:t>, is a sequence of </a:t>
            </a:r>
            <a:r>
              <a:rPr lang="en-US" sz="1400" b="1" i="0" u="none" strike="noStrike" baseline="0" dirty="0">
                <a:solidFill>
                  <a:srgbClr val="211808"/>
                </a:solidFill>
                <a:latin typeface="CourierStd-Bold"/>
              </a:rPr>
              <a:t>0</a:t>
            </a:r>
            <a:r>
              <a:rPr lang="en-US" sz="1400" b="0" i="0" u="none" strike="noStrike" baseline="0" dirty="0">
                <a:solidFill>
                  <a:srgbClr val="211808"/>
                </a:solidFill>
                <a:latin typeface="WarnockPro-Regular"/>
              </a:rPr>
              <a:t>s and </a:t>
            </a:r>
            <a:r>
              <a:rPr lang="en-US" sz="1400" b="1" i="0" u="none" strike="noStrike" baseline="0" dirty="0">
                <a:solidFill>
                  <a:srgbClr val="211808"/>
                </a:solidFill>
                <a:latin typeface="CourierStd-Bold"/>
              </a:rPr>
              <a:t>1</a:t>
            </a:r>
            <a:r>
              <a:rPr lang="en-US" sz="1400" b="0" i="0" u="none" strike="noStrike" baseline="0" dirty="0">
                <a:solidFill>
                  <a:srgbClr val="211808"/>
                </a:solidFill>
                <a:latin typeface="WarnockPro-Regular"/>
              </a:rPr>
              <a:t>s.</a:t>
            </a:r>
          </a:p>
          <a:p>
            <a:pPr algn="l"/>
            <a:r>
              <a:rPr lang="en-US" sz="1800" b="0" i="0" u="none" strike="noStrike" baseline="0" dirty="0">
                <a:solidFill>
                  <a:srgbClr val="211808"/>
                </a:solidFill>
                <a:latin typeface="WarnockPro-Regular"/>
              </a:rPr>
              <a:t>To see how instructions are written in machine language, suppose you want to use the equation:</a:t>
            </a:r>
          </a:p>
          <a:p>
            <a:pPr marL="0" indent="0" algn="l">
              <a:buNone/>
            </a:pPr>
            <a:r>
              <a:rPr lang="en-US" sz="1800" b="1" i="0" u="none" strike="noStrike" baseline="0" dirty="0">
                <a:solidFill>
                  <a:srgbClr val="211808"/>
                </a:solidFill>
                <a:latin typeface="CourierStd-Bold"/>
              </a:rPr>
              <a:t>	wages = rate · hours</a:t>
            </a:r>
          </a:p>
          <a:p>
            <a:pPr marL="0" indent="0" algn="l">
              <a:buNone/>
            </a:pPr>
            <a:r>
              <a:rPr lang="en-US" sz="1800" b="0" i="0" u="none" strike="noStrike" baseline="0" dirty="0">
                <a:solidFill>
                  <a:srgbClr val="211808"/>
                </a:solidFill>
                <a:latin typeface="WarnockPro-Regular"/>
              </a:rPr>
              <a:t>	to calculate weekly wages. </a:t>
            </a:r>
          </a:p>
          <a:p>
            <a:pPr marL="0" indent="0" algn="l">
              <a:buNone/>
            </a:pPr>
            <a:r>
              <a:rPr lang="en-US" sz="1800" b="0" i="0" u="none" strike="noStrike" baseline="0" dirty="0">
                <a:solidFill>
                  <a:srgbClr val="211808"/>
                </a:solidFill>
                <a:latin typeface="WarnockPro-Regular"/>
              </a:rPr>
              <a:t>	Further, suppose that the binary code </a:t>
            </a:r>
            <a:r>
              <a:rPr lang="en-US" sz="1800" b="1" i="0" u="none" strike="noStrike" baseline="0" dirty="0">
                <a:solidFill>
                  <a:srgbClr val="211808"/>
                </a:solidFill>
                <a:latin typeface="CourierStd-Bold"/>
              </a:rPr>
              <a:t>100100 </a:t>
            </a:r>
            <a:r>
              <a:rPr lang="en-US" sz="1800" b="0" i="0" u="none" strike="noStrike" baseline="0" dirty="0">
                <a:solidFill>
                  <a:srgbClr val="211808"/>
                </a:solidFill>
                <a:latin typeface="WarnockPro-Regular"/>
              </a:rPr>
              <a:t>stands for load,</a:t>
            </a:r>
          </a:p>
          <a:p>
            <a:pPr marL="0" indent="0" algn="l">
              <a:buNone/>
            </a:pPr>
            <a:r>
              <a:rPr lang="en-US" sz="1800" dirty="0">
                <a:solidFill>
                  <a:srgbClr val="211808"/>
                </a:solidFill>
                <a:latin typeface="WarnockPro-Regular"/>
              </a:rPr>
              <a:t>	</a:t>
            </a:r>
            <a:r>
              <a:rPr lang="en-US" sz="1800" b="1" i="0" u="none" strike="noStrike" baseline="0" dirty="0">
                <a:solidFill>
                  <a:srgbClr val="211808"/>
                </a:solidFill>
                <a:latin typeface="CourierStd-Bold"/>
              </a:rPr>
              <a:t>100110 </a:t>
            </a:r>
            <a:r>
              <a:rPr lang="en-US" sz="1800" b="0" i="0" u="none" strike="noStrike" baseline="0" dirty="0">
                <a:solidFill>
                  <a:srgbClr val="211808"/>
                </a:solidFill>
                <a:latin typeface="WarnockPro-Regular"/>
              </a:rPr>
              <a:t>stands for multiplication, and </a:t>
            </a:r>
          </a:p>
          <a:p>
            <a:pPr marL="0" indent="0" algn="l">
              <a:buNone/>
            </a:pPr>
            <a:r>
              <a:rPr lang="en-US" sz="1800" b="1" i="0" u="none" strike="noStrike" baseline="0" dirty="0">
                <a:solidFill>
                  <a:srgbClr val="211808"/>
                </a:solidFill>
                <a:latin typeface="CourierStd-Bold"/>
              </a:rPr>
              <a:t>	100010 </a:t>
            </a:r>
            <a:r>
              <a:rPr lang="en-US" sz="1800" b="0" i="0" u="none" strike="noStrike" baseline="0" dirty="0">
                <a:solidFill>
                  <a:srgbClr val="211808"/>
                </a:solidFill>
                <a:latin typeface="WarnockPro-Regular"/>
              </a:rPr>
              <a:t>stands for store. </a:t>
            </a:r>
          </a:p>
          <a:p>
            <a:pPr marL="0" indent="0" algn="l">
              <a:buNone/>
            </a:pPr>
            <a:r>
              <a:rPr lang="en-US" sz="1800" b="0" i="0" u="none" strike="noStrike" baseline="0" dirty="0">
                <a:solidFill>
                  <a:srgbClr val="211808"/>
                </a:solidFill>
                <a:latin typeface="WarnockPro-Regular"/>
              </a:rPr>
              <a:t>In machine language, you might need the following sequence of instructions to calculate weekly wages:</a:t>
            </a:r>
          </a:p>
          <a:p>
            <a:pPr marL="0" indent="0" algn="l">
              <a:buNone/>
            </a:pPr>
            <a:r>
              <a:rPr lang="en-US" sz="1800" b="1" i="0" u="none" strike="noStrike" baseline="0" dirty="0">
                <a:solidFill>
                  <a:srgbClr val="211808"/>
                </a:solidFill>
                <a:latin typeface="CourierStd-Bold"/>
              </a:rPr>
              <a:t>100100 010001</a:t>
            </a:r>
          </a:p>
          <a:p>
            <a:pPr marL="0" indent="0" algn="l">
              <a:buNone/>
            </a:pPr>
            <a:r>
              <a:rPr lang="en-US" sz="1800" b="1" i="0" u="none" strike="noStrike" baseline="0" dirty="0">
                <a:solidFill>
                  <a:srgbClr val="211808"/>
                </a:solidFill>
                <a:latin typeface="CourierStd-Bold"/>
              </a:rPr>
              <a:t>100110 010010</a:t>
            </a:r>
          </a:p>
          <a:p>
            <a:pPr marL="0" indent="0" algn="l">
              <a:buNone/>
            </a:pPr>
            <a:r>
              <a:rPr lang="en-US" sz="1800" b="1" i="0" u="none" strike="noStrike" baseline="0" dirty="0">
                <a:solidFill>
                  <a:srgbClr val="211808"/>
                </a:solidFill>
                <a:latin typeface="CourierStd-Bold"/>
              </a:rPr>
              <a:t>100010 010011</a:t>
            </a:r>
            <a:endParaRPr lang="en-US" dirty="0"/>
          </a:p>
          <a:p>
            <a:endParaRPr lang="en-US" dirty="0"/>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33AEAE37-F73B-F0A4-4430-E41B55E87974}"/>
                  </a:ext>
                </a:extLst>
              </p14:cNvPr>
              <p14:cNvContentPartPr/>
              <p14:nvPr/>
            </p14:nvContentPartPr>
            <p14:xfrm>
              <a:off x="820358" y="945376"/>
              <a:ext cx="4586760" cy="251280"/>
            </p14:xfrm>
          </p:contentPart>
        </mc:Choice>
        <mc:Fallback>
          <p:pic>
            <p:nvPicPr>
              <p:cNvPr id="4" name="Ink 3">
                <a:extLst>
                  <a:ext uri="{FF2B5EF4-FFF2-40B4-BE49-F238E27FC236}">
                    <a16:creationId xmlns:a16="http://schemas.microsoft.com/office/drawing/2014/main" id="{33AEAE37-F73B-F0A4-4430-E41B55E87974}"/>
                  </a:ext>
                </a:extLst>
              </p:cNvPr>
              <p:cNvPicPr/>
              <p:nvPr/>
            </p:nvPicPr>
            <p:blipFill>
              <a:blip r:embed="rId3"/>
              <a:stretch>
                <a:fillRect/>
              </a:stretch>
            </p:blipFill>
            <p:spPr>
              <a:xfrm>
                <a:off x="766718" y="837736"/>
                <a:ext cx="4694400" cy="46692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5" name="Ink 4">
                <a:extLst>
                  <a:ext uri="{FF2B5EF4-FFF2-40B4-BE49-F238E27FC236}">
                    <a16:creationId xmlns:a16="http://schemas.microsoft.com/office/drawing/2014/main" id="{113BEF1C-3F21-105D-503A-D2A62357772D}"/>
                  </a:ext>
                </a:extLst>
              </p14:cNvPr>
              <p14:cNvContentPartPr/>
              <p14:nvPr/>
            </p14:nvContentPartPr>
            <p14:xfrm>
              <a:off x="1184318" y="1922416"/>
              <a:ext cx="2696760" cy="156960"/>
            </p14:xfrm>
          </p:contentPart>
        </mc:Choice>
        <mc:Fallback>
          <p:pic>
            <p:nvPicPr>
              <p:cNvPr id="5" name="Ink 4">
                <a:extLst>
                  <a:ext uri="{FF2B5EF4-FFF2-40B4-BE49-F238E27FC236}">
                    <a16:creationId xmlns:a16="http://schemas.microsoft.com/office/drawing/2014/main" id="{113BEF1C-3F21-105D-503A-D2A62357772D}"/>
                  </a:ext>
                </a:extLst>
              </p:cNvPr>
              <p:cNvPicPr/>
              <p:nvPr/>
            </p:nvPicPr>
            <p:blipFill>
              <a:blip r:embed="rId5"/>
              <a:stretch>
                <a:fillRect/>
              </a:stretch>
            </p:blipFill>
            <p:spPr>
              <a:xfrm>
                <a:off x="1130678" y="1814416"/>
                <a:ext cx="2804400" cy="372600"/>
              </a:xfrm>
              <a:prstGeom prst="rect">
                <a:avLst/>
              </a:prstGeom>
            </p:spPr>
          </p:pic>
        </mc:Fallback>
      </mc:AlternateContent>
      <p:grpSp>
        <p:nvGrpSpPr>
          <p:cNvPr id="25" name="Group 24">
            <a:extLst>
              <a:ext uri="{FF2B5EF4-FFF2-40B4-BE49-F238E27FC236}">
                <a16:creationId xmlns:a16="http://schemas.microsoft.com/office/drawing/2014/main" id="{35810537-4A00-E5EC-50DC-F1F500DB7820}"/>
              </a:ext>
            </a:extLst>
          </p:cNvPr>
          <p:cNvGrpSpPr/>
          <p:nvPr/>
        </p:nvGrpSpPr>
        <p:grpSpPr>
          <a:xfrm>
            <a:off x="6670718" y="164176"/>
            <a:ext cx="3805560" cy="1157760"/>
            <a:chOff x="6670718" y="164176"/>
            <a:chExt cx="3805560" cy="1157760"/>
          </a:xfrm>
        </p:grpSpPr>
        <mc:AlternateContent xmlns:mc="http://schemas.openxmlformats.org/markup-compatibility/2006">
          <mc:Choice xmlns:p14="http://schemas.microsoft.com/office/powerpoint/2010/main" Requires="p14">
            <p:contentPart p14:bwMode="auto" r:id="rId6">
              <p14:nvContentPartPr>
                <p14:cNvPr id="18" name="Ink 17">
                  <a:extLst>
                    <a:ext uri="{FF2B5EF4-FFF2-40B4-BE49-F238E27FC236}">
                      <a16:creationId xmlns:a16="http://schemas.microsoft.com/office/drawing/2014/main" id="{5D5029AD-6E69-D513-C896-E2915E827CE9}"/>
                    </a:ext>
                  </a:extLst>
                </p14:cNvPr>
                <p14:cNvContentPartPr/>
                <p14:nvPr/>
              </p14:nvContentPartPr>
              <p14:xfrm>
                <a:off x="6670718" y="164176"/>
                <a:ext cx="957600" cy="1000080"/>
              </p14:xfrm>
            </p:contentPart>
          </mc:Choice>
          <mc:Fallback>
            <p:pic>
              <p:nvPicPr>
                <p:cNvPr id="18" name="Ink 17">
                  <a:extLst>
                    <a:ext uri="{FF2B5EF4-FFF2-40B4-BE49-F238E27FC236}">
                      <a16:creationId xmlns:a16="http://schemas.microsoft.com/office/drawing/2014/main" id="{5D5029AD-6E69-D513-C896-E2915E827CE9}"/>
                    </a:ext>
                  </a:extLst>
                </p:cNvPr>
                <p:cNvPicPr/>
                <p:nvPr/>
              </p:nvPicPr>
              <p:blipFill>
                <a:blip r:embed="rId7"/>
                <a:stretch>
                  <a:fillRect/>
                </a:stretch>
              </p:blipFill>
              <p:spPr>
                <a:xfrm>
                  <a:off x="6653078" y="146536"/>
                  <a:ext cx="993240" cy="103572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19" name="Ink 18">
                  <a:extLst>
                    <a:ext uri="{FF2B5EF4-FFF2-40B4-BE49-F238E27FC236}">
                      <a16:creationId xmlns:a16="http://schemas.microsoft.com/office/drawing/2014/main" id="{B2D2B256-BBAF-C77B-8779-FE8C39454C8D}"/>
                    </a:ext>
                  </a:extLst>
                </p14:cNvPr>
                <p14:cNvContentPartPr/>
                <p14:nvPr/>
              </p14:nvContentPartPr>
              <p14:xfrm>
                <a:off x="7949078" y="307816"/>
                <a:ext cx="789120" cy="108720"/>
              </p14:xfrm>
            </p:contentPart>
          </mc:Choice>
          <mc:Fallback>
            <p:pic>
              <p:nvPicPr>
                <p:cNvPr id="19" name="Ink 18">
                  <a:extLst>
                    <a:ext uri="{FF2B5EF4-FFF2-40B4-BE49-F238E27FC236}">
                      <a16:creationId xmlns:a16="http://schemas.microsoft.com/office/drawing/2014/main" id="{B2D2B256-BBAF-C77B-8779-FE8C39454C8D}"/>
                    </a:ext>
                  </a:extLst>
                </p:cNvPr>
                <p:cNvPicPr/>
                <p:nvPr/>
              </p:nvPicPr>
              <p:blipFill>
                <a:blip r:embed="rId9"/>
                <a:stretch>
                  <a:fillRect/>
                </a:stretch>
              </p:blipFill>
              <p:spPr>
                <a:xfrm>
                  <a:off x="7931438" y="289816"/>
                  <a:ext cx="824760" cy="14436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20" name="Ink 19">
                  <a:extLst>
                    <a:ext uri="{FF2B5EF4-FFF2-40B4-BE49-F238E27FC236}">
                      <a16:creationId xmlns:a16="http://schemas.microsoft.com/office/drawing/2014/main" id="{2D084056-36C1-B446-6188-E909681045F7}"/>
                    </a:ext>
                  </a:extLst>
                </p14:cNvPr>
                <p14:cNvContentPartPr/>
                <p14:nvPr/>
              </p14:nvContentPartPr>
              <p14:xfrm>
                <a:off x="8374238" y="228256"/>
                <a:ext cx="132120" cy="880920"/>
              </p14:xfrm>
            </p:contentPart>
          </mc:Choice>
          <mc:Fallback>
            <p:pic>
              <p:nvPicPr>
                <p:cNvPr id="20" name="Ink 19">
                  <a:extLst>
                    <a:ext uri="{FF2B5EF4-FFF2-40B4-BE49-F238E27FC236}">
                      <a16:creationId xmlns:a16="http://schemas.microsoft.com/office/drawing/2014/main" id="{2D084056-36C1-B446-6188-E909681045F7}"/>
                    </a:ext>
                  </a:extLst>
                </p:cNvPr>
                <p:cNvPicPr/>
                <p:nvPr/>
              </p:nvPicPr>
              <p:blipFill>
                <a:blip r:embed="rId11"/>
                <a:stretch>
                  <a:fillRect/>
                </a:stretch>
              </p:blipFill>
              <p:spPr>
                <a:xfrm>
                  <a:off x="8356238" y="210256"/>
                  <a:ext cx="167760" cy="91656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21" name="Ink 20">
                  <a:extLst>
                    <a:ext uri="{FF2B5EF4-FFF2-40B4-BE49-F238E27FC236}">
                      <a16:creationId xmlns:a16="http://schemas.microsoft.com/office/drawing/2014/main" id="{1D056AF4-58B8-EC28-09D3-ED5E1B9E1424}"/>
                    </a:ext>
                  </a:extLst>
                </p14:cNvPr>
                <p14:cNvContentPartPr/>
                <p14:nvPr/>
              </p14:nvContentPartPr>
              <p14:xfrm>
                <a:off x="8676278" y="488896"/>
                <a:ext cx="375480" cy="833040"/>
              </p14:xfrm>
            </p:contentPart>
          </mc:Choice>
          <mc:Fallback>
            <p:pic>
              <p:nvPicPr>
                <p:cNvPr id="21" name="Ink 20">
                  <a:extLst>
                    <a:ext uri="{FF2B5EF4-FFF2-40B4-BE49-F238E27FC236}">
                      <a16:creationId xmlns:a16="http://schemas.microsoft.com/office/drawing/2014/main" id="{1D056AF4-58B8-EC28-09D3-ED5E1B9E1424}"/>
                    </a:ext>
                  </a:extLst>
                </p:cNvPr>
                <p:cNvPicPr/>
                <p:nvPr/>
              </p:nvPicPr>
              <p:blipFill>
                <a:blip r:embed="rId13"/>
                <a:stretch>
                  <a:fillRect/>
                </a:stretch>
              </p:blipFill>
              <p:spPr>
                <a:xfrm>
                  <a:off x="8658278" y="470896"/>
                  <a:ext cx="411120" cy="86868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22" name="Ink 21">
                  <a:extLst>
                    <a:ext uri="{FF2B5EF4-FFF2-40B4-BE49-F238E27FC236}">
                      <a16:creationId xmlns:a16="http://schemas.microsoft.com/office/drawing/2014/main" id="{B8DC08A0-C2CB-B8D6-557F-65390262F3DB}"/>
                    </a:ext>
                  </a:extLst>
                </p14:cNvPr>
                <p14:cNvContentPartPr/>
                <p14:nvPr/>
              </p14:nvContentPartPr>
              <p14:xfrm>
                <a:off x="9309878" y="436336"/>
                <a:ext cx="407880" cy="675000"/>
              </p14:xfrm>
            </p:contentPart>
          </mc:Choice>
          <mc:Fallback>
            <p:pic>
              <p:nvPicPr>
                <p:cNvPr id="22" name="Ink 21">
                  <a:extLst>
                    <a:ext uri="{FF2B5EF4-FFF2-40B4-BE49-F238E27FC236}">
                      <a16:creationId xmlns:a16="http://schemas.microsoft.com/office/drawing/2014/main" id="{B8DC08A0-C2CB-B8D6-557F-65390262F3DB}"/>
                    </a:ext>
                  </a:extLst>
                </p:cNvPr>
                <p:cNvPicPr/>
                <p:nvPr/>
              </p:nvPicPr>
              <p:blipFill>
                <a:blip r:embed="rId15"/>
                <a:stretch>
                  <a:fillRect/>
                </a:stretch>
              </p:blipFill>
              <p:spPr>
                <a:xfrm>
                  <a:off x="9292238" y="418696"/>
                  <a:ext cx="443520" cy="71064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23" name="Ink 22">
                  <a:extLst>
                    <a:ext uri="{FF2B5EF4-FFF2-40B4-BE49-F238E27FC236}">
                      <a16:creationId xmlns:a16="http://schemas.microsoft.com/office/drawing/2014/main" id="{308890DE-1547-367B-9F95-C3504034ACBD}"/>
                    </a:ext>
                  </a:extLst>
                </p14:cNvPr>
                <p14:cNvContentPartPr/>
                <p14:nvPr/>
              </p14:nvContentPartPr>
              <p14:xfrm>
                <a:off x="9765998" y="451456"/>
                <a:ext cx="188640" cy="516600"/>
              </p14:xfrm>
            </p:contentPart>
          </mc:Choice>
          <mc:Fallback>
            <p:pic>
              <p:nvPicPr>
                <p:cNvPr id="23" name="Ink 22">
                  <a:extLst>
                    <a:ext uri="{FF2B5EF4-FFF2-40B4-BE49-F238E27FC236}">
                      <a16:creationId xmlns:a16="http://schemas.microsoft.com/office/drawing/2014/main" id="{308890DE-1547-367B-9F95-C3504034ACBD}"/>
                    </a:ext>
                  </a:extLst>
                </p:cNvPr>
                <p:cNvPicPr/>
                <p:nvPr/>
              </p:nvPicPr>
              <p:blipFill>
                <a:blip r:embed="rId17"/>
                <a:stretch>
                  <a:fillRect/>
                </a:stretch>
              </p:blipFill>
              <p:spPr>
                <a:xfrm>
                  <a:off x="9748358" y="433816"/>
                  <a:ext cx="224280" cy="55224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24" name="Ink 23">
                  <a:extLst>
                    <a:ext uri="{FF2B5EF4-FFF2-40B4-BE49-F238E27FC236}">
                      <a16:creationId xmlns:a16="http://schemas.microsoft.com/office/drawing/2014/main" id="{72110072-29A1-0E21-27F8-BC55ADF590CD}"/>
                    </a:ext>
                  </a:extLst>
                </p14:cNvPr>
                <p14:cNvContentPartPr/>
                <p14:nvPr/>
              </p14:nvContentPartPr>
              <p14:xfrm>
                <a:off x="10243718" y="416536"/>
                <a:ext cx="232560" cy="509760"/>
              </p14:xfrm>
            </p:contentPart>
          </mc:Choice>
          <mc:Fallback>
            <p:pic>
              <p:nvPicPr>
                <p:cNvPr id="24" name="Ink 23">
                  <a:extLst>
                    <a:ext uri="{FF2B5EF4-FFF2-40B4-BE49-F238E27FC236}">
                      <a16:creationId xmlns:a16="http://schemas.microsoft.com/office/drawing/2014/main" id="{72110072-29A1-0E21-27F8-BC55ADF590CD}"/>
                    </a:ext>
                  </a:extLst>
                </p:cNvPr>
                <p:cNvPicPr/>
                <p:nvPr/>
              </p:nvPicPr>
              <p:blipFill>
                <a:blip r:embed="rId19"/>
                <a:stretch>
                  <a:fillRect/>
                </a:stretch>
              </p:blipFill>
              <p:spPr>
                <a:xfrm>
                  <a:off x="10225718" y="398896"/>
                  <a:ext cx="268200" cy="54540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20">
            <p14:nvContentPartPr>
              <p14:cNvPr id="26" name="Ink 25">
                <a:extLst>
                  <a:ext uri="{FF2B5EF4-FFF2-40B4-BE49-F238E27FC236}">
                    <a16:creationId xmlns:a16="http://schemas.microsoft.com/office/drawing/2014/main" id="{9FFD6497-C805-688E-DBE4-0D51F12EC3AF}"/>
                  </a:ext>
                </a:extLst>
              </p14:cNvPr>
              <p14:cNvContentPartPr/>
              <p14:nvPr/>
            </p14:nvContentPartPr>
            <p14:xfrm>
              <a:off x="4716998" y="1621096"/>
              <a:ext cx="11520" cy="416880"/>
            </p14:xfrm>
          </p:contentPart>
        </mc:Choice>
        <mc:Fallback>
          <p:pic>
            <p:nvPicPr>
              <p:cNvPr id="26" name="Ink 25">
                <a:extLst>
                  <a:ext uri="{FF2B5EF4-FFF2-40B4-BE49-F238E27FC236}">
                    <a16:creationId xmlns:a16="http://schemas.microsoft.com/office/drawing/2014/main" id="{9FFD6497-C805-688E-DBE4-0D51F12EC3AF}"/>
                  </a:ext>
                </a:extLst>
              </p:cNvPr>
              <p:cNvPicPr/>
              <p:nvPr/>
            </p:nvPicPr>
            <p:blipFill>
              <a:blip r:embed="rId21"/>
              <a:stretch>
                <a:fillRect/>
              </a:stretch>
            </p:blipFill>
            <p:spPr>
              <a:xfrm>
                <a:off x="4698998" y="1603096"/>
                <a:ext cx="47160" cy="452520"/>
              </a:xfrm>
              <a:prstGeom prst="rect">
                <a:avLst/>
              </a:prstGeom>
            </p:spPr>
          </p:pic>
        </mc:Fallback>
      </mc:AlternateContent>
    </p:spTree>
    <p:extLst>
      <p:ext uri="{BB962C8B-B14F-4D97-AF65-F5344CB8AC3E}">
        <p14:creationId xmlns:p14="http://schemas.microsoft.com/office/powerpoint/2010/main" val="33533552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D1D5D9-3BBF-41A9-98C9-7EF30BA26459}"/>
              </a:ext>
            </a:extLst>
          </p:cNvPr>
          <p:cNvSpPr>
            <a:spLocks noGrp="1"/>
          </p:cNvSpPr>
          <p:nvPr>
            <p:ph type="title"/>
          </p:nvPr>
        </p:nvSpPr>
        <p:spPr/>
        <p:txBody>
          <a:bodyPr/>
          <a:lstStyle/>
          <a:p>
            <a:r>
              <a:rPr lang="en-US" dirty="0"/>
              <a:t>Computer Languages (Cont.)</a:t>
            </a:r>
          </a:p>
        </p:txBody>
      </p:sp>
      <p:sp>
        <p:nvSpPr>
          <p:cNvPr id="3" name="Content Placeholder 2">
            <a:extLst>
              <a:ext uri="{FF2B5EF4-FFF2-40B4-BE49-F238E27FC236}">
                <a16:creationId xmlns:a16="http://schemas.microsoft.com/office/drawing/2014/main" id="{F3EB9D23-CF60-4143-AEF6-51B39E67C1BF}"/>
              </a:ext>
            </a:extLst>
          </p:cNvPr>
          <p:cNvSpPr>
            <a:spLocks noGrp="1"/>
          </p:cNvSpPr>
          <p:nvPr>
            <p:ph idx="1"/>
          </p:nvPr>
        </p:nvSpPr>
        <p:spPr/>
        <p:txBody>
          <a:bodyPr/>
          <a:lstStyle/>
          <a:p>
            <a:r>
              <a:rPr lang="en-US" dirty="0"/>
              <a:t>Assembly language</a:t>
            </a:r>
          </a:p>
          <a:p>
            <a:pPr lvl="1"/>
            <a:r>
              <a:rPr lang="en-US" sz="1400" b="0" i="0" u="none" strike="noStrike" baseline="0" dirty="0">
                <a:solidFill>
                  <a:srgbClr val="211808"/>
                </a:solidFill>
                <a:latin typeface="WarnockPro-Regular"/>
              </a:rPr>
              <a:t>Using assembly language instructions, you can write the equation to calculate the weekly wages as follows:</a:t>
            </a:r>
          </a:p>
          <a:p>
            <a:pPr marL="914400" lvl="2" indent="0">
              <a:buNone/>
            </a:pPr>
            <a:r>
              <a:rPr lang="en-US" sz="1100" b="1" i="0" u="none" strike="noStrike" baseline="0" dirty="0">
                <a:solidFill>
                  <a:srgbClr val="211808"/>
                </a:solidFill>
                <a:latin typeface="CourierStd-Bold"/>
              </a:rPr>
              <a:t>LOAD rate</a:t>
            </a:r>
          </a:p>
          <a:p>
            <a:pPr marL="914400" lvl="2" indent="0">
              <a:buNone/>
            </a:pPr>
            <a:r>
              <a:rPr lang="en-US" sz="1100" b="1" i="0" u="none" strike="noStrike" baseline="0" dirty="0">
                <a:solidFill>
                  <a:srgbClr val="211808"/>
                </a:solidFill>
                <a:latin typeface="CourierStd-Bold"/>
              </a:rPr>
              <a:t>MULT hours</a:t>
            </a:r>
          </a:p>
          <a:p>
            <a:pPr marL="914400" lvl="2" indent="0">
              <a:buNone/>
            </a:pPr>
            <a:r>
              <a:rPr lang="en-US" sz="1100" b="1" i="0" u="none" strike="noStrike" baseline="0" dirty="0">
                <a:solidFill>
                  <a:srgbClr val="211808"/>
                </a:solidFill>
                <a:latin typeface="CourierStd-Bold"/>
              </a:rPr>
              <a:t>STOR wages</a:t>
            </a:r>
            <a:endParaRPr lang="en-US" sz="2800" dirty="0"/>
          </a:p>
          <a:p>
            <a:pPr lvl="1"/>
            <a:r>
              <a:rPr lang="en-US" sz="1400" b="0" i="0" u="none" strike="noStrike" baseline="0" dirty="0">
                <a:solidFill>
                  <a:srgbClr val="211808"/>
                </a:solidFill>
                <a:latin typeface="WarnockPro-Regular"/>
              </a:rPr>
              <a:t>A program called an </a:t>
            </a:r>
            <a:r>
              <a:rPr lang="en-US" sz="1400" b="1" i="0" u="none" strike="noStrike" baseline="0" dirty="0">
                <a:solidFill>
                  <a:srgbClr val="211808"/>
                </a:solidFill>
                <a:latin typeface="WarnockPro-Bold"/>
              </a:rPr>
              <a:t>assembler </a:t>
            </a:r>
            <a:r>
              <a:rPr lang="en-US" sz="1400" b="0" i="0" u="none" strike="noStrike" baseline="0" dirty="0">
                <a:solidFill>
                  <a:srgbClr val="211808"/>
                </a:solidFill>
                <a:latin typeface="WarnockPro-Regular"/>
              </a:rPr>
              <a:t>translates the assembly language instructions into machine language.</a:t>
            </a:r>
            <a:endParaRPr lang="en-US" dirty="0"/>
          </a:p>
          <a:p>
            <a:endParaRPr lang="en-US" dirty="0"/>
          </a:p>
          <a:p>
            <a:endParaRPr lang="en-US" dirty="0"/>
          </a:p>
          <a:p>
            <a:endParaRPr lang="en-US" dirty="0"/>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01340627-8CD8-363E-7A7E-E621B336A7BB}"/>
                  </a:ext>
                </a:extLst>
              </p14:cNvPr>
              <p14:cNvContentPartPr/>
              <p14:nvPr/>
            </p14:nvContentPartPr>
            <p14:xfrm>
              <a:off x="1194758" y="1963456"/>
              <a:ext cx="2593080" cy="163440"/>
            </p14:xfrm>
          </p:contentPart>
        </mc:Choice>
        <mc:Fallback>
          <p:pic>
            <p:nvPicPr>
              <p:cNvPr id="4" name="Ink 3">
                <a:extLst>
                  <a:ext uri="{FF2B5EF4-FFF2-40B4-BE49-F238E27FC236}">
                    <a16:creationId xmlns:a16="http://schemas.microsoft.com/office/drawing/2014/main" id="{01340627-8CD8-363E-7A7E-E621B336A7BB}"/>
                  </a:ext>
                </a:extLst>
              </p:cNvPr>
              <p:cNvPicPr/>
              <p:nvPr/>
            </p:nvPicPr>
            <p:blipFill>
              <a:blip r:embed="rId3"/>
              <a:stretch>
                <a:fillRect/>
              </a:stretch>
            </p:blipFill>
            <p:spPr>
              <a:xfrm>
                <a:off x="1140758" y="1855816"/>
                <a:ext cx="2700720" cy="37908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6" name="Ink 5">
                <a:extLst>
                  <a:ext uri="{FF2B5EF4-FFF2-40B4-BE49-F238E27FC236}">
                    <a16:creationId xmlns:a16="http://schemas.microsoft.com/office/drawing/2014/main" id="{C654B09B-793D-0DD9-BC6F-68F8B4EDE09A}"/>
                  </a:ext>
                </a:extLst>
              </p14:cNvPr>
              <p14:cNvContentPartPr/>
              <p14:nvPr/>
            </p14:nvContentPartPr>
            <p14:xfrm>
              <a:off x="4509278" y="1722616"/>
              <a:ext cx="541440" cy="350640"/>
            </p14:xfrm>
          </p:contentPart>
        </mc:Choice>
        <mc:Fallback>
          <p:pic>
            <p:nvPicPr>
              <p:cNvPr id="6" name="Ink 5">
                <a:extLst>
                  <a:ext uri="{FF2B5EF4-FFF2-40B4-BE49-F238E27FC236}">
                    <a16:creationId xmlns:a16="http://schemas.microsoft.com/office/drawing/2014/main" id="{C654B09B-793D-0DD9-BC6F-68F8B4EDE09A}"/>
                  </a:ext>
                </a:extLst>
              </p:cNvPr>
              <p:cNvPicPr/>
              <p:nvPr/>
            </p:nvPicPr>
            <p:blipFill>
              <a:blip r:embed="rId5"/>
              <a:stretch>
                <a:fillRect/>
              </a:stretch>
            </p:blipFill>
            <p:spPr>
              <a:xfrm>
                <a:off x="4491638" y="1704976"/>
                <a:ext cx="577080" cy="386280"/>
              </a:xfrm>
              <a:prstGeom prst="rect">
                <a:avLst/>
              </a:prstGeom>
            </p:spPr>
          </p:pic>
        </mc:Fallback>
      </mc:AlternateContent>
    </p:spTree>
    <p:extLst>
      <p:ext uri="{BB962C8B-B14F-4D97-AF65-F5344CB8AC3E}">
        <p14:creationId xmlns:p14="http://schemas.microsoft.com/office/powerpoint/2010/main" val="30416738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170E01-9D21-40C6-BE55-ED6664DA37B2}"/>
              </a:ext>
            </a:extLst>
          </p:cNvPr>
          <p:cNvSpPr>
            <a:spLocks noGrp="1"/>
          </p:cNvSpPr>
          <p:nvPr>
            <p:ph type="title"/>
          </p:nvPr>
        </p:nvSpPr>
        <p:spPr/>
        <p:txBody>
          <a:bodyPr/>
          <a:lstStyle/>
          <a:p>
            <a:r>
              <a:rPr lang="en-US" dirty="0"/>
              <a:t>Computer Languages (Cont.)</a:t>
            </a:r>
          </a:p>
        </p:txBody>
      </p:sp>
      <p:sp>
        <p:nvSpPr>
          <p:cNvPr id="3" name="Content Placeholder 2">
            <a:extLst>
              <a:ext uri="{FF2B5EF4-FFF2-40B4-BE49-F238E27FC236}">
                <a16:creationId xmlns:a16="http://schemas.microsoft.com/office/drawing/2014/main" id="{2FF3457A-01E2-4F41-8FC7-FCF2CB6A22DA}"/>
              </a:ext>
            </a:extLst>
          </p:cNvPr>
          <p:cNvSpPr>
            <a:spLocks noGrp="1"/>
          </p:cNvSpPr>
          <p:nvPr>
            <p:ph idx="1"/>
          </p:nvPr>
        </p:nvSpPr>
        <p:spPr/>
        <p:txBody>
          <a:bodyPr/>
          <a:lstStyle/>
          <a:p>
            <a:r>
              <a:rPr lang="en-US" dirty="0"/>
              <a:t>High-level languages </a:t>
            </a:r>
          </a:p>
          <a:p>
            <a:pPr lvl="1"/>
            <a:r>
              <a:rPr lang="en-US" b="0" i="0" u="none" strike="noStrike" baseline="0" dirty="0">
                <a:solidFill>
                  <a:srgbClr val="211808"/>
                </a:solidFill>
                <a:latin typeface="WarnockPro-Regular"/>
              </a:rPr>
              <a:t>FORTRAN, COBOL, C, C++, C#, Java, and Python</a:t>
            </a:r>
          </a:p>
          <a:p>
            <a:pPr lvl="1"/>
            <a:r>
              <a:rPr lang="en-US" sz="1800" b="0" i="0" u="none" strike="noStrike" baseline="0" dirty="0">
                <a:solidFill>
                  <a:srgbClr val="211808"/>
                </a:solidFill>
                <a:latin typeface="WarnockPro-Regular"/>
              </a:rPr>
              <a:t>In C</a:t>
            </a:r>
            <a:r>
              <a:rPr lang="en-US" sz="1800" b="0" i="0" u="none" strike="noStrike" baseline="0" dirty="0">
                <a:solidFill>
                  <a:srgbClr val="211808"/>
                </a:solidFill>
                <a:latin typeface="MathematicalPiLTStd-1"/>
              </a:rPr>
              <a:t>++</a:t>
            </a:r>
            <a:r>
              <a:rPr lang="en-US" sz="1800" b="0" i="0" u="none" strike="noStrike" baseline="0" dirty="0">
                <a:solidFill>
                  <a:srgbClr val="211808"/>
                </a:solidFill>
                <a:latin typeface="WarnockPro-Regular"/>
              </a:rPr>
              <a:t>, you write the weekly wages equation as follows: </a:t>
            </a:r>
            <a:r>
              <a:rPr lang="en-US" sz="1800" b="1" i="0" u="none" strike="noStrike" baseline="0" dirty="0">
                <a:solidFill>
                  <a:srgbClr val="211808"/>
                </a:solidFill>
                <a:latin typeface="CourierStd-Bold"/>
              </a:rPr>
              <a:t>wages = rate * hours;</a:t>
            </a:r>
            <a:endParaRPr lang="en-US" sz="1800" b="0" i="0" u="none" strike="noStrike" baseline="0" dirty="0">
              <a:solidFill>
                <a:srgbClr val="211808"/>
              </a:solidFill>
              <a:latin typeface="WarnockPro-Regular"/>
            </a:endParaRPr>
          </a:p>
          <a:p>
            <a:pPr lvl="1"/>
            <a:r>
              <a:rPr lang="en-US" sz="1800" b="0" i="0" u="none" strike="noStrike" baseline="0" dirty="0">
                <a:solidFill>
                  <a:srgbClr val="211808"/>
                </a:solidFill>
                <a:latin typeface="WarnockPro-Regular"/>
              </a:rPr>
              <a:t>The instruction written in C++</a:t>
            </a:r>
            <a:r>
              <a:rPr lang="en-US" sz="1800" b="0" i="0" u="none" strike="noStrike" baseline="0" dirty="0">
                <a:solidFill>
                  <a:srgbClr val="211808"/>
                </a:solidFill>
                <a:latin typeface="MathematicalPiLTStd-1"/>
              </a:rPr>
              <a:t> </a:t>
            </a:r>
            <a:r>
              <a:rPr lang="en-US" sz="1800" b="0" i="0" u="none" strike="noStrike" baseline="0" dirty="0">
                <a:solidFill>
                  <a:srgbClr val="211808"/>
                </a:solidFill>
                <a:latin typeface="WarnockPro-Regular"/>
              </a:rPr>
              <a:t>is much easier to understand.</a:t>
            </a:r>
          </a:p>
          <a:p>
            <a:pPr lvl="1"/>
            <a:r>
              <a:rPr lang="en-US" sz="1400" b="0" i="0" u="none" strike="noStrike" baseline="0" dirty="0">
                <a:solidFill>
                  <a:srgbClr val="211808"/>
                </a:solidFill>
                <a:latin typeface="WarnockPro-Regular"/>
              </a:rPr>
              <a:t>A program called a </a:t>
            </a:r>
            <a:r>
              <a:rPr lang="en-US" sz="1400" b="1" i="0" u="none" strike="noStrike" baseline="0" dirty="0">
                <a:solidFill>
                  <a:srgbClr val="211808"/>
                </a:solidFill>
                <a:latin typeface="WarnockPro-Bold"/>
              </a:rPr>
              <a:t>compiler </a:t>
            </a:r>
            <a:r>
              <a:rPr lang="en-US" sz="1400" b="0" i="0" u="none" strike="noStrike" baseline="0" dirty="0">
                <a:solidFill>
                  <a:srgbClr val="211808"/>
                </a:solidFill>
                <a:latin typeface="WarnockPro-Regular"/>
              </a:rPr>
              <a:t>translates instructions written in </a:t>
            </a:r>
            <a:r>
              <a:rPr lang="en-US" sz="1800" b="0" i="0" u="none" strike="noStrike" baseline="0" dirty="0">
                <a:solidFill>
                  <a:srgbClr val="211808"/>
                </a:solidFill>
                <a:latin typeface="WarnockPro-Regular"/>
              </a:rPr>
              <a:t>high-level languages into machine code.</a:t>
            </a:r>
            <a:endParaRPr lang="en-US" dirty="0"/>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07698CF3-39AB-76E6-6629-2296708F10C1}"/>
                  </a:ext>
                </a:extLst>
              </p14:cNvPr>
              <p14:cNvContentPartPr/>
              <p14:nvPr/>
            </p14:nvContentPartPr>
            <p14:xfrm>
              <a:off x="1132478" y="2015296"/>
              <a:ext cx="2873520" cy="54360"/>
            </p14:xfrm>
          </p:contentPart>
        </mc:Choice>
        <mc:Fallback>
          <p:pic>
            <p:nvPicPr>
              <p:cNvPr id="4" name="Ink 3">
                <a:extLst>
                  <a:ext uri="{FF2B5EF4-FFF2-40B4-BE49-F238E27FC236}">
                    <a16:creationId xmlns:a16="http://schemas.microsoft.com/office/drawing/2014/main" id="{07698CF3-39AB-76E6-6629-2296708F10C1}"/>
                  </a:ext>
                </a:extLst>
              </p:cNvPr>
              <p:cNvPicPr/>
              <p:nvPr/>
            </p:nvPicPr>
            <p:blipFill>
              <a:blip r:embed="rId3"/>
              <a:stretch>
                <a:fillRect/>
              </a:stretch>
            </p:blipFill>
            <p:spPr>
              <a:xfrm>
                <a:off x="1078478" y="1907296"/>
                <a:ext cx="2981160" cy="27000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5" name="Ink 4">
                <a:extLst>
                  <a:ext uri="{FF2B5EF4-FFF2-40B4-BE49-F238E27FC236}">
                    <a16:creationId xmlns:a16="http://schemas.microsoft.com/office/drawing/2014/main" id="{C7A1E13F-281E-A115-D6B2-74907F9C5E99}"/>
                  </a:ext>
                </a:extLst>
              </p14:cNvPr>
              <p14:cNvContentPartPr/>
              <p14:nvPr/>
            </p14:nvContentPartPr>
            <p14:xfrm>
              <a:off x="4426478" y="1549096"/>
              <a:ext cx="327960" cy="519120"/>
            </p14:xfrm>
          </p:contentPart>
        </mc:Choice>
        <mc:Fallback>
          <p:pic>
            <p:nvPicPr>
              <p:cNvPr id="5" name="Ink 4">
                <a:extLst>
                  <a:ext uri="{FF2B5EF4-FFF2-40B4-BE49-F238E27FC236}">
                    <a16:creationId xmlns:a16="http://schemas.microsoft.com/office/drawing/2014/main" id="{C7A1E13F-281E-A115-D6B2-74907F9C5E99}"/>
                  </a:ext>
                </a:extLst>
              </p:cNvPr>
              <p:cNvPicPr/>
              <p:nvPr/>
            </p:nvPicPr>
            <p:blipFill>
              <a:blip r:embed="rId5"/>
              <a:stretch>
                <a:fillRect/>
              </a:stretch>
            </p:blipFill>
            <p:spPr>
              <a:xfrm>
                <a:off x="4408478" y="1531456"/>
                <a:ext cx="363600" cy="554760"/>
              </a:xfrm>
              <a:prstGeom prst="rect">
                <a:avLst/>
              </a:prstGeom>
            </p:spPr>
          </p:pic>
        </mc:Fallback>
      </mc:AlternateContent>
    </p:spTree>
    <p:extLst>
      <p:ext uri="{BB962C8B-B14F-4D97-AF65-F5344CB8AC3E}">
        <p14:creationId xmlns:p14="http://schemas.microsoft.com/office/powerpoint/2010/main" val="33076067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7AAF21-118E-4FAA-B664-EF9D91A02B5C}"/>
              </a:ext>
            </a:extLst>
          </p:cNvPr>
          <p:cNvSpPr>
            <a:spLocks noGrp="1"/>
          </p:cNvSpPr>
          <p:nvPr>
            <p:ph type="title"/>
          </p:nvPr>
        </p:nvSpPr>
        <p:spPr/>
        <p:txBody>
          <a:bodyPr/>
          <a:lstStyle/>
          <a:p>
            <a:r>
              <a:rPr lang="en-US" sz="4400" dirty="0">
                <a:latin typeface="Courier New" pitchFamily="49" charset="0"/>
              </a:rPr>
              <a:t>My first C++ program</a:t>
            </a:r>
            <a:endParaRPr lang="en-US" dirty="0"/>
          </a:p>
        </p:txBody>
      </p:sp>
      <p:sp>
        <p:nvSpPr>
          <p:cNvPr id="3" name="Content Placeholder 2">
            <a:extLst>
              <a:ext uri="{FF2B5EF4-FFF2-40B4-BE49-F238E27FC236}">
                <a16:creationId xmlns:a16="http://schemas.microsoft.com/office/drawing/2014/main" id="{C5A3E0DB-F9F7-41DC-B407-59753965AB11}"/>
              </a:ext>
            </a:extLst>
          </p:cNvPr>
          <p:cNvSpPr>
            <a:spLocks noGrp="1"/>
          </p:cNvSpPr>
          <p:nvPr>
            <p:ph idx="1"/>
          </p:nvPr>
        </p:nvSpPr>
        <p:spPr/>
        <p:txBody>
          <a:bodyPr>
            <a:normAutofit lnSpcReduction="10000"/>
          </a:bodyPr>
          <a:lstStyle/>
          <a:p>
            <a:pPr>
              <a:lnSpc>
                <a:spcPct val="80000"/>
              </a:lnSpc>
              <a:buFontTx/>
              <a:buNone/>
            </a:pPr>
            <a:r>
              <a:rPr lang="en-US" sz="2800" dirty="0">
                <a:solidFill>
                  <a:schemeClr val="accent1"/>
                </a:solidFill>
                <a:latin typeface="Courier New" pitchFamily="49" charset="0"/>
              </a:rPr>
              <a:t>#include</a:t>
            </a:r>
            <a:r>
              <a:rPr lang="en-US" sz="2800" dirty="0">
                <a:latin typeface="Courier New" pitchFamily="49" charset="0"/>
              </a:rPr>
              <a:t> &lt;iostream&gt;</a:t>
            </a:r>
          </a:p>
          <a:p>
            <a:pPr>
              <a:lnSpc>
                <a:spcPct val="80000"/>
              </a:lnSpc>
              <a:buFontTx/>
              <a:buNone/>
            </a:pPr>
            <a:r>
              <a:rPr lang="en-US" sz="2800" dirty="0">
                <a:solidFill>
                  <a:schemeClr val="accent1"/>
                </a:solidFill>
                <a:latin typeface="Courier New" pitchFamily="49" charset="0"/>
              </a:rPr>
              <a:t>using namespace</a:t>
            </a:r>
            <a:r>
              <a:rPr lang="en-US" sz="2800" dirty="0">
                <a:latin typeface="Courier New" pitchFamily="49" charset="0"/>
              </a:rPr>
              <a:t> std;</a:t>
            </a:r>
          </a:p>
          <a:p>
            <a:pPr>
              <a:lnSpc>
                <a:spcPct val="80000"/>
              </a:lnSpc>
              <a:buFontTx/>
              <a:buNone/>
            </a:pPr>
            <a:r>
              <a:rPr lang="en-US" sz="2800" dirty="0">
                <a:solidFill>
                  <a:schemeClr val="accent1"/>
                </a:solidFill>
                <a:latin typeface="Courier New" pitchFamily="49" charset="0"/>
              </a:rPr>
              <a:t>int</a:t>
            </a:r>
            <a:r>
              <a:rPr lang="en-US" sz="2800" dirty="0">
                <a:latin typeface="Courier New" pitchFamily="49" charset="0"/>
              </a:rPr>
              <a:t> main() </a:t>
            </a:r>
          </a:p>
          <a:p>
            <a:pPr>
              <a:lnSpc>
                <a:spcPct val="80000"/>
              </a:lnSpc>
              <a:buFontTx/>
              <a:buNone/>
            </a:pPr>
            <a:r>
              <a:rPr lang="en-US" sz="2800" dirty="0">
                <a:latin typeface="Courier New" pitchFamily="49" charset="0"/>
              </a:rPr>
              <a:t>{ </a:t>
            </a:r>
          </a:p>
          <a:p>
            <a:pPr>
              <a:lnSpc>
                <a:spcPct val="80000"/>
              </a:lnSpc>
              <a:buFontTx/>
              <a:buNone/>
            </a:pPr>
            <a:r>
              <a:rPr lang="en-US" sz="2800" dirty="0">
                <a:latin typeface="Courier New" pitchFamily="49" charset="0"/>
              </a:rPr>
              <a:t>    </a:t>
            </a:r>
            <a:r>
              <a:rPr lang="en-US" sz="2800" dirty="0" err="1">
                <a:latin typeface="Courier New" pitchFamily="49" charset="0"/>
              </a:rPr>
              <a:t>cout</a:t>
            </a:r>
            <a:r>
              <a:rPr lang="en-US" sz="2800" dirty="0">
                <a:latin typeface="Courier New" pitchFamily="49" charset="0"/>
              </a:rPr>
              <a:t> &lt;&lt; "My first C++ program." &lt;&lt; </a:t>
            </a:r>
            <a:r>
              <a:rPr lang="en-US" sz="2800" dirty="0" err="1">
                <a:latin typeface="Courier New" pitchFamily="49" charset="0"/>
              </a:rPr>
              <a:t>endl</a:t>
            </a:r>
            <a:r>
              <a:rPr lang="en-US" sz="2800" dirty="0">
                <a:latin typeface="Courier New" pitchFamily="49" charset="0"/>
              </a:rPr>
              <a:t>;</a:t>
            </a:r>
          </a:p>
          <a:p>
            <a:pPr>
              <a:lnSpc>
                <a:spcPct val="80000"/>
              </a:lnSpc>
              <a:buFontTx/>
              <a:buNone/>
            </a:pPr>
            <a:r>
              <a:rPr lang="en-US" sz="2800" dirty="0">
                <a:solidFill>
                  <a:schemeClr val="accent1"/>
                </a:solidFill>
                <a:latin typeface="Courier New" pitchFamily="49" charset="0"/>
              </a:rPr>
              <a:t>	 return</a:t>
            </a:r>
            <a:r>
              <a:rPr lang="en-US" sz="2800" dirty="0">
                <a:latin typeface="Courier New" pitchFamily="49" charset="0"/>
              </a:rPr>
              <a:t> 0;</a:t>
            </a:r>
          </a:p>
          <a:p>
            <a:pPr>
              <a:lnSpc>
                <a:spcPct val="80000"/>
              </a:lnSpc>
              <a:buFontTx/>
              <a:buNone/>
            </a:pPr>
            <a:r>
              <a:rPr lang="en-US" sz="2800" dirty="0">
                <a:latin typeface="Courier New" pitchFamily="49" charset="0"/>
              </a:rPr>
              <a:t>}</a:t>
            </a:r>
            <a:r>
              <a:rPr lang="en-US" sz="3200" dirty="0"/>
              <a:t> </a:t>
            </a:r>
          </a:p>
          <a:p>
            <a:pPr>
              <a:lnSpc>
                <a:spcPct val="80000"/>
              </a:lnSpc>
              <a:buFontTx/>
              <a:buNone/>
            </a:pPr>
            <a:endParaRPr lang="en-US" sz="3200" dirty="0"/>
          </a:p>
          <a:p>
            <a:pPr>
              <a:lnSpc>
                <a:spcPct val="80000"/>
              </a:lnSpc>
              <a:buFontTx/>
              <a:buNone/>
            </a:pPr>
            <a:r>
              <a:rPr lang="en-US" sz="3200" b="1" dirty="0"/>
              <a:t>Sample Run</a:t>
            </a:r>
            <a:r>
              <a:rPr lang="en-US" sz="3200" dirty="0"/>
              <a:t>: </a:t>
            </a:r>
          </a:p>
          <a:p>
            <a:pPr>
              <a:lnSpc>
                <a:spcPct val="80000"/>
              </a:lnSpc>
              <a:buFontTx/>
              <a:buNone/>
            </a:pPr>
            <a:r>
              <a:rPr lang="en-US" sz="2800" dirty="0">
                <a:latin typeface="Courier New" pitchFamily="49" charset="0"/>
              </a:rPr>
              <a:t>My first C++ program.</a:t>
            </a:r>
          </a:p>
          <a:p>
            <a:endParaRPr lang="en-US" dirty="0"/>
          </a:p>
        </p:txBody>
      </p:sp>
    </p:spTree>
    <p:extLst>
      <p:ext uri="{BB962C8B-B14F-4D97-AF65-F5344CB8AC3E}">
        <p14:creationId xmlns:p14="http://schemas.microsoft.com/office/powerpoint/2010/main" val="24216100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30C374-8397-4542-84FB-9D06AB624CF7}"/>
              </a:ext>
            </a:extLst>
          </p:cNvPr>
          <p:cNvSpPr>
            <a:spLocks noGrp="1"/>
          </p:cNvSpPr>
          <p:nvPr>
            <p:ph type="title"/>
          </p:nvPr>
        </p:nvSpPr>
        <p:spPr/>
        <p:txBody>
          <a:bodyPr/>
          <a:lstStyle/>
          <a:p>
            <a:r>
              <a:rPr lang="en-US" dirty="0"/>
              <a:t>Processing a C++ Program </a:t>
            </a:r>
          </a:p>
        </p:txBody>
      </p:sp>
      <p:sp>
        <p:nvSpPr>
          <p:cNvPr id="3" name="Content Placeholder 2">
            <a:extLst>
              <a:ext uri="{FF2B5EF4-FFF2-40B4-BE49-F238E27FC236}">
                <a16:creationId xmlns:a16="http://schemas.microsoft.com/office/drawing/2014/main" id="{FF262909-C0A4-4969-AB94-2C79CDB321DE}"/>
              </a:ext>
            </a:extLst>
          </p:cNvPr>
          <p:cNvSpPr>
            <a:spLocks noGrp="1"/>
          </p:cNvSpPr>
          <p:nvPr>
            <p:ph idx="1"/>
          </p:nvPr>
        </p:nvSpPr>
        <p:spPr/>
        <p:txBody>
          <a:bodyPr/>
          <a:lstStyle/>
          <a:p>
            <a:pPr lvl="1">
              <a:lnSpc>
                <a:spcPct val="93000"/>
              </a:lnSpc>
            </a:pPr>
            <a:r>
              <a:rPr lang="en-US" dirty="0"/>
              <a:t>Use the </a:t>
            </a:r>
            <a:r>
              <a:rPr lang="en-US" u="sng" dirty="0"/>
              <a:t>compiler</a:t>
            </a:r>
            <a:r>
              <a:rPr lang="en-US" dirty="0"/>
              <a:t> to:</a:t>
            </a:r>
          </a:p>
          <a:p>
            <a:pPr lvl="2">
              <a:lnSpc>
                <a:spcPct val="93000"/>
              </a:lnSpc>
            </a:pPr>
            <a:r>
              <a:rPr lang="en-US" dirty="0"/>
              <a:t>Check that the program obeys the rules</a:t>
            </a:r>
          </a:p>
          <a:p>
            <a:pPr lvl="2">
              <a:lnSpc>
                <a:spcPct val="93000"/>
              </a:lnSpc>
            </a:pPr>
            <a:r>
              <a:rPr lang="en-US" dirty="0"/>
              <a:t>Translate into machine language (</a:t>
            </a:r>
            <a:r>
              <a:rPr lang="en-US" u="sng" dirty="0"/>
              <a:t>object program</a:t>
            </a:r>
            <a:r>
              <a:rPr lang="en-US" dirty="0"/>
              <a:t>)</a:t>
            </a:r>
          </a:p>
          <a:p>
            <a:pPr lvl="1"/>
            <a:r>
              <a:rPr lang="en-US" u="sng" dirty="0"/>
              <a:t>Linker</a:t>
            </a:r>
            <a:r>
              <a:rPr lang="en-US" dirty="0"/>
              <a:t>: </a:t>
            </a:r>
          </a:p>
          <a:p>
            <a:pPr lvl="2"/>
            <a:r>
              <a:rPr lang="en-US" dirty="0"/>
              <a:t>Combines object program with other programs to create executable code</a:t>
            </a:r>
          </a:p>
          <a:p>
            <a:pPr lvl="1"/>
            <a:r>
              <a:rPr lang="en-US" u="sng" dirty="0"/>
              <a:t>Loader</a:t>
            </a:r>
            <a:r>
              <a:rPr lang="en-US" dirty="0"/>
              <a:t>: </a:t>
            </a:r>
          </a:p>
          <a:p>
            <a:pPr lvl="2"/>
            <a:r>
              <a:rPr lang="en-US" dirty="0"/>
              <a:t>Loads executable program into main memory</a:t>
            </a:r>
          </a:p>
          <a:p>
            <a:pPr lvl="2"/>
            <a:endParaRPr lang="en-US" dirty="0"/>
          </a:p>
          <a:p>
            <a:endParaRPr lang="en-US" dirty="0"/>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C8DF1D51-6C43-63D3-A16E-40124AB874BC}"/>
                  </a:ext>
                </a:extLst>
              </p14:cNvPr>
              <p14:cNvContentPartPr/>
              <p14:nvPr/>
            </p14:nvContentPartPr>
            <p14:xfrm>
              <a:off x="6774758" y="757456"/>
              <a:ext cx="1333800" cy="645480"/>
            </p14:xfrm>
          </p:contentPart>
        </mc:Choice>
        <mc:Fallback>
          <p:pic>
            <p:nvPicPr>
              <p:cNvPr id="4" name="Ink 3">
                <a:extLst>
                  <a:ext uri="{FF2B5EF4-FFF2-40B4-BE49-F238E27FC236}">
                    <a16:creationId xmlns:a16="http://schemas.microsoft.com/office/drawing/2014/main" id="{C8DF1D51-6C43-63D3-A16E-40124AB874BC}"/>
                  </a:ext>
                </a:extLst>
              </p:cNvPr>
              <p:cNvPicPr/>
              <p:nvPr/>
            </p:nvPicPr>
            <p:blipFill>
              <a:blip r:embed="rId3"/>
              <a:stretch>
                <a:fillRect/>
              </a:stretch>
            </p:blipFill>
            <p:spPr>
              <a:xfrm>
                <a:off x="6757118" y="739456"/>
                <a:ext cx="1369440" cy="68112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5" name="Ink 4">
                <a:extLst>
                  <a:ext uri="{FF2B5EF4-FFF2-40B4-BE49-F238E27FC236}">
                    <a16:creationId xmlns:a16="http://schemas.microsoft.com/office/drawing/2014/main" id="{EE06AF10-86C0-C783-7F5F-836219655F97}"/>
                  </a:ext>
                </a:extLst>
              </p14:cNvPr>
              <p14:cNvContentPartPr/>
              <p14:nvPr/>
            </p14:nvContentPartPr>
            <p14:xfrm>
              <a:off x="2815838" y="2026096"/>
              <a:ext cx="360" cy="360"/>
            </p14:xfrm>
          </p:contentPart>
        </mc:Choice>
        <mc:Fallback>
          <p:pic>
            <p:nvPicPr>
              <p:cNvPr id="5" name="Ink 4">
                <a:extLst>
                  <a:ext uri="{FF2B5EF4-FFF2-40B4-BE49-F238E27FC236}">
                    <a16:creationId xmlns:a16="http://schemas.microsoft.com/office/drawing/2014/main" id="{EE06AF10-86C0-C783-7F5F-836219655F97}"/>
                  </a:ext>
                </a:extLst>
              </p:cNvPr>
              <p:cNvPicPr/>
              <p:nvPr/>
            </p:nvPicPr>
            <p:blipFill>
              <a:blip r:embed="rId5"/>
              <a:stretch>
                <a:fillRect/>
              </a:stretch>
            </p:blipFill>
            <p:spPr>
              <a:xfrm>
                <a:off x="2761838" y="1918096"/>
                <a:ext cx="10800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6" name="Ink 5">
                <a:extLst>
                  <a:ext uri="{FF2B5EF4-FFF2-40B4-BE49-F238E27FC236}">
                    <a16:creationId xmlns:a16="http://schemas.microsoft.com/office/drawing/2014/main" id="{A2D56A8D-3B5B-10FE-BCF8-46520A21C8F4}"/>
                  </a:ext>
                </a:extLst>
              </p14:cNvPr>
              <p14:cNvContentPartPr/>
              <p14:nvPr/>
            </p14:nvContentPartPr>
            <p14:xfrm>
              <a:off x="2815838" y="2026096"/>
              <a:ext cx="360" cy="360"/>
            </p14:xfrm>
          </p:contentPart>
        </mc:Choice>
        <mc:Fallback>
          <p:pic>
            <p:nvPicPr>
              <p:cNvPr id="6" name="Ink 5">
                <a:extLst>
                  <a:ext uri="{FF2B5EF4-FFF2-40B4-BE49-F238E27FC236}">
                    <a16:creationId xmlns:a16="http://schemas.microsoft.com/office/drawing/2014/main" id="{A2D56A8D-3B5B-10FE-BCF8-46520A21C8F4}"/>
                  </a:ext>
                </a:extLst>
              </p:cNvPr>
              <p:cNvPicPr/>
              <p:nvPr/>
            </p:nvPicPr>
            <p:blipFill>
              <a:blip r:embed="rId5"/>
              <a:stretch>
                <a:fillRect/>
              </a:stretch>
            </p:blipFill>
            <p:spPr>
              <a:xfrm>
                <a:off x="2761838" y="1918096"/>
                <a:ext cx="10800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7" name="Ink 6">
                <a:extLst>
                  <a:ext uri="{FF2B5EF4-FFF2-40B4-BE49-F238E27FC236}">
                    <a16:creationId xmlns:a16="http://schemas.microsoft.com/office/drawing/2014/main" id="{472AAE21-DEB2-CE86-CAFF-142A2D19D1D2}"/>
                  </a:ext>
                </a:extLst>
              </p14:cNvPr>
              <p14:cNvContentPartPr/>
              <p14:nvPr/>
            </p14:nvContentPartPr>
            <p14:xfrm>
              <a:off x="2670398" y="1973176"/>
              <a:ext cx="936000" cy="53280"/>
            </p14:xfrm>
          </p:contentPart>
        </mc:Choice>
        <mc:Fallback>
          <p:pic>
            <p:nvPicPr>
              <p:cNvPr id="7" name="Ink 6">
                <a:extLst>
                  <a:ext uri="{FF2B5EF4-FFF2-40B4-BE49-F238E27FC236}">
                    <a16:creationId xmlns:a16="http://schemas.microsoft.com/office/drawing/2014/main" id="{472AAE21-DEB2-CE86-CAFF-142A2D19D1D2}"/>
                  </a:ext>
                </a:extLst>
              </p:cNvPr>
              <p:cNvPicPr/>
              <p:nvPr/>
            </p:nvPicPr>
            <p:blipFill>
              <a:blip r:embed="rId8"/>
              <a:stretch>
                <a:fillRect/>
              </a:stretch>
            </p:blipFill>
            <p:spPr>
              <a:xfrm>
                <a:off x="2616398" y="1865176"/>
                <a:ext cx="1043640" cy="26892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11" name="Ink 10">
                <a:extLst>
                  <a:ext uri="{FF2B5EF4-FFF2-40B4-BE49-F238E27FC236}">
                    <a16:creationId xmlns:a16="http://schemas.microsoft.com/office/drawing/2014/main" id="{93C7C140-DD22-80FD-2C29-E7D1E0929C07}"/>
                  </a:ext>
                </a:extLst>
              </p14:cNvPr>
              <p14:cNvContentPartPr/>
              <p14:nvPr/>
            </p14:nvContentPartPr>
            <p14:xfrm>
              <a:off x="2161358" y="2369176"/>
              <a:ext cx="360" cy="360"/>
            </p14:xfrm>
          </p:contentPart>
        </mc:Choice>
        <mc:Fallback>
          <p:pic>
            <p:nvPicPr>
              <p:cNvPr id="11" name="Ink 10">
                <a:extLst>
                  <a:ext uri="{FF2B5EF4-FFF2-40B4-BE49-F238E27FC236}">
                    <a16:creationId xmlns:a16="http://schemas.microsoft.com/office/drawing/2014/main" id="{93C7C140-DD22-80FD-2C29-E7D1E0929C07}"/>
                  </a:ext>
                </a:extLst>
              </p:cNvPr>
              <p:cNvPicPr/>
              <p:nvPr/>
            </p:nvPicPr>
            <p:blipFill>
              <a:blip r:embed="rId5"/>
              <a:stretch>
                <a:fillRect/>
              </a:stretch>
            </p:blipFill>
            <p:spPr>
              <a:xfrm>
                <a:off x="2107358" y="2261176"/>
                <a:ext cx="10800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12" name="Ink 11">
                <a:extLst>
                  <a:ext uri="{FF2B5EF4-FFF2-40B4-BE49-F238E27FC236}">
                    <a16:creationId xmlns:a16="http://schemas.microsoft.com/office/drawing/2014/main" id="{B0FAE050-BE1C-18D0-FEDE-758D90B579D1}"/>
                  </a:ext>
                </a:extLst>
              </p14:cNvPr>
              <p14:cNvContentPartPr/>
              <p14:nvPr/>
            </p14:nvContentPartPr>
            <p14:xfrm>
              <a:off x="2005118" y="2369176"/>
              <a:ext cx="604080" cy="360"/>
            </p14:xfrm>
          </p:contentPart>
        </mc:Choice>
        <mc:Fallback>
          <p:pic>
            <p:nvPicPr>
              <p:cNvPr id="12" name="Ink 11">
                <a:extLst>
                  <a:ext uri="{FF2B5EF4-FFF2-40B4-BE49-F238E27FC236}">
                    <a16:creationId xmlns:a16="http://schemas.microsoft.com/office/drawing/2014/main" id="{B0FAE050-BE1C-18D0-FEDE-758D90B579D1}"/>
                  </a:ext>
                </a:extLst>
              </p:cNvPr>
              <p:cNvPicPr/>
              <p:nvPr/>
            </p:nvPicPr>
            <p:blipFill>
              <a:blip r:embed="rId11"/>
              <a:stretch>
                <a:fillRect/>
              </a:stretch>
            </p:blipFill>
            <p:spPr>
              <a:xfrm>
                <a:off x="1951478" y="2261176"/>
                <a:ext cx="71172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13" name="Ink 12">
                <a:extLst>
                  <a:ext uri="{FF2B5EF4-FFF2-40B4-BE49-F238E27FC236}">
                    <a16:creationId xmlns:a16="http://schemas.microsoft.com/office/drawing/2014/main" id="{1D18D81F-0179-40FD-0848-F99B16249C25}"/>
                  </a:ext>
                </a:extLst>
              </p14:cNvPr>
              <p14:cNvContentPartPr/>
              <p14:nvPr/>
            </p14:nvContentPartPr>
            <p14:xfrm>
              <a:off x="3647438" y="2358736"/>
              <a:ext cx="760680" cy="105480"/>
            </p14:xfrm>
          </p:contentPart>
        </mc:Choice>
        <mc:Fallback>
          <p:pic>
            <p:nvPicPr>
              <p:cNvPr id="13" name="Ink 12">
                <a:extLst>
                  <a:ext uri="{FF2B5EF4-FFF2-40B4-BE49-F238E27FC236}">
                    <a16:creationId xmlns:a16="http://schemas.microsoft.com/office/drawing/2014/main" id="{1D18D81F-0179-40FD-0848-F99B16249C25}"/>
                  </a:ext>
                </a:extLst>
              </p:cNvPr>
              <p:cNvPicPr/>
              <p:nvPr/>
            </p:nvPicPr>
            <p:blipFill>
              <a:blip r:embed="rId13"/>
              <a:stretch>
                <a:fillRect/>
              </a:stretch>
            </p:blipFill>
            <p:spPr>
              <a:xfrm>
                <a:off x="3593438" y="2251096"/>
                <a:ext cx="868320" cy="32112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14" name="Ink 13">
                <a:extLst>
                  <a:ext uri="{FF2B5EF4-FFF2-40B4-BE49-F238E27FC236}">
                    <a16:creationId xmlns:a16="http://schemas.microsoft.com/office/drawing/2014/main" id="{D0795D71-B480-5D18-AA2E-891E1D492883}"/>
                  </a:ext>
                </a:extLst>
              </p14:cNvPr>
              <p14:cNvContentPartPr/>
              <p14:nvPr/>
            </p14:nvContentPartPr>
            <p14:xfrm>
              <a:off x="5652638" y="2300776"/>
              <a:ext cx="497160" cy="69480"/>
            </p14:xfrm>
          </p:contentPart>
        </mc:Choice>
        <mc:Fallback>
          <p:pic>
            <p:nvPicPr>
              <p:cNvPr id="14" name="Ink 13">
                <a:extLst>
                  <a:ext uri="{FF2B5EF4-FFF2-40B4-BE49-F238E27FC236}">
                    <a16:creationId xmlns:a16="http://schemas.microsoft.com/office/drawing/2014/main" id="{D0795D71-B480-5D18-AA2E-891E1D492883}"/>
                  </a:ext>
                </a:extLst>
              </p:cNvPr>
              <p:cNvPicPr/>
              <p:nvPr/>
            </p:nvPicPr>
            <p:blipFill>
              <a:blip r:embed="rId15"/>
              <a:stretch>
                <a:fillRect/>
              </a:stretch>
            </p:blipFill>
            <p:spPr>
              <a:xfrm>
                <a:off x="5598998" y="2193136"/>
                <a:ext cx="604800" cy="28512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15" name="Ink 14">
                <a:extLst>
                  <a:ext uri="{FF2B5EF4-FFF2-40B4-BE49-F238E27FC236}">
                    <a16:creationId xmlns:a16="http://schemas.microsoft.com/office/drawing/2014/main" id="{A79B2CB2-58D5-67F4-CF16-33B44A6F2D36}"/>
                  </a:ext>
                </a:extLst>
              </p14:cNvPr>
              <p14:cNvContentPartPr/>
              <p14:nvPr/>
            </p14:nvContentPartPr>
            <p14:xfrm>
              <a:off x="2067398" y="2743216"/>
              <a:ext cx="804600" cy="11520"/>
            </p14:xfrm>
          </p:contentPart>
        </mc:Choice>
        <mc:Fallback>
          <p:pic>
            <p:nvPicPr>
              <p:cNvPr id="15" name="Ink 14">
                <a:extLst>
                  <a:ext uri="{FF2B5EF4-FFF2-40B4-BE49-F238E27FC236}">
                    <a16:creationId xmlns:a16="http://schemas.microsoft.com/office/drawing/2014/main" id="{A79B2CB2-58D5-67F4-CF16-33B44A6F2D36}"/>
                  </a:ext>
                </a:extLst>
              </p:cNvPr>
              <p:cNvPicPr/>
              <p:nvPr/>
            </p:nvPicPr>
            <p:blipFill>
              <a:blip r:embed="rId17"/>
              <a:stretch>
                <a:fillRect/>
              </a:stretch>
            </p:blipFill>
            <p:spPr>
              <a:xfrm>
                <a:off x="2013758" y="2635216"/>
                <a:ext cx="912240" cy="22716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16" name="Ink 15">
                <a:extLst>
                  <a:ext uri="{FF2B5EF4-FFF2-40B4-BE49-F238E27FC236}">
                    <a16:creationId xmlns:a16="http://schemas.microsoft.com/office/drawing/2014/main" id="{D918F195-FE7B-FCE2-F280-76123DE9469A}"/>
                  </a:ext>
                </a:extLst>
              </p14:cNvPr>
              <p14:cNvContentPartPr/>
              <p14:nvPr/>
            </p14:nvContentPartPr>
            <p14:xfrm>
              <a:off x="2722238" y="2669776"/>
              <a:ext cx="2503800" cy="104760"/>
            </p14:xfrm>
          </p:contentPart>
        </mc:Choice>
        <mc:Fallback>
          <p:pic>
            <p:nvPicPr>
              <p:cNvPr id="16" name="Ink 15">
                <a:extLst>
                  <a:ext uri="{FF2B5EF4-FFF2-40B4-BE49-F238E27FC236}">
                    <a16:creationId xmlns:a16="http://schemas.microsoft.com/office/drawing/2014/main" id="{D918F195-FE7B-FCE2-F280-76123DE9469A}"/>
                  </a:ext>
                </a:extLst>
              </p:cNvPr>
              <p:cNvPicPr/>
              <p:nvPr/>
            </p:nvPicPr>
            <p:blipFill>
              <a:blip r:embed="rId19"/>
              <a:stretch>
                <a:fillRect/>
              </a:stretch>
            </p:blipFill>
            <p:spPr>
              <a:xfrm>
                <a:off x="2668598" y="2561776"/>
                <a:ext cx="2611440" cy="32040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18" name="Ink 17">
                <a:extLst>
                  <a:ext uri="{FF2B5EF4-FFF2-40B4-BE49-F238E27FC236}">
                    <a16:creationId xmlns:a16="http://schemas.microsoft.com/office/drawing/2014/main" id="{42AC492D-687A-3414-4A57-5621BAC64A1B}"/>
                  </a:ext>
                </a:extLst>
              </p14:cNvPr>
              <p14:cNvContentPartPr/>
              <p14:nvPr/>
            </p14:nvContentPartPr>
            <p14:xfrm>
              <a:off x="2015198" y="3480856"/>
              <a:ext cx="4760280" cy="720"/>
            </p14:xfrm>
          </p:contentPart>
        </mc:Choice>
        <mc:Fallback>
          <p:pic>
            <p:nvPicPr>
              <p:cNvPr id="18" name="Ink 17">
                <a:extLst>
                  <a:ext uri="{FF2B5EF4-FFF2-40B4-BE49-F238E27FC236}">
                    <a16:creationId xmlns:a16="http://schemas.microsoft.com/office/drawing/2014/main" id="{42AC492D-687A-3414-4A57-5621BAC64A1B}"/>
                  </a:ext>
                </a:extLst>
              </p:cNvPr>
              <p:cNvPicPr/>
              <p:nvPr/>
            </p:nvPicPr>
            <p:blipFill>
              <a:blip r:embed="rId21"/>
              <a:stretch>
                <a:fillRect/>
              </a:stretch>
            </p:blipFill>
            <p:spPr>
              <a:xfrm>
                <a:off x="1961558" y="3264856"/>
                <a:ext cx="4867920" cy="43200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19" name="Ink 18">
                <a:extLst>
                  <a:ext uri="{FF2B5EF4-FFF2-40B4-BE49-F238E27FC236}">
                    <a16:creationId xmlns:a16="http://schemas.microsoft.com/office/drawing/2014/main" id="{8D03A02E-93D1-177B-8660-51B196ADE82C}"/>
                  </a:ext>
                </a:extLst>
              </p14:cNvPr>
              <p14:cNvContentPartPr/>
              <p14:nvPr/>
            </p14:nvContentPartPr>
            <p14:xfrm>
              <a:off x="1485638" y="3056056"/>
              <a:ext cx="1018800" cy="134280"/>
            </p14:xfrm>
          </p:contentPart>
        </mc:Choice>
        <mc:Fallback>
          <p:pic>
            <p:nvPicPr>
              <p:cNvPr id="19" name="Ink 18">
                <a:extLst>
                  <a:ext uri="{FF2B5EF4-FFF2-40B4-BE49-F238E27FC236}">
                    <a16:creationId xmlns:a16="http://schemas.microsoft.com/office/drawing/2014/main" id="{8D03A02E-93D1-177B-8660-51B196ADE82C}"/>
                  </a:ext>
                </a:extLst>
              </p:cNvPr>
              <p:cNvPicPr/>
              <p:nvPr/>
            </p:nvPicPr>
            <p:blipFill>
              <a:blip r:embed="rId23"/>
              <a:stretch>
                <a:fillRect/>
              </a:stretch>
            </p:blipFill>
            <p:spPr>
              <a:xfrm>
                <a:off x="1431998" y="2948416"/>
                <a:ext cx="1126440" cy="34992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20" name="Ink 19">
                <a:extLst>
                  <a:ext uri="{FF2B5EF4-FFF2-40B4-BE49-F238E27FC236}">
                    <a16:creationId xmlns:a16="http://schemas.microsoft.com/office/drawing/2014/main" id="{36F922F3-0BB1-DA97-AAD9-71F0035B8FB9}"/>
                  </a:ext>
                </a:extLst>
              </p14:cNvPr>
              <p14:cNvContentPartPr/>
              <p14:nvPr/>
            </p14:nvContentPartPr>
            <p14:xfrm>
              <a:off x="1620638" y="3948496"/>
              <a:ext cx="1177200" cy="10800"/>
            </p14:xfrm>
          </p:contentPart>
        </mc:Choice>
        <mc:Fallback>
          <p:pic>
            <p:nvPicPr>
              <p:cNvPr id="20" name="Ink 19">
                <a:extLst>
                  <a:ext uri="{FF2B5EF4-FFF2-40B4-BE49-F238E27FC236}">
                    <a16:creationId xmlns:a16="http://schemas.microsoft.com/office/drawing/2014/main" id="{36F922F3-0BB1-DA97-AAD9-71F0035B8FB9}"/>
                  </a:ext>
                </a:extLst>
              </p:cNvPr>
              <p:cNvPicPr/>
              <p:nvPr/>
            </p:nvPicPr>
            <p:blipFill>
              <a:blip r:embed="rId25"/>
              <a:stretch>
                <a:fillRect/>
              </a:stretch>
            </p:blipFill>
            <p:spPr>
              <a:xfrm>
                <a:off x="1566998" y="3840496"/>
                <a:ext cx="1284840" cy="22644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21" name="Ink 20">
                <a:extLst>
                  <a:ext uri="{FF2B5EF4-FFF2-40B4-BE49-F238E27FC236}">
                    <a16:creationId xmlns:a16="http://schemas.microsoft.com/office/drawing/2014/main" id="{5EFE9AC0-F77F-9243-8ED0-0C06C9170760}"/>
                  </a:ext>
                </a:extLst>
              </p14:cNvPr>
              <p14:cNvContentPartPr/>
              <p14:nvPr/>
            </p14:nvContentPartPr>
            <p14:xfrm>
              <a:off x="2005118" y="4299856"/>
              <a:ext cx="2666160" cy="44280"/>
            </p14:xfrm>
          </p:contentPart>
        </mc:Choice>
        <mc:Fallback>
          <p:pic>
            <p:nvPicPr>
              <p:cNvPr id="21" name="Ink 20">
                <a:extLst>
                  <a:ext uri="{FF2B5EF4-FFF2-40B4-BE49-F238E27FC236}">
                    <a16:creationId xmlns:a16="http://schemas.microsoft.com/office/drawing/2014/main" id="{5EFE9AC0-F77F-9243-8ED0-0C06C9170760}"/>
                  </a:ext>
                </a:extLst>
              </p:cNvPr>
              <p:cNvPicPr/>
              <p:nvPr/>
            </p:nvPicPr>
            <p:blipFill>
              <a:blip r:embed="rId27"/>
              <a:stretch>
                <a:fillRect/>
              </a:stretch>
            </p:blipFill>
            <p:spPr>
              <a:xfrm>
                <a:off x="1951478" y="4191856"/>
                <a:ext cx="2773800" cy="259920"/>
              </a:xfrm>
              <a:prstGeom prst="rect">
                <a:avLst/>
              </a:prstGeom>
            </p:spPr>
          </p:pic>
        </mc:Fallback>
      </mc:AlternateContent>
    </p:spTree>
    <p:extLst>
      <p:ext uri="{BB962C8B-B14F-4D97-AF65-F5344CB8AC3E}">
        <p14:creationId xmlns:p14="http://schemas.microsoft.com/office/powerpoint/2010/main" val="839957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46010D0-A790-4A78-A096-B0A6DA4967E7}"/>
              </a:ext>
            </a:extLst>
          </p:cNvPr>
          <p:cNvSpPr>
            <a:spLocks noGrp="1"/>
          </p:cNvSpPr>
          <p:nvPr>
            <p:ph type="title"/>
          </p:nvPr>
        </p:nvSpPr>
        <p:spPr>
          <a:xfrm>
            <a:off x="556532" y="643467"/>
            <a:ext cx="11210925" cy="744836"/>
          </a:xfrm>
        </p:spPr>
        <p:txBody>
          <a:bodyPr>
            <a:normAutofit/>
          </a:bodyPr>
          <a:lstStyle/>
          <a:p>
            <a:pPr algn="ctr"/>
            <a:r>
              <a:rPr lang="en-US" sz="3200" dirty="0">
                <a:solidFill>
                  <a:schemeClr val="bg1"/>
                </a:solidFill>
              </a:rPr>
              <a:t>Processing a C++ Program (Cont.)</a:t>
            </a:r>
          </a:p>
        </p:txBody>
      </p:sp>
      <p:pic>
        <p:nvPicPr>
          <p:cNvPr id="3" name="Picture 1029">
            <a:extLst>
              <a:ext uri="{FF2B5EF4-FFF2-40B4-BE49-F238E27FC236}">
                <a16:creationId xmlns:a16="http://schemas.microsoft.com/office/drawing/2014/main" id="{D27BD8F9-5B4E-4617-8EFE-629CD161640D}"/>
              </a:ext>
            </a:extLst>
          </p:cNvPr>
          <p:cNvPicPr>
            <a:picLocks noChangeAspect="1" noChangeArrowheads="1"/>
          </p:cNvPicPr>
          <p:nvPr/>
        </p:nvPicPr>
        <p:blipFill rotWithShape="1">
          <a:blip r:embed="rId2" cstate="print"/>
          <a:srcRect b="9021"/>
          <a:stretch/>
        </p:blipFill>
        <p:spPr bwMode="auto">
          <a:xfrm>
            <a:off x="2114402" y="1675227"/>
            <a:ext cx="7963195" cy="3997785"/>
          </a:xfrm>
          <a:prstGeom prst="rect">
            <a:avLst/>
          </a:prstGeom>
          <a:noFill/>
        </p:spPr>
      </p:pic>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BFAFE6E4-B69D-7F07-ADA1-C2AAE05C1718}"/>
                  </a:ext>
                </a:extLst>
              </p14:cNvPr>
              <p14:cNvContentPartPr/>
              <p14:nvPr/>
            </p14:nvContentPartPr>
            <p14:xfrm>
              <a:off x="579518" y="2823856"/>
              <a:ext cx="659520" cy="767880"/>
            </p14:xfrm>
          </p:contentPart>
        </mc:Choice>
        <mc:Fallback>
          <p:pic>
            <p:nvPicPr>
              <p:cNvPr id="4" name="Ink 3">
                <a:extLst>
                  <a:ext uri="{FF2B5EF4-FFF2-40B4-BE49-F238E27FC236}">
                    <a16:creationId xmlns:a16="http://schemas.microsoft.com/office/drawing/2014/main" id="{BFAFE6E4-B69D-7F07-ADA1-C2AAE05C1718}"/>
                  </a:ext>
                </a:extLst>
              </p:cNvPr>
              <p:cNvPicPr/>
              <p:nvPr/>
            </p:nvPicPr>
            <p:blipFill>
              <a:blip r:embed="rId4"/>
              <a:stretch>
                <a:fillRect/>
              </a:stretch>
            </p:blipFill>
            <p:spPr>
              <a:xfrm>
                <a:off x="525878" y="2716216"/>
                <a:ext cx="767160" cy="983520"/>
              </a:xfrm>
              <a:prstGeom prst="rect">
                <a:avLst/>
              </a:prstGeom>
            </p:spPr>
          </p:pic>
        </mc:Fallback>
      </mc:AlternateContent>
    </p:spTree>
    <p:extLst>
      <p:ext uri="{BB962C8B-B14F-4D97-AF65-F5344CB8AC3E}">
        <p14:creationId xmlns:p14="http://schemas.microsoft.com/office/powerpoint/2010/main" val="24255429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B51C231-A8A8-4CC3-8580-8EC6EABDEFD2}"/>
              </a:ext>
            </a:extLst>
          </p:cNvPr>
          <p:cNvSpPr>
            <a:spLocks noGrp="1"/>
          </p:cNvSpPr>
          <p:nvPr>
            <p:ph type="title"/>
          </p:nvPr>
        </p:nvSpPr>
        <p:spPr>
          <a:xfrm>
            <a:off x="556532" y="643467"/>
            <a:ext cx="11210925" cy="744836"/>
          </a:xfrm>
        </p:spPr>
        <p:txBody>
          <a:bodyPr>
            <a:normAutofit/>
          </a:bodyPr>
          <a:lstStyle/>
          <a:p>
            <a:pPr algn="ctr"/>
            <a:r>
              <a:rPr lang="en-US" sz="3200" dirty="0">
                <a:solidFill>
                  <a:schemeClr val="bg1"/>
                </a:solidFill>
              </a:rPr>
              <a:t>The Problem Analysis–Coding–Execution Cycle</a:t>
            </a:r>
          </a:p>
        </p:txBody>
      </p:sp>
      <p:pic>
        <p:nvPicPr>
          <p:cNvPr id="3" name="Picture 10">
            <a:extLst>
              <a:ext uri="{FF2B5EF4-FFF2-40B4-BE49-F238E27FC236}">
                <a16:creationId xmlns:a16="http://schemas.microsoft.com/office/drawing/2014/main" id="{AF12A536-C3CA-4FFB-BDAE-56C46C53E6FA}"/>
              </a:ext>
            </a:extLst>
          </p:cNvPr>
          <p:cNvPicPr>
            <a:picLocks noChangeAspect="1" noChangeArrowheads="1"/>
          </p:cNvPicPr>
          <p:nvPr/>
        </p:nvPicPr>
        <p:blipFill rotWithShape="1">
          <a:blip r:embed="rId2" cstate="print"/>
          <a:srcRect b="4775"/>
          <a:stretch/>
        </p:blipFill>
        <p:spPr bwMode="auto">
          <a:xfrm>
            <a:off x="4069524" y="1675227"/>
            <a:ext cx="4052952" cy="4184397"/>
          </a:xfrm>
          <a:prstGeom prst="rect">
            <a:avLst/>
          </a:prstGeom>
          <a:noFill/>
        </p:spPr>
      </p:pic>
    </p:spTree>
    <p:extLst>
      <p:ext uri="{BB962C8B-B14F-4D97-AF65-F5344CB8AC3E}">
        <p14:creationId xmlns:p14="http://schemas.microsoft.com/office/powerpoint/2010/main" val="414148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8A6417-A4A1-4EE6-983E-23EDAB1BF377}"/>
              </a:ext>
            </a:extLst>
          </p:cNvPr>
          <p:cNvSpPr>
            <a:spLocks noGrp="1"/>
          </p:cNvSpPr>
          <p:nvPr>
            <p:ph type="title"/>
          </p:nvPr>
        </p:nvSpPr>
        <p:spPr/>
        <p:txBody>
          <a:bodyPr/>
          <a:lstStyle/>
          <a:p>
            <a:r>
              <a:rPr lang="en-US" dirty="0"/>
              <a:t>The Problem Analysis–Coding–Execution Cycle (Cont.)</a:t>
            </a:r>
          </a:p>
        </p:txBody>
      </p:sp>
      <p:sp>
        <p:nvSpPr>
          <p:cNvPr id="3" name="Content Placeholder 2">
            <a:extLst>
              <a:ext uri="{FF2B5EF4-FFF2-40B4-BE49-F238E27FC236}">
                <a16:creationId xmlns:a16="http://schemas.microsoft.com/office/drawing/2014/main" id="{26DC6753-B617-432F-9921-D01C4E0C68E2}"/>
              </a:ext>
            </a:extLst>
          </p:cNvPr>
          <p:cNvSpPr>
            <a:spLocks noGrp="1"/>
          </p:cNvSpPr>
          <p:nvPr>
            <p:ph idx="1"/>
          </p:nvPr>
        </p:nvSpPr>
        <p:spPr/>
        <p:txBody>
          <a:bodyPr/>
          <a:lstStyle/>
          <a:p>
            <a:r>
              <a:rPr lang="en-US" dirty="0"/>
              <a:t>Compiler guarantees that the program follows the rules of the language (no syntax errors)</a:t>
            </a:r>
          </a:p>
          <a:p>
            <a:pPr lvl="1"/>
            <a:r>
              <a:rPr lang="en-US" dirty="0"/>
              <a:t>Does not guarantee that the program will run correctly </a:t>
            </a:r>
          </a:p>
          <a:p>
            <a:pPr lvl="1"/>
            <a:endParaRPr lang="en-US" dirty="0"/>
          </a:p>
          <a:p>
            <a:endParaRPr lang="en-US" dirty="0"/>
          </a:p>
        </p:txBody>
      </p:sp>
    </p:spTree>
    <p:extLst>
      <p:ext uri="{BB962C8B-B14F-4D97-AF65-F5344CB8AC3E}">
        <p14:creationId xmlns:p14="http://schemas.microsoft.com/office/powerpoint/2010/main" val="34793935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9699" name="Slide Number Placeholder 5"/>
          <p:cNvSpPr>
            <a:spLocks noGrp="1"/>
          </p:cNvSpPr>
          <p:nvPr>
            <p:ph type="sldNum" sz="quarter" idx="12"/>
          </p:nvPr>
        </p:nvSpPr>
        <p:spPr/>
        <p:txBody>
          <a:bodyPr/>
          <a:lstStyle/>
          <a:p>
            <a:pPr>
              <a:defRPr/>
            </a:pPr>
            <a:fld id="{7F277784-2731-4BC2-8A7B-AD46B1809CF5}" type="slidenum">
              <a:rPr lang="en-US"/>
              <a:pPr>
                <a:defRPr/>
              </a:pPr>
              <a:t>12</a:t>
            </a:fld>
            <a:endParaRPr lang="en-US"/>
          </a:p>
        </p:txBody>
      </p:sp>
      <p:sp>
        <p:nvSpPr>
          <p:cNvPr id="29700" name="Rectangle 2"/>
          <p:cNvSpPr>
            <a:spLocks noGrp="1" noChangeArrowheads="1"/>
          </p:cNvSpPr>
          <p:nvPr>
            <p:ph type="title"/>
          </p:nvPr>
        </p:nvSpPr>
        <p:spPr/>
        <p:txBody>
          <a:bodyPr rtlCol="0">
            <a:normAutofit/>
          </a:bodyPr>
          <a:lstStyle/>
          <a:p>
            <a:pPr>
              <a:defRPr/>
            </a:pPr>
            <a:r>
              <a:rPr lang="en-US" dirty="0"/>
              <a:t>Graphic representation of the problem-solving process</a:t>
            </a:r>
          </a:p>
        </p:txBody>
      </p:sp>
      <p:pic>
        <p:nvPicPr>
          <p:cNvPr id="6148" name="Picture 5" descr="AACWQOA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7400" y="3276601"/>
            <a:ext cx="8001000" cy="1279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mc:Choice xmlns:p14="http://schemas.microsoft.com/office/powerpoint/2010/main" Requires="p14">
          <p:contentPart p14:bwMode="auto" r:id="rId4">
            <p14:nvContentPartPr>
              <p14:cNvPr id="2" name="Ink 1">
                <a:extLst>
                  <a:ext uri="{FF2B5EF4-FFF2-40B4-BE49-F238E27FC236}">
                    <a16:creationId xmlns:a16="http://schemas.microsoft.com/office/drawing/2014/main" id="{E8DEA0A4-1550-1EB8-1C3A-84CA58EA20D8}"/>
                  </a:ext>
                </a:extLst>
              </p14:cNvPr>
              <p14:cNvContentPartPr/>
              <p14:nvPr/>
            </p14:nvContentPartPr>
            <p14:xfrm>
              <a:off x="841598" y="675376"/>
              <a:ext cx="8427600" cy="219240"/>
            </p14:xfrm>
          </p:contentPart>
        </mc:Choice>
        <mc:Fallback>
          <p:pic>
            <p:nvPicPr>
              <p:cNvPr id="2" name="Ink 1">
                <a:extLst>
                  <a:ext uri="{FF2B5EF4-FFF2-40B4-BE49-F238E27FC236}">
                    <a16:creationId xmlns:a16="http://schemas.microsoft.com/office/drawing/2014/main" id="{E8DEA0A4-1550-1EB8-1C3A-84CA58EA20D8}"/>
                  </a:ext>
                </a:extLst>
              </p:cNvPr>
              <p:cNvPicPr/>
              <p:nvPr/>
            </p:nvPicPr>
            <p:blipFill>
              <a:blip r:embed="rId5"/>
              <a:stretch>
                <a:fillRect/>
              </a:stretch>
            </p:blipFill>
            <p:spPr>
              <a:xfrm>
                <a:off x="787958" y="567736"/>
                <a:ext cx="8535240" cy="43488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3" name="Ink 2">
                <a:extLst>
                  <a:ext uri="{FF2B5EF4-FFF2-40B4-BE49-F238E27FC236}">
                    <a16:creationId xmlns:a16="http://schemas.microsoft.com/office/drawing/2014/main" id="{5693BA83-D8E0-BB12-5237-88F914B1484E}"/>
                  </a:ext>
                </a:extLst>
              </p14:cNvPr>
              <p14:cNvContentPartPr/>
              <p14:nvPr/>
            </p14:nvContentPartPr>
            <p14:xfrm>
              <a:off x="1069838" y="1193776"/>
              <a:ext cx="1508760" cy="21960"/>
            </p14:xfrm>
          </p:contentPart>
        </mc:Choice>
        <mc:Fallback>
          <p:pic>
            <p:nvPicPr>
              <p:cNvPr id="3" name="Ink 2">
                <a:extLst>
                  <a:ext uri="{FF2B5EF4-FFF2-40B4-BE49-F238E27FC236}">
                    <a16:creationId xmlns:a16="http://schemas.microsoft.com/office/drawing/2014/main" id="{5693BA83-D8E0-BB12-5237-88F914B1484E}"/>
                  </a:ext>
                </a:extLst>
              </p:cNvPr>
              <p:cNvPicPr/>
              <p:nvPr/>
            </p:nvPicPr>
            <p:blipFill>
              <a:blip r:embed="rId7"/>
              <a:stretch>
                <a:fillRect/>
              </a:stretch>
            </p:blipFill>
            <p:spPr>
              <a:xfrm>
                <a:off x="1016198" y="1086136"/>
                <a:ext cx="1616400" cy="23760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4" name="Ink 3">
                <a:extLst>
                  <a:ext uri="{FF2B5EF4-FFF2-40B4-BE49-F238E27FC236}">
                    <a16:creationId xmlns:a16="http://schemas.microsoft.com/office/drawing/2014/main" id="{FE797911-AF4F-03D7-7621-DAF6DE036D84}"/>
                  </a:ext>
                </a:extLst>
              </p14:cNvPr>
              <p14:cNvContentPartPr/>
              <p14:nvPr/>
            </p14:nvContentPartPr>
            <p14:xfrm>
              <a:off x="2545838" y="3864616"/>
              <a:ext cx="1034640" cy="177840"/>
            </p14:xfrm>
          </p:contentPart>
        </mc:Choice>
        <mc:Fallback>
          <p:pic>
            <p:nvPicPr>
              <p:cNvPr id="4" name="Ink 3">
                <a:extLst>
                  <a:ext uri="{FF2B5EF4-FFF2-40B4-BE49-F238E27FC236}">
                    <a16:creationId xmlns:a16="http://schemas.microsoft.com/office/drawing/2014/main" id="{FE797911-AF4F-03D7-7621-DAF6DE036D84}"/>
                  </a:ext>
                </a:extLst>
              </p:cNvPr>
              <p:cNvPicPr/>
              <p:nvPr/>
            </p:nvPicPr>
            <p:blipFill>
              <a:blip r:embed="rId9"/>
              <a:stretch>
                <a:fillRect/>
              </a:stretch>
            </p:blipFill>
            <p:spPr>
              <a:xfrm>
                <a:off x="2491838" y="3756616"/>
                <a:ext cx="1142280" cy="39348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5" name="Ink 4">
                <a:extLst>
                  <a:ext uri="{FF2B5EF4-FFF2-40B4-BE49-F238E27FC236}">
                    <a16:creationId xmlns:a16="http://schemas.microsoft.com/office/drawing/2014/main" id="{DC587E31-4388-6F3A-404E-5571A7D1CC5A}"/>
                  </a:ext>
                </a:extLst>
              </p14:cNvPr>
              <p14:cNvContentPartPr/>
              <p14:nvPr/>
            </p14:nvContentPartPr>
            <p14:xfrm>
              <a:off x="5486318" y="3896296"/>
              <a:ext cx="1107720" cy="360"/>
            </p14:xfrm>
          </p:contentPart>
        </mc:Choice>
        <mc:Fallback>
          <p:pic>
            <p:nvPicPr>
              <p:cNvPr id="5" name="Ink 4">
                <a:extLst>
                  <a:ext uri="{FF2B5EF4-FFF2-40B4-BE49-F238E27FC236}">
                    <a16:creationId xmlns:a16="http://schemas.microsoft.com/office/drawing/2014/main" id="{DC587E31-4388-6F3A-404E-5571A7D1CC5A}"/>
                  </a:ext>
                </a:extLst>
              </p:cNvPr>
              <p:cNvPicPr/>
              <p:nvPr/>
            </p:nvPicPr>
            <p:blipFill>
              <a:blip r:embed="rId11"/>
              <a:stretch>
                <a:fillRect/>
              </a:stretch>
            </p:blipFill>
            <p:spPr>
              <a:xfrm>
                <a:off x="5432318" y="3788656"/>
                <a:ext cx="121536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6" name="Ink 5">
                <a:extLst>
                  <a:ext uri="{FF2B5EF4-FFF2-40B4-BE49-F238E27FC236}">
                    <a16:creationId xmlns:a16="http://schemas.microsoft.com/office/drawing/2014/main" id="{436DE477-29A6-2609-D274-38C811CE30CC}"/>
                  </a:ext>
                </a:extLst>
              </p14:cNvPr>
              <p14:cNvContentPartPr/>
              <p14:nvPr/>
            </p14:nvContentPartPr>
            <p14:xfrm>
              <a:off x="8136278" y="3854896"/>
              <a:ext cx="1124280" cy="31680"/>
            </p14:xfrm>
          </p:contentPart>
        </mc:Choice>
        <mc:Fallback>
          <p:pic>
            <p:nvPicPr>
              <p:cNvPr id="6" name="Ink 5">
                <a:extLst>
                  <a:ext uri="{FF2B5EF4-FFF2-40B4-BE49-F238E27FC236}">
                    <a16:creationId xmlns:a16="http://schemas.microsoft.com/office/drawing/2014/main" id="{436DE477-29A6-2609-D274-38C811CE30CC}"/>
                  </a:ext>
                </a:extLst>
              </p:cNvPr>
              <p:cNvPicPr/>
              <p:nvPr/>
            </p:nvPicPr>
            <p:blipFill>
              <a:blip r:embed="rId13"/>
              <a:stretch>
                <a:fillRect/>
              </a:stretch>
            </p:blipFill>
            <p:spPr>
              <a:xfrm>
                <a:off x="8082278" y="3746896"/>
                <a:ext cx="1231920" cy="247320"/>
              </a:xfrm>
              <a:prstGeom prst="rect">
                <a:avLst/>
              </a:prstGeom>
            </p:spPr>
          </p:pic>
        </mc:Fallback>
      </mc:AlternateContent>
    </p:spTree>
    <p:extLst>
      <p:ext uri="{BB962C8B-B14F-4D97-AF65-F5344CB8AC3E}">
        <p14:creationId xmlns:p14="http://schemas.microsoft.com/office/powerpoint/2010/main" val="3637528645"/>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5843" name="Slide Number Placeholder 5"/>
          <p:cNvSpPr>
            <a:spLocks noGrp="1"/>
          </p:cNvSpPr>
          <p:nvPr>
            <p:ph type="sldNum" sz="quarter" idx="12"/>
          </p:nvPr>
        </p:nvSpPr>
        <p:spPr/>
        <p:txBody>
          <a:bodyPr/>
          <a:lstStyle/>
          <a:p>
            <a:pPr>
              <a:defRPr/>
            </a:pPr>
            <a:fld id="{0D8C5BA5-85DF-434A-9309-B24B690F55CA}" type="slidenum">
              <a:rPr lang="en-US"/>
              <a:pPr>
                <a:defRPr/>
              </a:pPr>
              <a:t>13</a:t>
            </a:fld>
            <a:endParaRPr lang="en-US"/>
          </a:p>
        </p:txBody>
      </p:sp>
      <p:sp>
        <p:nvSpPr>
          <p:cNvPr id="24579" name="Rectangle 2"/>
          <p:cNvSpPr>
            <a:spLocks noGrp="1" noChangeArrowheads="1"/>
          </p:cNvSpPr>
          <p:nvPr>
            <p:ph type="title"/>
          </p:nvPr>
        </p:nvSpPr>
        <p:spPr/>
        <p:txBody>
          <a:bodyPr/>
          <a:lstStyle/>
          <a:p>
            <a:pPr eaLnBrk="1" hangingPunct="1">
              <a:defRPr/>
            </a:pPr>
            <a:r>
              <a:rPr lang="en-US"/>
              <a:t>Programming Tools</a:t>
            </a:r>
          </a:p>
        </p:txBody>
      </p:sp>
      <p:sp>
        <p:nvSpPr>
          <p:cNvPr id="327683" name="Rectangle 3"/>
          <p:cNvSpPr>
            <a:spLocks noGrp="1" noChangeArrowheads="1"/>
          </p:cNvSpPr>
          <p:nvPr>
            <p:ph type="body" idx="1"/>
          </p:nvPr>
        </p:nvSpPr>
        <p:spPr/>
        <p:txBody>
          <a:bodyPr/>
          <a:lstStyle/>
          <a:p>
            <a:pPr eaLnBrk="1" hangingPunct="1">
              <a:lnSpc>
                <a:spcPct val="80000"/>
              </a:lnSpc>
              <a:defRPr/>
            </a:pPr>
            <a:r>
              <a:rPr lang="en-US"/>
              <a:t>Three tools are used to convert </a:t>
            </a:r>
            <a:r>
              <a:rPr lang="en-US">
                <a:solidFill>
                  <a:schemeClr val="accent1"/>
                </a:solidFill>
              </a:rPr>
              <a:t>algorithms</a:t>
            </a:r>
            <a:r>
              <a:rPr lang="en-US"/>
              <a:t> into computer programs: </a:t>
            </a:r>
          </a:p>
          <a:p>
            <a:pPr eaLnBrk="1" hangingPunct="1">
              <a:lnSpc>
                <a:spcPct val="80000"/>
              </a:lnSpc>
              <a:defRPr/>
            </a:pPr>
            <a:r>
              <a:rPr lang="en-US" b="1">
                <a:solidFill>
                  <a:schemeClr val="accent1"/>
                </a:solidFill>
              </a:rPr>
              <a:t>Flowchart</a:t>
            </a:r>
            <a:r>
              <a:rPr lang="en-US" b="1"/>
              <a:t> </a:t>
            </a:r>
            <a:r>
              <a:rPr lang="en-US"/>
              <a:t>- Graphically depicts the logical steps to carry out a task and shows how the steps relate to each other.</a:t>
            </a:r>
          </a:p>
          <a:p>
            <a:pPr eaLnBrk="1" hangingPunct="1">
              <a:lnSpc>
                <a:spcPct val="80000"/>
              </a:lnSpc>
              <a:defRPr/>
            </a:pPr>
            <a:r>
              <a:rPr lang="en-US" b="1">
                <a:solidFill>
                  <a:schemeClr val="accent1"/>
                </a:solidFill>
              </a:rPr>
              <a:t>Pseudocode</a:t>
            </a:r>
            <a:r>
              <a:rPr lang="en-US" b="1"/>
              <a:t> </a:t>
            </a:r>
            <a:r>
              <a:rPr lang="en-US"/>
              <a:t>- Uses English-like phrases with some Visual Basic terms to outline the program.</a:t>
            </a:r>
          </a:p>
          <a:p>
            <a:pPr eaLnBrk="1" hangingPunct="1">
              <a:lnSpc>
                <a:spcPct val="80000"/>
              </a:lnSpc>
              <a:defRPr/>
            </a:pPr>
            <a:r>
              <a:rPr lang="en-US" b="1">
                <a:solidFill>
                  <a:schemeClr val="accent1"/>
                </a:solidFill>
              </a:rPr>
              <a:t>Hierarchy</a:t>
            </a:r>
            <a:r>
              <a:rPr lang="en-US">
                <a:solidFill>
                  <a:schemeClr val="accent1"/>
                </a:solidFill>
              </a:rPr>
              <a:t> </a:t>
            </a:r>
            <a:r>
              <a:rPr lang="en-US" b="1">
                <a:solidFill>
                  <a:schemeClr val="accent1"/>
                </a:solidFill>
              </a:rPr>
              <a:t>chart</a:t>
            </a:r>
            <a:r>
              <a:rPr lang="en-US" b="1"/>
              <a:t> </a:t>
            </a:r>
            <a:r>
              <a:rPr lang="en-US"/>
              <a:t> - Shows how the different parts of a program relate to each other.</a:t>
            </a:r>
          </a:p>
        </p:txBody>
      </p:sp>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2D88F021-2FCC-1820-6D80-DA65707B71E8}"/>
                  </a:ext>
                </a:extLst>
              </p14:cNvPr>
              <p14:cNvContentPartPr/>
              <p14:nvPr/>
            </p14:nvContentPartPr>
            <p14:xfrm>
              <a:off x="1069838" y="2608216"/>
              <a:ext cx="1579320" cy="32040"/>
            </p14:xfrm>
          </p:contentPart>
        </mc:Choice>
        <mc:Fallback>
          <p:pic>
            <p:nvPicPr>
              <p:cNvPr id="2" name="Ink 1">
                <a:extLst>
                  <a:ext uri="{FF2B5EF4-FFF2-40B4-BE49-F238E27FC236}">
                    <a16:creationId xmlns:a16="http://schemas.microsoft.com/office/drawing/2014/main" id="{2D88F021-2FCC-1820-6D80-DA65707B71E8}"/>
                  </a:ext>
                </a:extLst>
              </p:cNvPr>
              <p:cNvPicPr/>
              <p:nvPr/>
            </p:nvPicPr>
            <p:blipFill>
              <a:blip r:embed="rId4"/>
              <a:stretch>
                <a:fillRect/>
              </a:stretch>
            </p:blipFill>
            <p:spPr>
              <a:xfrm>
                <a:off x="1016198" y="2500216"/>
                <a:ext cx="1686960" cy="24768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3" name="Ink 2">
                <a:extLst>
                  <a:ext uri="{FF2B5EF4-FFF2-40B4-BE49-F238E27FC236}">
                    <a16:creationId xmlns:a16="http://schemas.microsoft.com/office/drawing/2014/main" id="{B2F218DB-B5E8-DD99-DF42-AAC6C3C515D7}"/>
                  </a:ext>
                </a:extLst>
              </p14:cNvPr>
              <p14:cNvContentPartPr/>
              <p14:nvPr/>
            </p14:nvContentPartPr>
            <p14:xfrm>
              <a:off x="2878118" y="2575456"/>
              <a:ext cx="2293200" cy="115560"/>
            </p14:xfrm>
          </p:contentPart>
        </mc:Choice>
        <mc:Fallback>
          <p:pic>
            <p:nvPicPr>
              <p:cNvPr id="3" name="Ink 2">
                <a:extLst>
                  <a:ext uri="{FF2B5EF4-FFF2-40B4-BE49-F238E27FC236}">
                    <a16:creationId xmlns:a16="http://schemas.microsoft.com/office/drawing/2014/main" id="{B2F218DB-B5E8-DD99-DF42-AAC6C3C515D7}"/>
                  </a:ext>
                </a:extLst>
              </p:cNvPr>
              <p:cNvPicPr/>
              <p:nvPr/>
            </p:nvPicPr>
            <p:blipFill>
              <a:blip r:embed="rId6"/>
              <a:stretch>
                <a:fillRect/>
              </a:stretch>
            </p:blipFill>
            <p:spPr>
              <a:xfrm>
                <a:off x="2824118" y="2467816"/>
                <a:ext cx="2400840" cy="33120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4" name="Ink 3">
                <a:extLst>
                  <a:ext uri="{FF2B5EF4-FFF2-40B4-BE49-F238E27FC236}">
                    <a16:creationId xmlns:a16="http://schemas.microsoft.com/office/drawing/2014/main" id="{0F22371B-331E-D1E0-44A3-9F5343958C61}"/>
                  </a:ext>
                </a:extLst>
              </p14:cNvPr>
              <p14:cNvContentPartPr/>
              <p14:nvPr/>
            </p14:nvContentPartPr>
            <p14:xfrm>
              <a:off x="6317198" y="2493736"/>
              <a:ext cx="1642680" cy="126000"/>
            </p14:xfrm>
          </p:contentPart>
        </mc:Choice>
        <mc:Fallback>
          <p:pic>
            <p:nvPicPr>
              <p:cNvPr id="4" name="Ink 3">
                <a:extLst>
                  <a:ext uri="{FF2B5EF4-FFF2-40B4-BE49-F238E27FC236}">
                    <a16:creationId xmlns:a16="http://schemas.microsoft.com/office/drawing/2014/main" id="{0F22371B-331E-D1E0-44A3-9F5343958C61}"/>
                  </a:ext>
                </a:extLst>
              </p:cNvPr>
              <p:cNvPicPr/>
              <p:nvPr/>
            </p:nvPicPr>
            <p:blipFill>
              <a:blip r:embed="rId8"/>
              <a:stretch>
                <a:fillRect/>
              </a:stretch>
            </p:blipFill>
            <p:spPr>
              <a:xfrm>
                <a:off x="6263558" y="2386096"/>
                <a:ext cx="1750320" cy="34164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5" name="Ink 4">
                <a:extLst>
                  <a:ext uri="{FF2B5EF4-FFF2-40B4-BE49-F238E27FC236}">
                    <a16:creationId xmlns:a16="http://schemas.microsoft.com/office/drawing/2014/main" id="{47061DC9-C1F8-7A49-DBF7-A264B621E0AC}"/>
                  </a:ext>
                </a:extLst>
              </p14:cNvPr>
              <p14:cNvContentPartPr/>
              <p14:nvPr/>
            </p14:nvContentPartPr>
            <p14:xfrm>
              <a:off x="1091078" y="3376096"/>
              <a:ext cx="1424880" cy="54000"/>
            </p14:xfrm>
          </p:contentPart>
        </mc:Choice>
        <mc:Fallback>
          <p:pic>
            <p:nvPicPr>
              <p:cNvPr id="5" name="Ink 4">
                <a:extLst>
                  <a:ext uri="{FF2B5EF4-FFF2-40B4-BE49-F238E27FC236}">
                    <a16:creationId xmlns:a16="http://schemas.microsoft.com/office/drawing/2014/main" id="{47061DC9-C1F8-7A49-DBF7-A264B621E0AC}"/>
                  </a:ext>
                </a:extLst>
              </p:cNvPr>
              <p:cNvPicPr/>
              <p:nvPr/>
            </p:nvPicPr>
            <p:blipFill>
              <a:blip r:embed="rId10"/>
              <a:stretch>
                <a:fillRect/>
              </a:stretch>
            </p:blipFill>
            <p:spPr>
              <a:xfrm>
                <a:off x="1037438" y="3268096"/>
                <a:ext cx="1532520" cy="26964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6" name="Ink 5">
                <a:extLst>
                  <a:ext uri="{FF2B5EF4-FFF2-40B4-BE49-F238E27FC236}">
                    <a16:creationId xmlns:a16="http://schemas.microsoft.com/office/drawing/2014/main" id="{A88F1076-0DFE-4824-2D2E-84128D1CB7FF}"/>
                  </a:ext>
                </a:extLst>
              </p14:cNvPr>
              <p14:cNvContentPartPr/>
              <p14:nvPr/>
            </p14:nvContentPartPr>
            <p14:xfrm>
              <a:off x="3948038" y="3386536"/>
              <a:ext cx="1824120" cy="11520"/>
            </p14:xfrm>
          </p:contentPart>
        </mc:Choice>
        <mc:Fallback>
          <p:pic>
            <p:nvPicPr>
              <p:cNvPr id="6" name="Ink 5">
                <a:extLst>
                  <a:ext uri="{FF2B5EF4-FFF2-40B4-BE49-F238E27FC236}">
                    <a16:creationId xmlns:a16="http://schemas.microsoft.com/office/drawing/2014/main" id="{A88F1076-0DFE-4824-2D2E-84128D1CB7FF}"/>
                  </a:ext>
                </a:extLst>
              </p:cNvPr>
              <p:cNvPicPr/>
              <p:nvPr/>
            </p:nvPicPr>
            <p:blipFill>
              <a:blip r:embed="rId12"/>
              <a:stretch>
                <a:fillRect/>
              </a:stretch>
            </p:blipFill>
            <p:spPr>
              <a:xfrm>
                <a:off x="3894398" y="3278536"/>
                <a:ext cx="1931760" cy="227160"/>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7" name="Ink 6">
                <a:extLst>
                  <a:ext uri="{FF2B5EF4-FFF2-40B4-BE49-F238E27FC236}">
                    <a16:creationId xmlns:a16="http://schemas.microsoft.com/office/drawing/2014/main" id="{E7E7A1DD-FA68-DF78-E6D1-B4F798A39022}"/>
                  </a:ext>
                </a:extLst>
              </p14:cNvPr>
              <p14:cNvContentPartPr/>
              <p14:nvPr/>
            </p14:nvContentPartPr>
            <p14:xfrm>
              <a:off x="976598" y="4092856"/>
              <a:ext cx="1729440" cy="53280"/>
            </p14:xfrm>
          </p:contentPart>
        </mc:Choice>
        <mc:Fallback>
          <p:pic>
            <p:nvPicPr>
              <p:cNvPr id="7" name="Ink 6">
                <a:extLst>
                  <a:ext uri="{FF2B5EF4-FFF2-40B4-BE49-F238E27FC236}">
                    <a16:creationId xmlns:a16="http://schemas.microsoft.com/office/drawing/2014/main" id="{E7E7A1DD-FA68-DF78-E6D1-B4F798A39022}"/>
                  </a:ext>
                </a:extLst>
              </p:cNvPr>
              <p:cNvPicPr/>
              <p:nvPr/>
            </p:nvPicPr>
            <p:blipFill>
              <a:blip r:embed="rId14"/>
              <a:stretch>
                <a:fillRect/>
              </a:stretch>
            </p:blipFill>
            <p:spPr>
              <a:xfrm>
                <a:off x="922958" y="3984856"/>
                <a:ext cx="1837080" cy="268920"/>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8" name="Ink 7">
                <a:extLst>
                  <a:ext uri="{FF2B5EF4-FFF2-40B4-BE49-F238E27FC236}">
                    <a16:creationId xmlns:a16="http://schemas.microsoft.com/office/drawing/2014/main" id="{DB07CB66-BE5B-CFB2-80F8-7BB6B0623078}"/>
                  </a:ext>
                </a:extLst>
              </p14:cNvPr>
              <p14:cNvContentPartPr/>
              <p14:nvPr/>
            </p14:nvContentPartPr>
            <p14:xfrm>
              <a:off x="2002238" y="4155856"/>
              <a:ext cx="1249920" cy="22680"/>
            </p14:xfrm>
          </p:contentPart>
        </mc:Choice>
        <mc:Fallback>
          <p:pic>
            <p:nvPicPr>
              <p:cNvPr id="8" name="Ink 7">
                <a:extLst>
                  <a:ext uri="{FF2B5EF4-FFF2-40B4-BE49-F238E27FC236}">
                    <a16:creationId xmlns:a16="http://schemas.microsoft.com/office/drawing/2014/main" id="{DB07CB66-BE5B-CFB2-80F8-7BB6B0623078}"/>
                  </a:ext>
                </a:extLst>
              </p:cNvPr>
              <p:cNvPicPr/>
              <p:nvPr/>
            </p:nvPicPr>
            <p:blipFill>
              <a:blip r:embed="rId16"/>
              <a:stretch>
                <a:fillRect/>
              </a:stretch>
            </p:blipFill>
            <p:spPr>
              <a:xfrm>
                <a:off x="1948598" y="4048216"/>
                <a:ext cx="1357560" cy="238320"/>
              </a:xfrm>
              <a:prstGeom prst="rect">
                <a:avLst/>
              </a:prstGeom>
            </p:spPr>
          </p:pic>
        </mc:Fallback>
      </mc:AlternateContent>
      <mc:AlternateContent xmlns:mc="http://schemas.openxmlformats.org/markup-compatibility/2006">
        <mc:Choice xmlns:p14="http://schemas.microsoft.com/office/powerpoint/2010/main" Requires="p14">
          <p:contentPart p14:bwMode="auto" r:id="rId17">
            <p14:nvContentPartPr>
              <p14:cNvPr id="9" name="Ink 8">
                <a:extLst>
                  <a:ext uri="{FF2B5EF4-FFF2-40B4-BE49-F238E27FC236}">
                    <a16:creationId xmlns:a16="http://schemas.microsoft.com/office/drawing/2014/main" id="{3A1A0BA8-2BA3-C93C-4F39-CC4D04A8F73E}"/>
                  </a:ext>
                </a:extLst>
              </p14:cNvPr>
              <p14:cNvContentPartPr/>
              <p14:nvPr/>
            </p14:nvContentPartPr>
            <p14:xfrm>
              <a:off x="5860358" y="4155136"/>
              <a:ext cx="2005200" cy="53640"/>
            </p14:xfrm>
          </p:contentPart>
        </mc:Choice>
        <mc:Fallback>
          <p:pic>
            <p:nvPicPr>
              <p:cNvPr id="9" name="Ink 8">
                <a:extLst>
                  <a:ext uri="{FF2B5EF4-FFF2-40B4-BE49-F238E27FC236}">
                    <a16:creationId xmlns:a16="http://schemas.microsoft.com/office/drawing/2014/main" id="{3A1A0BA8-2BA3-C93C-4F39-CC4D04A8F73E}"/>
                  </a:ext>
                </a:extLst>
              </p:cNvPr>
              <p:cNvPicPr/>
              <p:nvPr/>
            </p:nvPicPr>
            <p:blipFill>
              <a:blip r:embed="rId18"/>
              <a:stretch>
                <a:fillRect/>
              </a:stretch>
            </p:blipFill>
            <p:spPr>
              <a:xfrm>
                <a:off x="5806358" y="4047496"/>
                <a:ext cx="2112840" cy="269280"/>
              </a:xfrm>
              <a:prstGeom prst="rect">
                <a:avLst/>
              </a:prstGeom>
            </p:spPr>
          </p:pic>
        </mc:Fallback>
      </mc:AlternateContent>
      <mc:AlternateContent xmlns:mc="http://schemas.openxmlformats.org/markup-compatibility/2006">
        <mc:Choice xmlns:p14="http://schemas.microsoft.com/office/powerpoint/2010/main" Requires="p14">
          <p:contentPart p14:bwMode="auto" r:id="rId19">
            <p14:nvContentPartPr>
              <p14:cNvPr id="10" name="Ink 9">
                <a:extLst>
                  <a:ext uri="{FF2B5EF4-FFF2-40B4-BE49-F238E27FC236}">
                    <a16:creationId xmlns:a16="http://schemas.microsoft.com/office/drawing/2014/main" id="{74A04077-8873-BEB0-9C86-99AEC0F326D4}"/>
                  </a:ext>
                </a:extLst>
              </p14:cNvPr>
              <p14:cNvContentPartPr/>
              <p14:nvPr/>
            </p14:nvContentPartPr>
            <p14:xfrm>
              <a:off x="1184318" y="4509376"/>
              <a:ext cx="2963520" cy="230040"/>
            </p14:xfrm>
          </p:contentPart>
        </mc:Choice>
        <mc:Fallback>
          <p:pic>
            <p:nvPicPr>
              <p:cNvPr id="10" name="Ink 9">
                <a:extLst>
                  <a:ext uri="{FF2B5EF4-FFF2-40B4-BE49-F238E27FC236}">
                    <a16:creationId xmlns:a16="http://schemas.microsoft.com/office/drawing/2014/main" id="{74A04077-8873-BEB0-9C86-99AEC0F326D4}"/>
                  </a:ext>
                </a:extLst>
              </p:cNvPr>
              <p:cNvPicPr/>
              <p:nvPr/>
            </p:nvPicPr>
            <p:blipFill>
              <a:blip r:embed="rId20"/>
              <a:stretch>
                <a:fillRect/>
              </a:stretch>
            </p:blipFill>
            <p:spPr>
              <a:xfrm>
                <a:off x="1130678" y="4401736"/>
                <a:ext cx="3071160" cy="445680"/>
              </a:xfrm>
              <a:prstGeom prst="rect">
                <a:avLst/>
              </a:prstGeom>
            </p:spPr>
          </p:pic>
        </mc:Fallback>
      </mc:AlternateContent>
      <mc:AlternateContent xmlns:mc="http://schemas.openxmlformats.org/markup-compatibility/2006">
        <mc:Choice xmlns:p14="http://schemas.microsoft.com/office/powerpoint/2010/main" Requires="p14">
          <p:contentPart p14:bwMode="auto" r:id="rId21">
            <p14:nvContentPartPr>
              <p14:cNvPr id="11" name="Ink 10">
                <a:extLst>
                  <a:ext uri="{FF2B5EF4-FFF2-40B4-BE49-F238E27FC236}">
                    <a16:creationId xmlns:a16="http://schemas.microsoft.com/office/drawing/2014/main" id="{29708E78-D1A8-20A6-514D-B5E49C8AC3F0}"/>
                  </a:ext>
                </a:extLst>
              </p14:cNvPr>
              <p14:cNvContentPartPr/>
              <p14:nvPr/>
            </p14:nvContentPartPr>
            <p14:xfrm>
              <a:off x="10089638" y="4051456"/>
              <a:ext cx="1185480" cy="32040"/>
            </p14:xfrm>
          </p:contentPart>
        </mc:Choice>
        <mc:Fallback>
          <p:pic>
            <p:nvPicPr>
              <p:cNvPr id="11" name="Ink 10">
                <a:extLst>
                  <a:ext uri="{FF2B5EF4-FFF2-40B4-BE49-F238E27FC236}">
                    <a16:creationId xmlns:a16="http://schemas.microsoft.com/office/drawing/2014/main" id="{29708E78-D1A8-20A6-514D-B5E49C8AC3F0}"/>
                  </a:ext>
                </a:extLst>
              </p:cNvPr>
              <p:cNvPicPr/>
              <p:nvPr/>
            </p:nvPicPr>
            <p:blipFill>
              <a:blip r:embed="rId22"/>
              <a:stretch>
                <a:fillRect/>
              </a:stretch>
            </p:blipFill>
            <p:spPr>
              <a:xfrm>
                <a:off x="10035638" y="3943816"/>
                <a:ext cx="1293120" cy="247680"/>
              </a:xfrm>
              <a:prstGeom prst="rect">
                <a:avLst/>
              </a:prstGeom>
            </p:spPr>
          </p:pic>
        </mc:Fallback>
      </mc:AlternateContent>
    </p:spTree>
    <p:extLst>
      <p:ext uri="{BB962C8B-B14F-4D97-AF65-F5344CB8AC3E}">
        <p14:creationId xmlns:p14="http://schemas.microsoft.com/office/powerpoint/2010/main" val="413698658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27683">
                                            <p:txEl>
                                              <p:pRg st="0" end="0"/>
                                            </p:txEl>
                                          </p:spTgt>
                                        </p:tgtEl>
                                        <p:attrNameLst>
                                          <p:attrName>style.visibility</p:attrName>
                                        </p:attrNameLst>
                                      </p:cBhvr>
                                      <p:to>
                                        <p:strVal val="visible"/>
                                      </p:to>
                                    </p:set>
                                    <p:animEffect transition="in" filter="wipe(left)">
                                      <p:cBhvr>
                                        <p:cTn id="7" dur="500"/>
                                        <p:tgtEl>
                                          <p:spTgt spid="32768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27683">
                                            <p:txEl>
                                              <p:pRg st="1" end="1"/>
                                            </p:txEl>
                                          </p:spTgt>
                                        </p:tgtEl>
                                        <p:attrNameLst>
                                          <p:attrName>style.visibility</p:attrName>
                                        </p:attrNameLst>
                                      </p:cBhvr>
                                      <p:to>
                                        <p:strVal val="visible"/>
                                      </p:to>
                                    </p:set>
                                    <p:animEffect transition="in" filter="wipe(left)">
                                      <p:cBhvr>
                                        <p:cTn id="12" dur="500"/>
                                        <p:tgtEl>
                                          <p:spTgt spid="32768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27683">
                                            <p:txEl>
                                              <p:pRg st="2" end="2"/>
                                            </p:txEl>
                                          </p:spTgt>
                                        </p:tgtEl>
                                        <p:attrNameLst>
                                          <p:attrName>style.visibility</p:attrName>
                                        </p:attrNameLst>
                                      </p:cBhvr>
                                      <p:to>
                                        <p:strVal val="visible"/>
                                      </p:to>
                                    </p:set>
                                    <p:animEffect transition="in" filter="wipe(left)">
                                      <p:cBhvr>
                                        <p:cTn id="17" dur="500"/>
                                        <p:tgtEl>
                                          <p:spTgt spid="32768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27683">
                                            <p:txEl>
                                              <p:pRg st="3" end="3"/>
                                            </p:txEl>
                                          </p:spTgt>
                                        </p:tgtEl>
                                        <p:attrNameLst>
                                          <p:attrName>style.visibility</p:attrName>
                                        </p:attrNameLst>
                                      </p:cBhvr>
                                      <p:to>
                                        <p:strVal val="visible"/>
                                      </p:to>
                                    </p:set>
                                    <p:animEffect transition="in" filter="wipe(left)">
                                      <p:cBhvr>
                                        <p:cTn id="22" dur="500"/>
                                        <p:tgtEl>
                                          <p:spTgt spid="32768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683" grpId="0" build="p"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6867" name="Slide Number Placeholder 5"/>
          <p:cNvSpPr>
            <a:spLocks noGrp="1"/>
          </p:cNvSpPr>
          <p:nvPr>
            <p:ph type="sldNum" sz="quarter" idx="12"/>
          </p:nvPr>
        </p:nvSpPr>
        <p:spPr/>
        <p:txBody>
          <a:bodyPr/>
          <a:lstStyle/>
          <a:p>
            <a:pPr>
              <a:defRPr/>
            </a:pPr>
            <a:fld id="{E889B35E-A7AE-4F55-846F-0A8A2C1B50F7}" type="slidenum">
              <a:rPr lang="en-US"/>
              <a:pPr>
                <a:defRPr/>
              </a:pPr>
              <a:t>14</a:t>
            </a:fld>
            <a:endParaRPr lang="en-US"/>
          </a:p>
        </p:txBody>
      </p:sp>
      <p:sp>
        <p:nvSpPr>
          <p:cNvPr id="25603" name="Rectangle 2"/>
          <p:cNvSpPr>
            <a:spLocks noGrp="1" noChangeArrowheads="1"/>
          </p:cNvSpPr>
          <p:nvPr>
            <p:ph type="title"/>
          </p:nvPr>
        </p:nvSpPr>
        <p:spPr/>
        <p:txBody>
          <a:bodyPr/>
          <a:lstStyle/>
          <a:p>
            <a:pPr eaLnBrk="1" hangingPunct="1">
              <a:defRPr/>
            </a:pPr>
            <a:r>
              <a:rPr lang="en-US"/>
              <a:t>Algorithm</a:t>
            </a:r>
          </a:p>
        </p:txBody>
      </p:sp>
      <p:sp>
        <p:nvSpPr>
          <p:cNvPr id="188419" name="Rectangle 3"/>
          <p:cNvSpPr>
            <a:spLocks noGrp="1" noChangeArrowheads="1"/>
          </p:cNvSpPr>
          <p:nvPr>
            <p:ph type="body" idx="1"/>
          </p:nvPr>
        </p:nvSpPr>
        <p:spPr/>
        <p:txBody>
          <a:bodyPr/>
          <a:lstStyle/>
          <a:p>
            <a:pPr eaLnBrk="1" hangingPunct="1">
              <a:defRPr/>
            </a:pPr>
            <a:r>
              <a:rPr lang="en-US" dirty="0"/>
              <a:t>A step-by-step series of instructions for solving a problem (a recipe is an example of an algorithm)</a:t>
            </a:r>
          </a:p>
        </p:txBody>
      </p:sp>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CDAE1E4A-67B6-467D-90E3-B3E7F9CA55F4}"/>
                  </a:ext>
                </a:extLst>
              </p14:cNvPr>
              <p14:cNvContentPartPr/>
              <p14:nvPr/>
            </p14:nvContentPartPr>
            <p14:xfrm>
              <a:off x="997478" y="975976"/>
              <a:ext cx="2374200" cy="199800"/>
            </p14:xfrm>
          </p:contentPart>
        </mc:Choice>
        <mc:Fallback>
          <p:pic>
            <p:nvPicPr>
              <p:cNvPr id="2" name="Ink 1">
                <a:extLst>
                  <a:ext uri="{FF2B5EF4-FFF2-40B4-BE49-F238E27FC236}">
                    <a16:creationId xmlns:a16="http://schemas.microsoft.com/office/drawing/2014/main" id="{CDAE1E4A-67B6-467D-90E3-B3E7F9CA55F4}"/>
                  </a:ext>
                </a:extLst>
              </p:cNvPr>
              <p:cNvPicPr/>
              <p:nvPr/>
            </p:nvPicPr>
            <p:blipFill>
              <a:blip r:embed="rId4"/>
              <a:stretch>
                <a:fillRect/>
              </a:stretch>
            </p:blipFill>
            <p:spPr>
              <a:xfrm>
                <a:off x="943478" y="867976"/>
                <a:ext cx="2481840" cy="41544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3" name="Ink 2">
                <a:extLst>
                  <a:ext uri="{FF2B5EF4-FFF2-40B4-BE49-F238E27FC236}">
                    <a16:creationId xmlns:a16="http://schemas.microsoft.com/office/drawing/2014/main" id="{BFFECAC0-0D2A-7DE4-8A4A-E87D6DECA2B7}"/>
                  </a:ext>
                </a:extLst>
              </p14:cNvPr>
              <p14:cNvContentPartPr/>
              <p14:nvPr/>
            </p14:nvContentPartPr>
            <p14:xfrm>
              <a:off x="1454318" y="1931776"/>
              <a:ext cx="2693520" cy="189360"/>
            </p14:xfrm>
          </p:contentPart>
        </mc:Choice>
        <mc:Fallback>
          <p:pic>
            <p:nvPicPr>
              <p:cNvPr id="3" name="Ink 2">
                <a:extLst>
                  <a:ext uri="{FF2B5EF4-FFF2-40B4-BE49-F238E27FC236}">
                    <a16:creationId xmlns:a16="http://schemas.microsoft.com/office/drawing/2014/main" id="{BFFECAC0-0D2A-7DE4-8A4A-E87D6DECA2B7}"/>
                  </a:ext>
                </a:extLst>
              </p:cNvPr>
              <p:cNvPicPr/>
              <p:nvPr/>
            </p:nvPicPr>
            <p:blipFill>
              <a:blip r:embed="rId6"/>
              <a:stretch>
                <a:fillRect/>
              </a:stretch>
            </p:blipFill>
            <p:spPr>
              <a:xfrm>
                <a:off x="1400678" y="1823776"/>
                <a:ext cx="2801160" cy="405000"/>
              </a:xfrm>
              <a:prstGeom prst="rect">
                <a:avLst/>
              </a:prstGeom>
            </p:spPr>
          </p:pic>
        </mc:Fallback>
      </mc:AlternateContent>
    </p:spTree>
    <p:extLst>
      <p:ext uri="{BB962C8B-B14F-4D97-AF65-F5344CB8AC3E}">
        <p14:creationId xmlns:p14="http://schemas.microsoft.com/office/powerpoint/2010/main" val="3789101976"/>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88419">
                                            <p:txEl>
                                              <p:pRg st="0" end="0"/>
                                            </p:txEl>
                                          </p:spTgt>
                                        </p:tgtEl>
                                        <p:attrNameLst>
                                          <p:attrName>style.visibility</p:attrName>
                                        </p:attrNameLst>
                                      </p:cBhvr>
                                      <p:to>
                                        <p:strVal val="visible"/>
                                      </p:to>
                                    </p:set>
                                    <p:animEffect transition="in" filter="wipe(left)">
                                      <p:cBhvr>
                                        <p:cTn id="7" dur="500"/>
                                        <p:tgtEl>
                                          <p:spTgt spid="18841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8419" grpId="0" build="p"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117D4E-0C6B-4295-A481-BA6D42681BF6}"/>
              </a:ext>
            </a:extLst>
          </p:cNvPr>
          <p:cNvSpPr>
            <a:spLocks noGrp="1"/>
          </p:cNvSpPr>
          <p:nvPr>
            <p:ph type="title"/>
          </p:nvPr>
        </p:nvSpPr>
        <p:spPr/>
        <p:txBody>
          <a:bodyPr/>
          <a:lstStyle/>
          <a:p>
            <a:r>
              <a:rPr lang="en-US" dirty="0"/>
              <a:t>Example 1</a:t>
            </a:r>
          </a:p>
        </p:txBody>
      </p:sp>
      <p:sp>
        <p:nvSpPr>
          <p:cNvPr id="3" name="Content Placeholder 2">
            <a:extLst>
              <a:ext uri="{FF2B5EF4-FFF2-40B4-BE49-F238E27FC236}">
                <a16:creationId xmlns:a16="http://schemas.microsoft.com/office/drawing/2014/main" id="{CD500C26-1076-4737-9999-7D18405FBAC8}"/>
              </a:ext>
            </a:extLst>
          </p:cNvPr>
          <p:cNvSpPr>
            <a:spLocks noGrp="1"/>
          </p:cNvSpPr>
          <p:nvPr>
            <p:ph idx="1"/>
          </p:nvPr>
        </p:nvSpPr>
        <p:spPr/>
        <p:txBody>
          <a:bodyPr/>
          <a:lstStyle/>
          <a:p>
            <a:r>
              <a:rPr lang="en-US" dirty="0"/>
              <a:t>Design an algorithm to find the perimeter and area of a rectangle</a:t>
            </a:r>
          </a:p>
          <a:p>
            <a:pPr>
              <a:spcBef>
                <a:spcPct val="40000"/>
              </a:spcBef>
            </a:pPr>
            <a:r>
              <a:rPr lang="en-US" dirty="0"/>
              <a:t>Algorithm:</a:t>
            </a:r>
          </a:p>
          <a:p>
            <a:pPr lvl="1">
              <a:spcBef>
                <a:spcPct val="40000"/>
              </a:spcBef>
            </a:pPr>
            <a:r>
              <a:rPr lang="en-US" dirty="0"/>
              <a:t>Get length of the rectangle</a:t>
            </a:r>
          </a:p>
          <a:p>
            <a:pPr lvl="1">
              <a:spcBef>
                <a:spcPct val="40000"/>
              </a:spcBef>
            </a:pPr>
            <a:r>
              <a:rPr lang="en-US" dirty="0"/>
              <a:t>Get width of the rectangle</a:t>
            </a:r>
          </a:p>
          <a:p>
            <a:pPr lvl="1">
              <a:spcBef>
                <a:spcPct val="40000"/>
              </a:spcBef>
            </a:pPr>
            <a:r>
              <a:rPr lang="en-US" dirty="0"/>
              <a:t>Find the perimeter using the following equation:</a:t>
            </a:r>
          </a:p>
          <a:p>
            <a:pPr>
              <a:spcBef>
                <a:spcPct val="40000"/>
              </a:spcBef>
              <a:buFontTx/>
              <a:buNone/>
            </a:pPr>
            <a:r>
              <a:rPr lang="en-US" sz="2100" dirty="0"/>
              <a:t>		</a:t>
            </a:r>
            <a:r>
              <a:rPr lang="en-US" sz="2100" dirty="0">
                <a:latin typeface="Courier New" pitchFamily="49" charset="0"/>
              </a:rPr>
              <a:t>perimeter = 2 * (length + width)</a:t>
            </a:r>
          </a:p>
          <a:p>
            <a:pPr lvl="1">
              <a:spcBef>
                <a:spcPct val="40000"/>
              </a:spcBef>
            </a:pPr>
            <a:r>
              <a:rPr lang="en-US" dirty="0"/>
              <a:t>Find the area using the following equation:</a:t>
            </a:r>
          </a:p>
          <a:p>
            <a:pPr>
              <a:spcBef>
                <a:spcPct val="40000"/>
              </a:spcBef>
              <a:buFontTx/>
              <a:buNone/>
            </a:pPr>
            <a:r>
              <a:rPr lang="en-US" sz="2100" dirty="0"/>
              <a:t>		</a:t>
            </a:r>
            <a:r>
              <a:rPr lang="en-US" sz="2100" dirty="0">
                <a:latin typeface="Courier New" pitchFamily="49" charset="0"/>
              </a:rPr>
              <a:t>area = length * width</a:t>
            </a:r>
          </a:p>
          <a:p>
            <a:endParaRPr lang="en-US" dirty="0"/>
          </a:p>
        </p:txBody>
      </p:sp>
    </p:spTree>
    <p:extLst>
      <p:ext uri="{BB962C8B-B14F-4D97-AF65-F5344CB8AC3E}">
        <p14:creationId xmlns:p14="http://schemas.microsoft.com/office/powerpoint/2010/main" val="28785665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BD9FF5-041C-4333-924C-27FDFD2B8362}"/>
              </a:ext>
            </a:extLst>
          </p:cNvPr>
          <p:cNvSpPr>
            <a:spLocks noGrp="1"/>
          </p:cNvSpPr>
          <p:nvPr>
            <p:ph type="title"/>
          </p:nvPr>
        </p:nvSpPr>
        <p:spPr>
          <a:xfrm>
            <a:off x="838200" y="365125"/>
            <a:ext cx="10515600" cy="619613"/>
          </a:xfrm>
        </p:spPr>
        <p:txBody>
          <a:bodyPr>
            <a:normAutofit fontScale="90000"/>
          </a:bodyPr>
          <a:lstStyle/>
          <a:p>
            <a:r>
              <a:rPr lang="en-US" dirty="0"/>
              <a:t>Example 1 (Cont.)</a:t>
            </a:r>
          </a:p>
        </p:txBody>
      </p:sp>
      <p:sp>
        <p:nvSpPr>
          <p:cNvPr id="3" name="Content Placeholder 2">
            <a:extLst>
              <a:ext uri="{FF2B5EF4-FFF2-40B4-BE49-F238E27FC236}">
                <a16:creationId xmlns:a16="http://schemas.microsoft.com/office/drawing/2014/main" id="{FEEED0F6-FFC1-499F-86EE-DE0BE145830C}"/>
              </a:ext>
            </a:extLst>
          </p:cNvPr>
          <p:cNvSpPr>
            <a:spLocks noGrp="1"/>
          </p:cNvSpPr>
          <p:nvPr>
            <p:ph idx="1"/>
          </p:nvPr>
        </p:nvSpPr>
        <p:spPr/>
        <p:txBody>
          <a:bodyPr>
            <a:normAutofit fontScale="55000" lnSpcReduction="20000"/>
          </a:bodyPr>
          <a:lstStyle/>
          <a:p>
            <a:pPr marL="0" indent="0" algn="l">
              <a:buNone/>
            </a:pPr>
            <a:r>
              <a:rPr lang="en-US" sz="1800" b="1" i="0" u="none" strike="noStrike" baseline="0" dirty="0">
                <a:solidFill>
                  <a:srgbClr val="211808"/>
                </a:solidFill>
                <a:latin typeface="CourierStd-Bold"/>
              </a:rPr>
              <a:t>#include &lt;iostream&gt;</a:t>
            </a:r>
          </a:p>
          <a:p>
            <a:pPr marL="0" indent="0" algn="l">
              <a:buNone/>
            </a:pPr>
            <a:r>
              <a:rPr lang="en-US" sz="1800" b="1" i="0" u="none" strike="noStrike" baseline="0" dirty="0">
                <a:solidFill>
                  <a:srgbClr val="6A8899"/>
                </a:solidFill>
                <a:latin typeface="CourierStd-Bold"/>
              </a:rPr>
              <a:t>using namespace </a:t>
            </a:r>
            <a:r>
              <a:rPr lang="en-US" sz="1800" b="1" i="0" u="none" strike="noStrike" baseline="0" dirty="0">
                <a:solidFill>
                  <a:srgbClr val="211808"/>
                </a:solidFill>
                <a:latin typeface="CourierStd-Bold"/>
              </a:rPr>
              <a:t>std;</a:t>
            </a:r>
          </a:p>
          <a:p>
            <a:pPr marL="0" indent="0" algn="l">
              <a:buNone/>
            </a:pPr>
            <a:r>
              <a:rPr lang="en-US" sz="1800" b="1" i="0" u="none" strike="noStrike" baseline="0" dirty="0">
                <a:solidFill>
                  <a:srgbClr val="6A8899"/>
                </a:solidFill>
                <a:latin typeface="CourierStd-Bold"/>
              </a:rPr>
              <a:t>int </a:t>
            </a:r>
            <a:r>
              <a:rPr lang="en-US" sz="1800" b="1" i="0" u="none" strike="noStrike" baseline="0" dirty="0">
                <a:solidFill>
                  <a:srgbClr val="211808"/>
                </a:solidFill>
                <a:latin typeface="CourierStd-Bold"/>
              </a:rPr>
              <a:t>main() {</a:t>
            </a:r>
          </a:p>
          <a:p>
            <a:pPr marL="0" indent="0" algn="l">
              <a:buNone/>
            </a:pPr>
            <a:r>
              <a:rPr lang="en-US" sz="1800" b="1" i="0" u="none" strike="noStrike" baseline="0" dirty="0">
                <a:solidFill>
                  <a:srgbClr val="6A8899"/>
                </a:solidFill>
                <a:latin typeface="CourierStd-Bold"/>
              </a:rPr>
              <a:t>double </a:t>
            </a:r>
            <a:r>
              <a:rPr lang="en-US" sz="1800" b="1" i="0" u="none" strike="noStrike" baseline="0" dirty="0">
                <a:solidFill>
                  <a:srgbClr val="211808"/>
                </a:solidFill>
                <a:latin typeface="CourierStd-Bold"/>
              </a:rPr>
              <a:t>length;</a:t>
            </a:r>
          </a:p>
          <a:p>
            <a:pPr marL="0" indent="0" algn="l">
              <a:buNone/>
            </a:pPr>
            <a:r>
              <a:rPr lang="en-US" sz="1800" b="1" i="0" u="none" strike="noStrike" baseline="0" dirty="0">
                <a:solidFill>
                  <a:srgbClr val="6A8899"/>
                </a:solidFill>
                <a:latin typeface="CourierStd-Bold"/>
              </a:rPr>
              <a:t>double </a:t>
            </a:r>
            <a:r>
              <a:rPr lang="en-US" sz="1800" b="1" i="0" u="none" strike="noStrike" baseline="0" dirty="0">
                <a:solidFill>
                  <a:srgbClr val="211808"/>
                </a:solidFill>
                <a:latin typeface="CourierStd-Bold"/>
              </a:rPr>
              <a:t>width;</a:t>
            </a:r>
          </a:p>
          <a:p>
            <a:pPr marL="0" indent="0" algn="l">
              <a:buNone/>
            </a:pPr>
            <a:r>
              <a:rPr lang="en-US" sz="1800" b="1" i="0" u="none" strike="noStrike" baseline="0" dirty="0">
                <a:solidFill>
                  <a:srgbClr val="6A8899"/>
                </a:solidFill>
                <a:latin typeface="CourierStd-Bold"/>
              </a:rPr>
              <a:t>double </a:t>
            </a:r>
            <a:r>
              <a:rPr lang="en-US" sz="1800" b="1" i="0" u="none" strike="noStrike" baseline="0" dirty="0">
                <a:solidFill>
                  <a:srgbClr val="211808"/>
                </a:solidFill>
                <a:latin typeface="CourierStd-Bold"/>
              </a:rPr>
              <a:t>area;</a:t>
            </a:r>
          </a:p>
          <a:p>
            <a:pPr marL="0" indent="0" algn="l">
              <a:buNone/>
            </a:pPr>
            <a:r>
              <a:rPr lang="en-US" sz="1800" b="1" i="0" u="none" strike="noStrike" baseline="0" dirty="0">
                <a:solidFill>
                  <a:srgbClr val="6A8899"/>
                </a:solidFill>
                <a:latin typeface="CourierStd-Bold"/>
              </a:rPr>
              <a:t>double </a:t>
            </a:r>
            <a:r>
              <a:rPr lang="en-US" sz="1800" b="1" i="0" u="none" strike="noStrike" baseline="0" dirty="0">
                <a:solidFill>
                  <a:srgbClr val="211808"/>
                </a:solidFill>
                <a:latin typeface="CourierStd-Bold"/>
              </a:rPr>
              <a:t>perimeter;</a:t>
            </a:r>
          </a:p>
          <a:p>
            <a:pPr marL="0" indent="0" algn="l">
              <a:buNone/>
            </a:pPr>
            <a:r>
              <a:rPr lang="en-US" sz="1800" b="1" i="0" u="none" strike="noStrike" baseline="0" dirty="0" err="1">
                <a:solidFill>
                  <a:srgbClr val="211808"/>
                </a:solidFill>
                <a:latin typeface="CourierStd-Bold"/>
              </a:rPr>
              <a:t>cout</a:t>
            </a:r>
            <a:r>
              <a:rPr lang="en-US" sz="1800" b="1" i="0" u="none" strike="noStrike" baseline="0" dirty="0">
                <a:solidFill>
                  <a:srgbClr val="211808"/>
                </a:solidFill>
                <a:latin typeface="CourierStd-Bold"/>
              </a:rPr>
              <a:t> &lt;&lt; "Program to compute and output the perimeter and “ &lt;&lt; "area of a rectangle." &lt;&lt; </a:t>
            </a:r>
            <a:r>
              <a:rPr lang="en-US" sz="1800" b="1" i="0" u="none" strike="noStrike" baseline="0" dirty="0" err="1">
                <a:solidFill>
                  <a:srgbClr val="211808"/>
                </a:solidFill>
                <a:latin typeface="CourierStd-Bold"/>
              </a:rPr>
              <a:t>endl</a:t>
            </a:r>
            <a:r>
              <a:rPr lang="en-US" sz="1800" b="1" i="0" u="none" strike="noStrike" baseline="0" dirty="0">
                <a:solidFill>
                  <a:srgbClr val="211808"/>
                </a:solidFill>
                <a:latin typeface="CourierStd-Bold"/>
              </a:rPr>
              <a:t>;</a:t>
            </a:r>
          </a:p>
          <a:p>
            <a:pPr marL="0" indent="0" algn="l">
              <a:buNone/>
            </a:pPr>
            <a:r>
              <a:rPr lang="en-US" sz="1800" b="1" i="0" u="none" strike="noStrike" baseline="0" dirty="0">
                <a:solidFill>
                  <a:srgbClr val="211808"/>
                </a:solidFill>
                <a:latin typeface="CourierStd-Bold"/>
              </a:rPr>
              <a:t>length = 6.0;</a:t>
            </a:r>
          </a:p>
          <a:p>
            <a:pPr marL="0" indent="0" algn="l">
              <a:buNone/>
            </a:pPr>
            <a:r>
              <a:rPr lang="en-US" sz="1800" b="1" i="0" u="none" strike="noStrike" baseline="0" dirty="0">
                <a:solidFill>
                  <a:srgbClr val="211808"/>
                </a:solidFill>
                <a:latin typeface="CourierStd-Bold"/>
              </a:rPr>
              <a:t>width = 4.0;</a:t>
            </a:r>
          </a:p>
          <a:p>
            <a:pPr marL="0" indent="0" algn="l">
              <a:buNone/>
            </a:pPr>
            <a:r>
              <a:rPr lang="en-US" sz="1800" b="1" i="0" u="none" strike="noStrike" baseline="0" dirty="0">
                <a:solidFill>
                  <a:srgbClr val="211808"/>
                </a:solidFill>
                <a:latin typeface="CourierStd-Bold"/>
              </a:rPr>
              <a:t>perimeter = 2 * (length + width);</a:t>
            </a:r>
          </a:p>
          <a:p>
            <a:pPr marL="0" indent="0" algn="l">
              <a:buNone/>
            </a:pPr>
            <a:r>
              <a:rPr lang="en-US" sz="1800" b="1" i="0" u="none" strike="noStrike" baseline="0" dirty="0">
                <a:solidFill>
                  <a:srgbClr val="211808"/>
                </a:solidFill>
                <a:latin typeface="CourierStd-Bold"/>
              </a:rPr>
              <a:t>area = length * width;</a:t>
            </a:r>
          </a:p>
          <a:p>
            <a:pPr marL="0" indent="0" algn="l">
              <a:buNone/>
            </a:pPr>
            <a:r>
              <a:rPr lang="en-US" sz="1800" b="1" i="0" u="none" strike="noStrike" baseline="0" dirty="0" err="1">
                <a:solidFill>
                  <a:srgbClr val="211808"/>
                </a:solidFill>
                <a:latin typeface="CourierStd-Bold"/>
              </a:rPr>
              <a:t>cout</a:t>
            </a:r>
            <a:r>
              <a:rPr lang="en-US" sz="1800" b="1" i="0" u="none" strike="noStrike" baseline="0" dirty="0">
                <a:solidFill>
                  <a:srgbClr val="211808"/>
                </a:solidFill>
                <a:latin typeface="CourierStd-Bold"/>
              </a:rPr>
              <a:t> &lt;&lt; "Length = " &lt;&lt; length &lt;&lt; </a:t>
            </a:r>
            <a:r>
              <a:rPr lang="en-US" sz="1800" b="1" i="0" u="none" strike="noStrike" baseline="0" dirty="0" err="1">
                <a:solidFill>
                  <a:srgbClr val="211808"/>
                </a:solidFill>
                <a:latin typeface="CourierStd-Bold"/>
              </a:rPr>
              <a:t>endl</a:t>
            </a:r>
            <a:r>
              <a:rPr lang="en-US" sz="1800" b="1" i="0" u="none" strike="noStrike" baseline="0" dirty="0">
                <a:solidFill>
                  <a:srgbClr val="211808"/>
                </a:solidFill>
                <a:latin typeface="CourierStd-Bold"/>
              </a:rPr>
              <a:t>;</a:t>
            </a:r>
          </a:p>
          <a:p>
            <a:pPr marL="0" indent="0" algn="l">
              <a:buNone/>
            </a:pPr>
            <a:r>
              <a:rPr lang="en-US" sz="1800" b="1" i="0" u="none" strike="noStrike" baseline="0" dirty="0" err="1">
                <a:solidFill>
                  <a:srgbClr val="211808"/>
                </a:solidFill>
                <a:latin typeface="CourierStd-Bold"/>
              </a:rPr>
              <a:t>cout</a:t>
            </a:r>
            <a:r>
              <a:rPr lang="en-US" sz="1800" b="1" i="0" u="none" strike="noStrike" baseline="0" dirty="0">
                <a:solidFill>
                  <a:srgbClr val="211808"/>
                </a:solidFill>
                <a:latin typeface="CourierStd-Bold"/>
              </a:rPr>
              <a:t> &lt;&lt; "Width = " &lt;&lt; width &lt;&lt; </a:t>
            </a:r>
            <a:r>
              <a:rPr lang="en-US" sz="1800" b="1" i="0" u="none" strike="noStrike" baseline="0" dirty="0" err="1">
                <a:solidFill>
                  <a:srgbClr val="211808"/>
                </a:solidFill>
                <a:latin typeface="CourierStd-Bold"/>
              </a:rPr>
              <a:t>endl</a:t>
            </a:r>
            <a:r>
              <a:rPr lang="en-US" sz="1800" b="1" i="0" u="none" strike="noStrike" baseline="0" dirty="0">
                <a:solidFill>
                  <a:srgbClr val="211808"/>
                </a:solidFill>
                <a:latin typeface="CourierStd-Bold"/>
              </a:rPr>
              <a:t>;</a:t>
            </a:r>
          </a:p>
          <a:p>
            <a:pPr marL="0" indent="0" algn="l">
              <a:buNone/>
            </a:pPr>
            <a:r>
              <a:rPr lang="en-US" sz="1800" b="1" i="0" u="none" strike="noStrike" baseline="0" dirty="0" err="1">
                <a:solidFill>
                  <a:srgbClr val="211808"/>
                </a:solidFill>
                <a:latin typeface="CourierStd-Bold"/>
              </a:rPr>
              <a:t>cout</a:t>
            </a:r>
            <a:r>
              <a:rPr lang="en-US" sz="1800" b="1" i="0" u="none" strike="noStrike" baseline="0" dirty="0">
                <a:solidFill>
                  <a:srgbClr val="211808"/>
                </a:solidFill>
                <a:latin typeface="CourierStd-Bold"/>
              </a:rPr>
              <a:t> &lt;&lt; "Perimeter = " &lt;&lt; perimeter &lt;&lt; </a:t>
            </a:r>
            <a:r>
              <a:rPr lang="en-US" sz="1800" b="1" i="0" u="none" strike="noStrike" baseline="0" dirty="0" err="1">
                <a:solidFill>
                  <a:srgbClr val="211808"/>
                </a:solidFill>
                <a:latin typeface="CourierStd-Bold"/>
              </a:rPr>
              <a:t>endl</a:t>
            </a:r>
            <a:r>
              <a:rPr lang="en-US" sz="1800" b="1" i="0" u="none" strike="noStrike" baseline="0" dirty="0">
                <a:solidFill>
                  <a:srgbClr val="211808"/>
                </a:solidFill>
                <a:latin typeface="CourierStd-Bold"/>
              </a:rPr>
              <a:t>;</a:t>
            </a:r>
          </a:p>
          <a:p>
            <a:pPr marL="0" indent="0" algn="l">
              <a:buNone/>
            </a:pPr>
            <a:r>
              <a:rPr lang="en-US" sz="1800" b="1" i="0" u="none" strike="noStrike" baseline="0" dirty="0" err="1">
                <a:solidFill>
                  <a:srgbClr val="211808"/>
                </a:solidFill>
                <a:latin typeface="CourierStd-Bold"/>
              </a:rPr>
              <a:t>cout</a:t>
            </a:r>
            <a:r>
              <a:rPr lang="en-US" sz="1800" b="1" i="0" u="none" strike="noStrike" baseline="0" dirty="0">
                <a:solidFill>
                  <a:srgbClr val="211808"/>
                </a:solidFill>
                <a:latin typeface="CourierStd-Bold"/>
              </a:rPr>
              <a:t> &lt;&lt; "Area = " &lt;&lt; area &lt;&lt; </a:t>
            </a:r>
            <a:r>
              <a:rPr lang="en-US" sz="1800" b="1" i="0" u="none" strike="noStrike" baseline="0" dirty="0" err="1">
                <a:solidFill>
                  <a:srgbClr val="211808"/>
                </a:solidFill>
                <a:latin typeface="CourierStd-Bold"/>
              </a:rPr>
              <a:t>endl</a:t>
            </a:r>
            <a:r>
              <a:rPr lang="en-US" sz="1800" b="1" i="0" u="none" strike="noStrike" baseline="0" dirty="0">
                <a:solidFill>
                  <a:srgbClr val="211808"/>
                </a:solidFill>
                <a:latin typeface="CourierStd-Bold"/>
              </a:rPr>
              <a:t>;</a:t>
            </a:r>
          </a:p>
          <a:p>
            <a:pPr marL="0" indent="0" algn="l">
              <a:buNone/>
            </a:pPr>
            <a:r>
              <a:rPr lang="en-US" sz="1800" b="1" i="0" u="none" strike="noStrike" baseline="0" dirty="0">
                <a:solidFill>
                  <a:srgbClr val="6A8899"/>
                </a:solidFill>
                <a:latin typeface="CourierStd-Bold"/>
              </a:rPr>
              <a:t>return </a:t>
            </a:r>
            <a:r>
              <a:rPr lang="en-US" sz="1800" b="1" i="0" u="none" strike="noStrike" baseline="0" dirty="0">
                <a:solidFill>
                  <a:srgbClr val="211808"/>
                </a:solidFill>
                <a:latin typeface="CourierStd-Bold"/>
              </a:rPr>
              <a:t>0;</a:t>
            </a:r>
          </a:p>
          <a:p>
            <a:pPr marL="0" indent="0" algn="l">
              <a:buNone/>
            </a:pPr>
            <a:r>
              <a:rPr lang="en-US" sz="1800" b="1" i="0" u="none" strike="noStrike" baseline="0" dirty="0">
                <a:solidFill>
                  <a:srgbClr val="211808"/>
                </a:solidFill>
                <a:latin typeface="CourierStd-Bold"/>
              </a:rPr>
              <a:t>}</a:t>
            </a:r>
            <a:endParaRPr lang="en-US" dirty="0"/>
          </a:p>
        </p:txBody>
      </p:sp>
    </p:spTree>
    <p:extLst>
      <p:ext uri="{BB962C8B-B14F-4D97-AF65-F5344CB8AC3E}">
        <p14:creationId xmlns:p14="http://schemas.microsoft.com/office/powerpoint/2010/main" val="29751785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7891" name="Slide Number Placeholder 5"/>
          <p:cNvSpPr>
            <a:spLocks noGrp="1"/>
          </p:cNvSpPr>
          <p:nvPr>
            <p:ph type="sldNum" sz="quarter" idx="12"/>
          </p:nvPr>
        </p:nvSpPr>
        <p:spPr/>
        <p:txBody>
          <a:bodyPr/>
          <a:lstStyle/>
          <a:p>
            <a:pPr>
              <a:defRPr/>
            </a:pPr>
            <a:fld id="{172B61AD-30A1-4A9A-BCEF-B0E98D7B5B9B}" type="slidenum">
              <a:rPr lang="en-US"/>
              <a:pPr>
                <a:defRPr/>
              </a:pPr>
              <a:t>17</a:t>
            </a:fld>
            <a:endParaRPr lang="en-US"/>
          </a:p>
        </p:txBody>
      </p:sp>
      <p:sp>
        <p:nvSpPr>
          <p:cNvPr id="26627" name="Rectangle 2"/>
          <p:cNvSpPr>
            <a:spLocks noGrp="1" noChangeArrowheads="1"/>
          </p:cNvSpPr>
          <p:nvPr>
            <p:ph type="title"/>
          </p:nvPr>
        </p:nvSpPr>
        <p:spPr/>
        <p:txBody>
          <a:bodyPr/>
          <a:lstStyle/>
          <a:p>
            <a:pPr eaLnBrk="1" hangingPunct="1">
              <a:defRPr/>
            </a:pPr>
            <a:r>
              <a:rPr lang="en-US" dirty="0"/>
              <a:t>Example 2</a:t>
            </a:r>
          </a:p>
        </p:txBody>
      </p:sp>
      <p:sp>
        <p:nvSpPr>
          <p:cNvPr id="257027" name="Rectangle 3"/>
          <p:cNvSpPr>
            <a:spLocks noGrp="1" noChangeArrowheads="1"/>
          </p:cNvSpPr>
          <p:nvPr>
            <p:ph type="body" idx="1"/>
          </p:nvPr>
        </p:nvSpPr>
        <p:spPr/>
        <p:txBody>
          <a:bodyPr/>
          <a:lstStyle/>
          <a:p>
            <a:pPr eaLnBrk="1" hangingPunct="1">
              <a:defRPr/>
            </a:pPr>
            <a:r>
              <a:rPr lang="en-US"/>
              <a:t>How many stamps do you use when mailing a letter?</a:t>
            </a:r>
          </a:p>
          <a:p>
            <a:pPr eaLnBrk="1" hangingPunct="1">
              <a:defRPr/>
            </a:pPr>
            <a:r>
              <a:rPr lang="en-US"/>
              <a:t>One rule of thumb is to use </a:t>
            </a:r>
            <a:r>
              <a:rPr lang="en-US" b="1"/>
              <a:t>one stamp for every five sheets of paper or fraction.</a:t>
            </a:r>
          </a:p>
        </p:txBody>
      </p:sp>
    </p:spTree>
    <p:extLst>
      <p:ext uri="{BB962C8B-B14F-4D97-AF65-F5344CB8AC3E}">
        <p14:creationId xmlns:p14="http://schemas.microsoft.com/office/powerpoint/2010/main" val="2468451317"/>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57027">
                                            <p:txEl>
                                              <p:pRg st="0" end="0"/>
                                            </p:txEl>
                                          </p:spTgt>
                                        </p:tgtEl>
                                        <p:attrNameLst>
                                          <p:attrName>style.visibility</p:attrName>
                                        </p:attrNameLst>
                                      </p:cBhvr>
                                      <p:to>
                                        <p:strVal val="visible"/>
                                      </p:to>
                                    </p:set>
                                    <p:animEffect transition="in" filter="wipe(left)">
                                      <p:cBhvr>
                                        <p:cTn id="7" dur="500"/>
                                        <p:tgtEl>
                                          <p:spTgt spid="25702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57027">
                                            <p:txEl>
                                              <p:pRg st="1" end="1"/>
                                            </p:txEl>
                                          </p:spTgt>
                                        </p:tgtEl>
                                        <p:attrNameLst>
                                          <p:attrName>style.visibility</p:attrName>
                                        </p:attrNameLst>
                                      </p:cBhvr>
                                      <p:to>
                                        <p:strVal val="visible"/>
                                      </p:to>
                                    </p:set>
                                    <p:animEffect transition="in" filter="wipe(left)">
                                      <p:cBhvr>
                                        <p:cTn id="12" dur="500"/>
                                        <p:tgtEl>
                                          <p:spTgt spid="25702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7027" grpId="0" build="p"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8915" name="Slide Number Placeholder 5"/>
          <p:cNvSpPr>
            <a:spLocks noGrp="1"/>
          </p:cNvSpPr>
          <p:nvPr>
            <p:ph type="sldNum" sz="quarter" idx="12"/>
          </p:nvPr>
        </p:nvSpPr>
        <p:spPr/>
        <p:txBody>
          <a:bodyPr/>
          <a:lstStyle/>
          <a:p>
            <a:pPr>
              <a:defRPr/>
            </a:pPr>
            <a:fld id="{722A82E9-AEAE-471D-9EBF-393D1B1FDCE5}" type="slidenum">
              <a:rPr lang="en-US"/>
              <a:pPr>
                <a:defRPr/>
              </a:pPr>
              <a:t>18</a:t>
            </a:fld>
            <a:endParaRPr lang="en-US"/>
          </a:p>
        </p:txBody>
      </p:sp>
      <p:sp>
        <p:nvSpPr>
          <p:cNvPr id="27651" name="Rectangle 2"/>
          <p:cNvSpPr>
            <a:spLocks noGrp="1" noChangeArrowheads="1"/>
          </p:cNvSpPr>
          <p:nvPr>
            <p:ph type="title"/>
          </p:nvPr>
        </p:nvSpPr>
        <p:spPr/>
        <p:txBody>
          <a:bodyPr/>
          <a:lstStyle/>
          <a:p>
            <a:pPr eaLnBrk="1" hangingPunct="1">
              <a:defRPr/>
            </a:pPr>
            <a:r>
              <a:rPr lang="en-US"/>
              <a:t>Algorithm</a:t>
            </a:r>
          </a:p>
        </p:txBody>
      </p:sp>
      <p:sp>
        <p:nvSpPr>
          <p:cNvPr id="258051" name="Rectangle 3"/>
          <p:cNvSpPr>
            <a:spLocks noGrp="1" noChangeArrowheads="1"/>
          </p:cNvSpPr>
          <p:nvPr>
            <p:ph type="body" idx="1"/>
          </p:nvPr>
        </p:nvSpPr>
        <p:spPr/>
        <p:txBody>
          <a:bodyPr/>
          <a:lstStyle/>
          <a:p>
            <a:pPr eaLnBrk="1" hangingPunct="1">
              <a:buFontTx/>
              <a:buNone/>
              <a:defRPr/>
            </a:pPr>
            <a:r>
              <a:rPr lang="en-US" b="1"/>
              <a:t>1. </a:t>
            </a:r>
            <a:r>
              <a:rPr lang="en-US"/>
              <a:t>Request the number of sheets of paper; call it Sheets. </a:t>
            </a:r>
            <a:r>
              <a:rPr lang="en-US" i="1"/>
              <a:t>(</a:t>
            </a:r>
            <a:r>
              <a:rPr lang="en-US" i="1">
                <a:solidFill>
                  <a:schemeClr val="accent1"/>
                </a:solidFill>
              </a:rPr>
              <a:t>input</a:t>
            </a:r>
            <a:r>
              <a:rPr lang="en-US" i="1"/>
              <a:t>)</a:t>
            </a:r>
          </a:p>
          <a:p>
            <a:pPr eaLnBrk="1" hangingPunct="1">
              <a:buFontTx/>
              <a:buNone/>
              <a:defRPr/>
            </a:pPr>
            <a:r>
              <a:rPr lang="en-US" b="1"/>
              <a:t>2. </a:t>
            </a:r>
            <a:r>
              <a:rPr lang="en-US"/>
              <a:t>Divide Sheets by 5. </a:t>
            </a:r>
            <a:r>
              <a:rPr lang="en-US" i="1"/>
              <a:t>(</a:t>
            </a:r>
            <a:r>
              <a:rPr lang="en-US" i="1">
                <a:solidFill>
                  <a:schemeClr val="accent1"/>
                </a:solidFill>
              </a:rPr>
              <a:t>processing</a:t>
            </a:r>
            <a:r>
              <a:rPr lang="en-US" i="1"/>
              <a:t>)</a:t>
            </a:r>
          </a:p>
          <a:p>
            <a:pPr eaLnBrk="1" hangingPunct="1">
              <a:buFontTx/>
              <a:buNone/>
              <a:defRPr/>
            </a:pPr>
            <a:r>
              <a:rPr lang="en-US" b="1"/>
              <a:t>3. </a:t>
            </a:r>
            <a:r>
              <a:rPr lang="en-US"/>
              <a:t>Round the quotient up to the next highest whole number; call it Stamps. </a:t>
            </a:r>
            <a:r>
              <a:rPr lang="en-US" i="1"/>
              <a:t>(</a:t>
            </a:r>
            <a:r>
              <a:rPr lang="en-US" i="1">
                <a:solidFill>
                  <a:schemeClr val="accent1"/>
                </a:solidFill>
              </a:rPr>
              <a:t>processing</a:t>
            </a:r>
            <a:r>
              <a:rPr lang="en-US" i="1"/>
              <a:t>)</a:t>
            </a:r>
          </a:p>
          <a:p>
            <a:pPr eaLnBrk="1" hangingPunct="1">
              <a:buFontTx/>
              <a:buNone/>
              <a:defRPr/>
            </a:pPr>
            <a:r>
              <a:rPr lang="en-US" b="1"/>
              <a:t>4. </a:t>
            </a:r>
            <a:r>
              <a:rPr lang="en-US"/>
              <a:t>Reply with the number Stamps. </a:t>
            </a:r>
            <a:r>
              <a:rPr lang="en-US" i="1"/>
              <a:t>(</a:t>
            </a:r>
            <a:r>
              <a:rPr lang="en-US" i="1">
                <a:solidFill>
                  <a:schemeClr val="accent1"/>
                </a:solidFill>
              </a:rPr>
              <a:t>output</a:t>
            </a:r>
            <a:r>
              <a:rPr lang="en-US" i="1"/>
              <a:t>)</a:t>
            </a:r>
          </a:p>
        </p:txBody>
      </p:sp>
    </p:spTree>
    <p:extLst>
      <p:ext uri="{BB962C8B-B14F-4D97-AF65-F5344CB8AC3E}">
        <p14:creationId xmlns:p14="http://schemas.microsoft.com/office/powerpoint/2010/main" val="1886741976"/>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58051">
                                            <p:txEl>
                                              <p:pRg st="0" end="0"/>
                                            </p:txEl>
                                          </p:spTgt>
                                        </p:tgtEl>
                                        <p:attrNameLst>
                                          <p:attrName>style.visibility</p:attrName>
                                        </p:attrNameLst>
                                      </p:cBhvr>
                                      <p:to>
                                        <p:strVal val="visible"/>
                                      </p:to>
                                    </p:set>
                                    <p:animEffect transition="in" filter="wipe(left)">
                                      <p:cBhvr>
                                        <p:cTn id="7" dur="500"/>
                                        <p:tgtEl>
                                          <p:spTgt spid="25805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58051">
                                            <p:txEl>
                                              <p:pRg st="1" end="1"/>
                                            </p:txEl>
                                          </p:spTgt>
                                        </p:tgtEl>
                                        <p:attrNameLst>
                                          <p:attrName>style.visibility</p:attrName>
                                        </p:attrNameLst>
                                      </p:cBhvr>
                                      <p:to>
                                        <p:strVal val="visible"/>
                                      </p:to>
                                    </p:set>
                                    <p:animEffect transition="in" filter="wipe(left)">
                                      <p:cBhvr>
                                        <p:cTn id="12" dur="500"/>
                                        <p:tgtEl>
                                          <p:spTgt spid="258051">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58051">
                                            <p:txEl>
                                              <p:pRg st="2" end="2"/>
                                            </p:txEl>
                                          </p:spTgt>
                                        </p:tgtEl>
                                        <p:attrNameLst>
                                          <p:attrName>style.visibility</p:attrName>
                                        </p:attrNameLst>
                                      </p:cBhvr>
                                      <p:to>
                                        <p:strVal val="visible"/>
                                      </p:to>
                                    </p:set>
                                    <p:animEffect transition="in" filter="wipe(left)">
                                      <p:cBhvr>
                                        <p:cTn id="17" dur="500"/>
                                        <p:tgtEl>
                                          <p:spTgt spid="258051">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58051">
                                            <p:txEl>
                                              <p:pRg st="3" end="3"/>
                                            </p:txEl>
                                          </p:spTgt>
                                        </p:tgtEl>
                                        <p:attrNameLst>
                                          <p:attrName>style.visibility</p:attrName>
                                        </p:attrNameLst>
                                      </p:cBhvr>
                                      <p:to>
                                        <p:strVal val="visible"/>
                                      </p:to>
                                    </p:set>
                                    <p:animEffect transition="in" filter="wipe(left)">
                                      <p:cBhvr>
                                        <p:cTn id="22" dur="500"/>
                                        <p:tgtEl>
                                          <p:spTgt spid="25805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8051" grpId="0" build="p"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9939" name="Slide Number Placeholder 5"/>
          <p:cNvSpPr>
            <a:spLocks noGrp="1"/>
          </p:cNvSpPr>
          <p:nvPr>
            <p:ph type="sldNum" sz="quarter" idx="12"/>
          </p:nvPr>
        </p:nvSpPr>
        <p:spPr/>
        <p:txBody>
          <a:bodyPr/>
          <a:lstStyle/>
          <a:p>
            <a:pPr>
              <a:defRPr/>
            </a:pPr>
            <a:fld id="{ED4DB7BB-07A7-40DD-B6D8-BBB670BA4918}" type="slidenum">
              <a:rPr lang="en-US"/>
              <a:pPr>
                <a:defRPr/>
              </a:pPr>
              <a:t>19</a:t>
            </a:fld>
            <a:endParaRPr lang="en-US"/>
          </a:p>
        </p:txBody>
      </p:sp>
      <p:sp>
        <p:nvSpPr>
          <p:cNvPr id="28675" name="Rectangle 2"/>
          <p:cNvSpPr>
            <a:spLocks noGrp="1" noChangeArrowheads="1"/>
          </p:cNvSpPr>
          <p:nvPr>
            <p:ph type="title"/>
          </p:nvPr>
        </p:nvSpPr>
        <p:spPr/>
        <p:txBody>
          <a:bodyPr/>
          <a:lstStyle/>
          <a:p>
            <a:pPr eaLnBrk="1" hangingPunct="1">
              <a:defRPr/>
            </a:pPr>
            <a:r>
              <a:rPr lang="en-US"/>
              <a:t>Flowcharts</a:t>
            </a:r>
            <a:endParaRPr lang="en-US" i="1"/>
          </a:p>
        </p:txBody>
      </p:sp>
      <p:sp>
        <p:nvSpPr>
          <p:cNvPr id="195587" name="Rectangle 3"/>
          <p:cNvSpPr>
            <a:spLocks noGrp="1" noChangeArrowheads="1"/>
          </p:cNvSpPr>
          <p:nvPr>
            <p:ph type="body" idx="1"/>
          </p:nvPr>
        </p:nvSpPr>
        <p:spPr/>
        <p:txBody>
          <a:bodyPr/>
          <a:lstStyle/>
          <a:p>
            <a:pPr eaLnBrk="1" hangingPunct="1">
              <a:defRPr/>
            </a:pPr>
            <a:r>
              <a:rPr lang="en-US"/>
              <a:t>Graphically depict the logical steps to carry out a task and show how the steps relate to each other.</a:t>
            </a:r>
          </a:p>
        </p:txBody>
      </p:sp>
    </p:spTree>
    <p:extLst>
      <p:ext uri="{BB962C8B-B14F-4D97-AF65-F5344CB8AC3E}">
        <p14:creationId xmlns:p14="http://schemas.microsoft.com/office/powerpoint/2010/main" val="2617544768"/>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95587">
                                            <p:txEl>
                                              <p:pRg st="0" end="0"/>
                                            </p:txEl>
                                          </p:spTgt>
                                        </p:tgtEl>
                                        <p:attrNameLst>
                                          <p:attrName>style.visibility</p:attrName>
                                        </p:attrNameLst>
                                      </p:cBhvr>
                                      <p:to>
                                        <p:strVal val="visible"/>
                                      </p:to>
                                    </p:set>
                                    <p:animEffect transition="in" filter="wipe(left)">
                                      <p:cBhvr>
                                        <p:cTn id="7" dur="500"/>
                                        <p:tgtEl>
                                          <p:spTgt spid="19558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5587" grpId="0" build="p"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63" name="Slide Number Placeholder 5"/>
          <p:cNvSpPr>
            <a:spLocks noGrp="1"/>
          </p:cNvSpPr>
          <p:nvPr>
            <p:ph type="sldNum" sz="quarter" idx="12"/>
          </p:nvPr>
        </p:nvSpPr>
        <p:spPr/>
        <p:txBody>
          <a:bodyPr/>
          <a:lstStyle/>
          <a:p>
            <a:pPr>
              <a:defRPr/>
            </a:pPr>
            <a:fld id="{132085EC-4E2E-44F2-9A9F-F6A5552B26C9}" type="slidenum">
              <a:rPr lang="en-US"/>
              <a:pPr>
                <a:defRPr/>
              </a:pPr>
              <a:t>20</a:t>
            </a:fld>
            <a:endParaRPr lang="en-US"/>
          </a:p>
        </p:txBody>
      </p:sp>
      <p:sp>
        <p:nvSpPr>
          <p:cNvPr id="40964" name="Rectangle 2"/>
          <p:cNvSpPr>
            <a:spLocks noGrp="1" noChangeArrowheads="1"/>
          </p:cNvSpPr>
          <p:nvPr>
            <p:ph type="title"/>
          </p:nvPr>
        </p:nvSpPr>
        <p:spPr>
          <a:xfrm>
            <a:off x="1981200" y="274638"/>
            <a:ext cx="8229600" cy="487362"/>
          </a:xfrm>
        </p:spPr>
        <p:txBody>
          <a:bodyPr rtlCol="0">
            <a:normAutofit fontScale="90000"/>
          </a:bodyPr>
          <a:lstStyle/>
          <a:p>
            <a:pPr>
              <a:defRPr/>
            </a:pPr>
            <a:r>
              <a:rPr lang="en-US" dirty="0"/>
              <a:t>Flowchart symbols</a:t>
            </a:r>
          </a:p>
        </p:txBody>
      </p:sp>
      <p:pic>
        <p:nvPicPr>
          <p:cNvPr id="14340" name="Picture 4" descr="AACWQOC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33600" y="1001714"/>
            <a:ext cx="7772400" cy="553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mc:Choice xmlns:p14="http://schemas.microsoft.com/office/powerpoint/2010/main" Requires="p14">
          <p:contentPart p14:bwMode="auto" r:id="rId4">
            <p14:nvContentPartPr>
              <p14:cNvPr id="2" name="Ink 1">
                <a:extLst>
                  <a:ext uri="{FF2B5EF4-FFF2-40B4-BE49-F238E27FC236}">
                    <a16:creationId xmlns:a16="http://schemas.microsoft.com/office/drawing/2014/main" id="{C5C9639D-7315-7584-8DF2-8B65BEEB3266}"/>
                  </a:ext>
                </a:extLst>
              </p14:cNvPr>
              <p14:cNvContentPartPr/>
              <p14:nvPr/>
            </p14:nvContentPartPr>
            <p14:xfrm>
              <a:off x="2338118" y="4748416"/>
              <a:ext cx="360" cy="360"/>
            </p14:xfrm>
          </p:contentPart>
        </mc:Choice>
        <mc:Fallback>
          <p:pic>
            <p:nvPicPr>
              <p:cNvPr id="2" name="Ink 1">
                <a:extLst>
                  <a:ext uri="{FF2B5EF4-FFF2-40B4-BE49-F238E27FC236}">
                    <a16:creationId xmlns:a16="http://schemas.microsoft.com/office/drawing/2014/main" id="{C5C9639D-7315-7584-8DF2-8B65BEEB3266}"/>
                  </a:ext>
                </a:extLst>
              </p:cNvPr>
              <p:cNvPicPr/>
              <p:nvPr/>
            </p:nvPicPr>
            <p:blipFill>
              <a:blip r:embed="rId5"/>
              <a:stretch>
                <a:fillRect/>
              </a:stretch>
            </p:blipFill>
            <p:spPr>
              <a:xfrm>
                <a:off x="2284118" y="4640776"/>
                <a:ext cx="10800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3" name="Ink 2">
                <a:extLst>
                  <a:ext uri="{FF2B5EF4-FFF2-40B4-BE49-F238E27FC236}">
                    <a16:creationId xmlns:a16="http://schemas.microsoft.com/office/drawing/2014/main" id="{26434E48-F0D2-0E41-9842-07716EB484C8}"/>
                  </a:ext>
                </a:extLst>
              </p14:cNvPr>
              <p14:cNvContentPartPr/>
              <p14:nvPr/>
            </p14:nvContentPartPr>
            <p14:xfrm>
              <a:off x="2265038" y="4748416"/>
              <a:ext cx="2180520" cy="57240"/>
            </p14:xfrm>
          </p:contentPart>
        </mc:Choice>
        <mc:Fallback>
          <p:pic>
            <p:nvPicPr>
              <p:cNvPr id="3" name="Ink 2">
                <a:extLst>
                  <a:ext uri="{FF2B5EF4-FFF2-40B4-BE49-F238E27FC236}">
                    <a16:creationId xmlns:a16="http://schemas.microsoft.com/office/drawing/2014/main" id="{26434E48-F0D2-0E41-9842-07716EB484C8}"/>
                  </a:ext>
                </a:extLst>
              </p:cNvPr>
              <p:cNvPicPr/>
              <p:nvPr/>
            </p:nvPicPr>
            <p:blipFill>
              <a:blip r:embed="rId7"/>
              <a:stretch>
                <a:fillRect/>
              </a:stretch>
            </p:blipFill>
            <p:spPr>
              <a:xfrm>
                <a:off x="2211038" y="4640776"/>
                <a:ext cx="2288160" cy="27288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4" name="Ink 3">
                <a:extLst>
                  <a:ext uri="{FF2B5EF4-FFF2-40B4-BE49-F238E27FC236}">
                    <a16:creationId xmlns:a16="http://schemas.microsoft.com/office/drawing/2014/main" id="{1DECAD13-603F-AD99-3D3C-8A09281A411D}"/>
                  </a:ext>
                </a:extLst>
              </p14:cNvPr>
              <p14:cNvContentPartPr/>
              <p14:nvPr/>
            </p14:nvContentPartPr>
            <p14:xfrm>
              <a:off x="2493638" y="3750856"/>
              <a:ext cx="2545560" cy="53280"/>
            </p14:xfrm>
          </p:contentPart>
        </mc:Choice>
        <mc:Fallback>
          <p:pic>
            <p:nvPicPr>
              <p:cNvPr id="4" name="Ink 3">
                <a:extLst>
                  <a:ext uri="{FF2B5EF4-FFF2-40B4-BE49-F238E27FC236}">
                    <a16:creationId xmlns:a16="http://schemas.microsoft.com/office/drawing/2014/main" id="{1DECAD13-603F-AD99-3D3C-8A09281A411D}"/>
                  </a:ext>
                </a:extLst>
              </p:cNvPr>
              <p:cNvPicPr/>
              <p:nvPr/>
            </p:nvPicPr>
            <p:blipFill>
              <a:blip r:embed="rId9"/>
              <a:stretch>
                <a:fillRect/>
              </a:stretch>
            </p:blipFill>
            <p:spPr>
              <a:xfrm>
                <a:off x="2439998" y="3643216"/>
                <a:ext cx="2653200" cy="26892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5" name="Ink 4">
                <a:extLst>
                  <a:ext uri="{FF2B5EF4-FFF2-40B4-BE49-F238E27FC236}">
                    <a16:creationId xmlns:a16="http://schemas.microsoft.com/office/drawing/2014/main" id="{C040261E-902F-80DD-CCD6-4244E4F2A2CA}"/>
                  </a:ext>
                </a:extLst>
              </p14:cNvPr>
              <p14:cNvContentPartPr/>
              <p14:nvPr/>
            </p14:nvContentPartPr>
            <p14:xfrm>
              <a:off x="2140838" y="3012496"/>
              <a:ext cx="2917440" cy="84600"/>
            </p14:xfrm>
          </p:contentPart>
        </mc:Choice>
        <mc:Fallback>
          <p:pic>
            <p:nvPicPr>
              <p:cNvPr id="5" name="Ink 4">
                <a:extLst>
                  <a:ext uri="{FF2B5EF4-FFF2-40B4-BE49-F238E27FC236}">
                    <a16:creationId xmlns:a16="http://schemas.microsoft.com/office/drawing/2014/main" id="{C040261E-902F-80DD-CCD6-4244E4F2A2CA}"/>
                  </a:ext>
                </a:extLst>
              </p:cNvPr>
              <p:cNvPicPr/>
              <p:nvPr/>
            </p:nvPicPr>
            <p:blipFill>
              <a:blip r:embed="rId11"/>
              <a:stretch>
                <a:fillRect/>
              </a:stretch>
            </p:blipFill>
            <p:spPr>
              <a:xfrm>
                <a:off x="2087198" y="2904856"/>
                <a:ext cx="3025080" cy="30024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6" name="Ink 5">
                <a:extLst>
                  <a:ext uri="{FF2B5EF4-FFF2-40B4-BE49-F238E27FC236}">
                    <a16:creationId xmlns:a16="http://schemas.microsoft.com/office/drawing/2014/main" id="{5E38BD93-1A45-BD60-FFFC-8A129D0A7781}"/>
                  </a:ext>
                </a:extLst>
              </p14:cNvPr>
              <p14:cNvContentPartPr/>
              <p14:nvPr/>
            </p14:nvContentPartPr>
            <p14:xfrm>
              <a:off x="638198" y="2693176"/>
              <a:ext cx="993240" cy="465840"/>
            </p14:xfrm>
          </p:contentPart>
        </mc:Choice>
        <mc:Fallback>
          <p:pic>
            <p:nvPicPr>
              <p:cNvPr id="6" name="Ink 5">
                <a:extLst>
                  <a:ext uri="{FF2B5EF4-FFF2-40B4-BE49-F238E27FC236}">
                    <a16:creationId xmlns:a16="http://schemas.microsoft.com/office/drawing/2014/main" id="{5E38BD93-1A45-BD60-FFFC-8A129D0A7781}"/>
                  </a:ext>
                </a:extLst>
              </p:cNvPr>
              <p:cNvPicPr/>
              <p:nvPr/>
            </p:nvPicPr>
            <p:blipFill>
              <a:blip r:embed="rId13"/>
              <a:stretch>
                <a:fillRect/>
              </a:stretch>
            </p:blipFill>
            <p:spPr>
              <a:xfrm>
                <a:off x="584558" y="2585536"/>
                <a:ext cx="1100880" cy="68148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7" name="Ink 6">
                <a:extLst>
                  <a:ext uri="{FF2B5EF4-FFF2-40B4-BE49-F238E27FC236}">
                    <a16:creationId xmlns:a16="http://schemas.microsoft.com/office/drawing/2014/main" id="{2DCF14A0-FC84-536F-7840-DDC7B7EB53E2}"/>
                  </a:ext>
                </a:extLst>
              </p14:cNvPr>
              <p14:cNvContentPartPr/>
              <p14:nvPr/>
            </p14:nvContentPartPr>
            <p14:xfrm>
              <a:off x="1329758" y="3696496"/>
              <a:ext cx="214200" cy="553680"/>
            </p14:xfrm>
          </p:contentPart>
        </mc:Choice>
        <mc:Fallback>
          <p:pic>
            <p:nvPicPr>
              <p:cNvPr id="7" name="Ink 6">
                <a:extLst>
                  <a:ext uri="{FF2B5EF4-FFF2-40B4-BE49-F238E27FC236}">
                    <a16:creationId xmlns:a16="http://schemas.microsoft.com/office/drawing/2014/main" id="{2DCF14A0-FC84-536F-7840-DDC7B7EB53E2}"/>
                  </a:ext>
                </a:extLst>
              </p:cNvPr>
              <p:cNvPicPr/>
              <p:nvPr/>
            </p:nvPicPr>
            <p:blipFill>
              <a:blip r:embed="rId15"/>
              <a:stretch>
                <a:fillRect/>
              </a:stretch>
            </p:blipFill>
            <p:spPr>
              <a:xfrm>
                <a:off x="1275758" y="3588496"/>
                <a:ext cx="321840" cy="76932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8" name="Ink 7">
                <a:extLst>
                  <a:ext uri="{FF2B5EF4-FFF2-40B4-BE49-F238E27FC236}">
                    <a16:creationId xmlns:a16="http://schemas.microsoft.com/office/drawing/2014/main" id="{48F07BA1-936B-2EB2-9FC5-45B07F608845}"/>
                  </a:ext>
                </a:extLst>
              </p14:cNvPr>
              <p14:cNvContentPartPr/>
              <p14:nvPr/>
            </p14:nvContentPartPr>
            <p14:xfrm>
              <a:off x="1170638" y="4579936"/>
              <a:ext cx="753120" cy="584640"/>
            </p14:xfrm>
          </p:contentPart>
        </mc:Choice>
        <mc:Fallback>
          <p:pic>
            <p:nvPicPr>
              <p:cNvPr id="8" name="Ink 7">
                <a:extLst>
                  <a:ext uri="{FF2B5EF4-FFF2-40B4-BE49-F238E27FC236}">
                    <a16:creationId xmlns:a16="http://schemas.microsoft.com/office/drawing/2014/main" id="{48F07BA1-936B-2EB2-9FC5-45B07F608845}"/>
                  </a:ext>
                </a:extLst>
              </p:cNvPr>
              <p:cNvPicPr/>
              <p:nvPr/>
            </p:nvPicPr>
            <p:blipFill>
              <a:blip r:embed="rId17"/>
              <a:stretch>
                <a:fillRect/>
              </a:stretch>
            </p:blipFill>
            <p:spPr>
              <a:xfrm>
                <a:off x="1116638" y="4472296"/>
                <a:ext cx="860760" cy="80028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9" name="Ink 8">
                <a:extLst>
                  <a:ext uri="{FF2B5EF4-FFF2-40B4-BE49-F238E27FC236}">
                    <a16:creationId xmlns:a16="http://schemas.microsoft.com/office/drawing/2014/main" id="{9805A515-C5A3-178C-F631-B0AEAE914EFC}"/>
                  </a:ext>
                </a:extLst>
              </p14:cNvPr>
              <p14:cNvContentPartPr/>
              <p14:nvPr/>
            </p14:nvContentPartPr>
            <p14:xfrm>
              <a:off x="1143638" y="1469176"/>
              <a:ext cx="301320" cy="288720"/>
            </p14:xfrm>
          </p:contentPart>
        </mc:Choice>
        <mc:Fallback>
          <p:pic>
            <p:nvPicPr>
              <p:cNvPr id="9" name="Ink 8">
                <a:extLst>
                  <a:ext uri="{FF2B5EF4-FFF2-40B4-BE49-F238E27FC236}">
                    <a16:creationId xmlns:a16="http://schemas.microsoft.com/office/drawing/2014/main" id="{9805A515-C5A3-178C-F631-B0AEAE914EFC}"/>
                  </a:ext>
                </a:extLst>
              </p:cNvPr>
              <p:cNvPicPr/>
              <p:nvPr/>
            </p:nvPicPr>
            <p:blipFill>
              <a:blip r:embed="rId19"/>
              <a:stretch>
                <a:fillRect/>
              </a:stretch>
            </p:blipFill>
            <p:spPr>
              <a:xfrm>
                <a:off x="1089998" y="1361176"/>
                <a:ext cx="408960" cy="504360"/>
              </a:xfrm>
              <a:prstGeom prst="rect">
                <a:avLst/>
              </a:prstGeom>
            </p:spPr>
          </p:pic>
        </mc:Fallback>
      </mc:AlternateContent>
    </p:spTree>
    <p:extLst>
      <p:ext uri="{BB962C8B-B14F-4D97-AF65-F5344CB8AC3E}">
        <p14:creationId xmlns:p14="http://schemas.microsoft.com/office/powerpoint/2010/main" val="1632905651"/>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1987" name="Slide Number Placeholder 5"/>
          <p:cNvSpPr>
            <a:spLocks noGrp="1"/>
          </p:cNvSpPr>
          <p:nvPr>
            <p:ph type="sldNum" sz="quarter" idx="12"/>
          </p:nvPr>
        </p:nvSpPr>
        <p:spPr/>
        <p:txBody>
          <a:bodyPr/>
          <a:lstStyle/>
          <a:p>
            <a:pPr>
              <a:defRPr/>
            </a:pPr>
            <a:fld id="{550D79E1-069E-4311-AEC8-54044F9CBF84}" type="slidenum">
              <a:rPr lang="en-US"/>
              <a:pPr>
                <a:defRPr/>
              </a:pPr>
              <a:t>21</a:t>
            </a:fld>
            <a:endParaRPr lang="en-US"/>
          </a:p>
        </p:txBody>
      </p:sp>
      <p:sp>
        <p:nvSpPr>
          <p:cNvPr id="30723" name="Rectangle 2"/>
          <p:cNvSpPr>
            <a:spLocks noGrp="1" noChangeArrowheads="1"/>
          </p:cNvSpPr>
          <p:nvPr>
            <p:ph type="title"/>
          </p:nvPr>
        </p:nvSpPr>
        <p:spPr/>
        <p:txBody>
          <a:bodyPr/>
          <a:lstStyle/>
          <a:p>
            <a:pPr eaLnBrk="1" hangingPunct="1">
              <a:defRPr/>
            </a:pPr>
            <a:r>
              <a:rPr lang="en-US"/>
              <a:t>Flowchart symbols</a:t>
            </a:r>
          </a:p>
        </p:txBody>
      </p:sp>
      <p:pic>
        <p:nvPicPr>
          <p:cNvPr id="15364" name="Picture 4" descr="AACWQOD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5001" y="1600200"/>
            <a:ext cx="8393113" cy="3767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49599258"/>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3011" name="Slide Number Placeholder 5"/>
          <p:cNvSpPr>
            <a:spLocks noGrp="1"/>
          </p:cNvSpPr>
          <p:nvPr>
            <p:ph type="sldNum" sz="quarter" idx="12"/>
          </p:nvPr>
        </p:nvSpPr>
        <p:spPr/>
        <p:txBody>
          <a:bodyPr/>
          <a:lstStyle/>
          <a:p>
            <a:pPr>
              <a:defRPr/>
            </a:pPr>
            <a:fld id="{9ECFE28C-4B48-4B51-9F77-51095AA74488}" type="slidenum">
              <a:rPr lang="en-US"/>
              <a:pPr>
                <a:defRPr/>
              </a:pPr>
              <a:t>22</a:t>
            </a:fld>
            <a:endParaRPr lang="en-US"/>
          </a:p>
        </p:txBody>
      </p:sp>
      <p:sp>
        <p:nvSpPr>
          <p:cNvPr id="31747" name="Rectangle 2"/>
          <p:cNvSpPr>
            <a:spLocks noGrp="1" noChangeArrowheads="1"/>
          </p:cNvSpPr>
          <p:nvPr>
            <p:ph type="title"/>
          </p:nvPr>
        </p:nvSpPr>
        <p:spPr>
          <a:xfrm>
            <a:off x="1981200" y="274638"/>
            <a:ext cx="8229600" cy="639762"/>
          </a:xfrm>
        </p:spPr>
        <p:txBody>
          <a:bodyPr/>
          <a:lstStyle/>
          <a:p>
            <a:pPr eaLnBrk="1" hangingPunct="1">
              <a:defRPr/>
            </a:pPr>
            <a:r>
              <a:rPr lang="en-US" sz="3200"/>
              <a:t>Flowchart example</a:t>
            </a:r>
          </a:p>
        </p:txBody>
      </p:sp>
      <p:pic>
        <p:nvPicPr>
          <p:cNvPr id="16388" name="Picture 4" descr="AACWQOE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67201" y="838200"/>
            <a:ext cx="5006975" cy="571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41569801"/>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4035" name="Slide Number Placeholder 5"/>
          <p:cNvSpPr>
            <a:spLocks noGrp="1"/>
          </p:cNvSpPr>
          <p:nvPr>
            <p:ph type="sldNum" sz="quarter" idx="12"/>
          </p:nvPr>
        </p:nvSpPr>
        <p:spPr/>
        <p:txBody>
          <a:bodyPr/>
          <a:lstStyle/>
          <a:p>
            <a:pPr>
              <a:defRPr/>
            </a:pPr>
            <a:fld id="{15FFB42E-92C4-4F3D-8352-1DEE5335208F}" type="slidenum">
              <a:rPr lang="en-US"/>
              <a:pPr>
                <a:defRPr/>
              </a:pPr>
              <a:t>23</a:t>
            </a:fld>
            <a:endParaRPr lang="en-US"/>
          </a:p>
        </p:txBody>
      </p:sp>
      <p:sp>
        <p:nvSpPr>
          <p:cNvPr id="32771" name="Rectangle 2"/>
          <p:cNvSpPr>
            <a:spLocks noGrp="1" noChangeArrowheads="1"/>
          </p:cNvSpPr>
          <p:nvPr>
            <p:ph type="title"/>
          </p:nvPr>
        </p:nvSpPr>
        <p:spPr/>
        <p:txBody>
          <a:bodyPr/>
          <a:lstStyle/>
          <a:p>
            <a:pPr eaLnBrk="1" hangingPunct="1">
              <a:defRPr/>
            </a:pPr>
            <a:r>
              <a:rPr lang="en-US"/>
              <a:t>Pseudocode</a:t>
            </a:r>
            <a:endParaRPr lang="en-US" i="1"/>
          </a:p>
        </p:txBody>
      </p:sp>
      <p:sp>
        <p:nvSpPr>
          <p:cNvPr id="32772" name="Rectangle 3"/>
          <p:cNvSpPr>
            <a:spLocks noGrp="1" noChangeArrowheads="1"/>
          </p:cNvSpPr>
          <p:nvPr>
            <p:ph type="body" idx="1"/>
          </p:nvPr>
        </p:nvSpPr>
        <p:spPr>
          <a:xfrm>
            <a:off x="2286000" y="1447800"/>
            <a:ext cx="7964488" cy="3886200"/>
          </a:xfrm>
        </p:spPr>
        <p:txBody>
          <a:bodyPr/>
          <a:lstStyle/>
          <a:p>
            <a:pPr eaLnBrk="1" hangingPunct="1">
              <a:defRPr/>
            </a:pPr>
            <a:r>
              <a:rPr lang="en-US" dirty="0"/>
              <a:t>Uses English-like phrases with some C++ terms to outline the task.</a:t>
            </a:r>
          </a:p>
        </p:txBody>
      </p:sp>
    </p:spTree>
    <p:extLst>
      <p:ext uri="{BB962C8B-B14F-4D97-AF65-F5344CB8AC3E}">
        <p14:creationId xmlns:p14="http://schemas.microsoft.com/office/powerpoint/2010/main" val="4199470118"/>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5059" name="Slide Number Placeholder 5"/>
          <p:cNvSpPr>
            <a:spLocks noGrp="1"/>
          </p:cNvSpPr>
          <p:nvPr>
            <p:ph type="sldNum" sz="quarter" idx="12"/>
          </p:nvPr>
        </p:nvSpPr>
        <p:spPr/>
        <p:txBody>
          <a:bodyPr/>
          <a:lstStyle/>
          <a:p>
            <a:pPr>
              <a:defRPr/>
            </a:pPr>
            <a:fld id="{6C7675BB-116E-4BAF-8C41-C5F11612BEA3}" type="slidenum">
              <a:rPr lang="en-US"/>
              <a:pPr>
                <a:defRPr/>
              </a:pPr>
              <a:t>24</a:t>
            </a:fld>
            <a:endParaRPr lang="en-US"/>
          </a:p>
        </p:txBody>
      </p:sp>
      <p:sp>
        <p:nvSpPr>
          <p:cNvPr id="33795" name="Rectangle 1026"/>
          <p:cNvSpPr>
            <a:spLocks noGrp="1" noChangeArrowheads="1"/>
          </p:cNvSpPr>
          <p:nvPr>
            <p:ph type="title"/>
          </p:nvPr>
        </p:nvSpPr>
        <p:spPr/>
        <p:txBody>
          <a:bodyPr/>
          <a:lstStyle/>
          <a:p>
            <a:pPr eaLnBrk="1" hangingPunct="1">
              <a:defRPr/>
            </a:pPr>
            <a:r>
              <a:rPr lang="en-US"/>
              <a:t>Pseudocode example</a:t>
            </a:r>
            <a:endParaRPr lang="en-US" b="1" i="1"/>
          </a:p>
        </p:txBody>
      </p:sp>
      <p:sp>
        <p:nvSpPr>
          <p:cNvPr id="271363" name="Rectangle 1027"/>
          <p:cNvSpPr>
            <a:spLocks noGrp="1" noChangeArrowheads="1"/>
          </p:cNvSpPr>
          <p:nvPr>
            <p:ph type="body" idx="1"/>
          </p:nvPr>
        </p:nvSpPr>
        <p:spPr/>
        <p:txBody>
          <a:bodyPr/>
          <a:lstStyle/>
          <a:p>
            <a:pPr eaLnBrk="1" hangingPunct="1">
              <a:buFontTx/>
              <a:buNone/>
              <a:defRPr/>
            </a:pPr>
            <a:r>
              <a:rPr lang="en-US"/>
              <a:t>Determine the proper number of stamps for a</a:t>
            </a:r>
          </a:p>
          <a:p>
            <a:pPr eaLnBrk="1" hangingPunct="1">
              <a:buFontTx/>
              <a:buNone/>
              <a:defRPr/>
            </a:pPr>
            <a:r>
              <a:rPr lang="en-US"/>
              <a:t>letter</a:t>
            </a:r>
          </a:p>
          <a:p>
            <a:pPr eaLnBrk="1" hangingPunct="1">
              <a:defRPr/>
            </a:pPr>
            <a:r>
              <a:rPr lang="en-US"/>
              <a:t>Read Sheets </a:t>
            </a:r>
            <a:r>
              <a:rPr lang="en-US" i="1"/>
              <a:t>(</a:t>
            </a:r>
            <a:r>
              <a:rPr lang="en-US" i="1">
                <a:solidFill>
                  <a:schemeClr val="accent1"/>
                </a:solidFill>
              </a:rPr>
              <a:t>input</a:t>
            </a:r>
            <a:r>
              <a:rPr lang="en-US" i="1"/>
              <a:t>)</a:t>
            </a:r>
          </a:p>
          <a:p>
            <a:pPr eaLnBrk="1" hangingPunct="1">
              <a:defRPr/>
            </a:pPr>
            <a:r>
              <a:rPr lang="en-US"/>
              <a:t>Set the number of stamps to Sheets / 5 </a:t>
            </a:r>
            <a:r>
              <a:rPr lang="en-US" i="1"/>
              <a:t>(</a:t>
            </a:r>
            <a:r>
              <a:rPr lang="en-US" i="1">
                <a:solidFill>
                  <a:schemeClr val="accent1"/>
                </a:solidFill>
              </a:rPr>
              <a:t>processing</a:t>
            </a:r>
            <a:r>
              <a:rPr lang="en-US" i="1"/>
              <a:t>)</a:t>
            </a:r>
          </a:p>
          <a:p>
            <a:pPr eaLnBrk="1" hangingPunct="1">
              <a:defRPr/>
            </a:pPr>
            <a:r>
              <a:rPr lang="en-US"/>
              <a:t>Round the number of stamps up to the next whole number </a:t>
            </a:r>
            <a:r>
              <a:rPr lang="en-US" i="1"/>
              <a:t>(</a:t>
            </a:r>
            <a:r>
              <a:rPr lang="en-US" i="1">
                <a:solidFill>
                  <a:schemeClr val="accent1"/>
                </a:solidFill>
              </a:rPr>
              <a:t>processing</a:t>
            </a:r>
            <a:r>
              <a:rPr lang="en-US" i="1"/>
              <a:t>)</a:t>
            </a:r>
          </a:p>
          <a:p>
            <a:pPr eaLnBrk="1" hangingPunct="1">
              <a:defRPr/>
            </a:pPr>
            <a:r>
              <a:rPr lang="en-US"/>
              <a:t>Display the number of stamps </a:t>
            </a:r>
            <a:r>
              <a:rPr lang="en-US" i="1"/>
              <a:t>(</a:t>
            </a:r>
            <a:r>
              <a:rPr lang="en-US" i="1">
                <a:solidFill>
                  <a:schemeClr val="accent1"/>
                </a:solidFill>
              </a:rPr>
              <a:t>output</a:t>
            </a:r>
            <a:r>
              <a:rPr lang="en-US" i="1"/>
              <a:t>)</a:t>
            </a:r>
          </a:p>
        </p:txBody>
      </p:sp>
    </p:spTree>
    <p:extLst>
      <p:ext uri="{BB962C8B-B14F-4D97-AF65-F5344CB8AC3E}">
        <p14:creationId xmlns:p14="http://schemas.microsoft.com/office/powerpoint/2010/main" val="1023182848"/>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71363">
                                            <p:txEl>
                                              <p:pRg st="0" end="0"/>
                                            </p:txEl>
                                          </p:spTgt>
                                        </p:tgtEl>
                                        <p:attrNameLst>
                                          <p:attrName>style.visibility</p:attrName>
                                        </p:attrNameLst>
                                      </p:cBhvr>
                                      <p:to>
                                        <p:strVal val="visible"/>
                                      </p:to>
                                    </p:set>
                                    <p:animEffect transition="in" filter="wipe(left)">
                                      <p:cBhvr>
                                        <p:cTn id="7" dur="500"/>
                                        <p:tgtEl>
                                          <p:spTgt spid="271363">
                                            <p:txEl>
                                              <p:pRg st="0" end="0"/>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1363">
                                            <p:txEl>
                                              <p:pRg st="1" end="1"/>
                                            </p:txEl>
                                          </p:spTgt>
                                        </p:tgtEl>
                                        <p:attrNameLst>
                                          <p:attrName>style.visibility</p:attrName>
                                        </p:attrNameLst>
                                      </p:cBhvr>
                                      <p:to>
                                        <p:strVal val="visible"/>
                                      </p:to>
                                    </p:set>
                                    <p:animEffect transition="in" filter="wipe(left)">
                                      <p:cBhvr>
                                        <p:cTn id="10" dur="500"/>
                                        <p:tgtEl>
                                          <p:spTgt spid="271363">
                                            <p:txEl>
                                              <p:pRg st="1" end="1"/>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271363">
                                            <p:txEl>
                                              <p:pRg st="2" end="2"/>
                                            </p:txEl>
                                          </p:spTgt>
                                        </p:tgtEl>
                                        <p:attrNameLst>
                                          <p:attrName>style.visibility</p:attrName>
                                        </p:attrNameLst>
                                      </p:cBhvr>
                                      <p:to>
                                        <p:strVal val="visible"/>
                                      </p:to>
                                    </p:set>
                                    <p:animEffect transition="in" filter="wipe(left)">
                                      <p:cBhvr>
                                        <p:cTn id="15" dur="500"/>
                                        <p:tgtEl>
                                          <p:spTgt spid="271363">
                                            <p:txEl>
                                              <p:pRg st="2" end="2"/>
                                            </p:txEl>
                                          </p:spTgt>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271363">
                                            <p:txEl>
                                              <p:pRg st="3" end="3"/>
                                            </p:txEl>
                                          </p:spTgt>
                                        </p:tgtEl>
                                        <p:attrNameLst>
                                          <p:attrName>style.visibility</p:attrName>
                                        </p:attrNameLst>
                                      </p:cBhvr>
                                      <p:to>
                                        <p:strVal val="visible"/>
                                      </p:to>
                                    </p:set>
                                    <p:animEffect transition="in" filter="wipe(left)">
                                      <p:cBhvr>
                                        <p:cTn id="20" dur="500"/>
                                        <p:tgtEl>
                                          <p:spTgt spid="271363">
                                            <p:txEl>
                                              <p:pRg st="3" end="3"/>
                                            </p:txEl>
                                          </p:spTgt>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271363">
                                            <p:txEl>
                                              <p:pRg st="4" end="4"/>
                                            </p:txEl>
                                          </p:spTgt>
                                        </p:tgtEl>
                                        <p:attrNameLst>
                                          <p:attrName>style.visibility</p:attrName>
                                        </p:attrNameLst>
                                      </p:cBhvr>
                                      <p:to>
                                        <p:strVal val="visible"/>
                                      </p:to>
                                    </p:set>
                                    <p:animEffect transition="in" filter="wipe(left)">
                                      <p:cBhvr>
                                        <p:cTn id="25" dur="500"/>
                                        <p:tgtEl>
                                          <p:spTgt spid="271363">
                                            <p:txEl>
                                              <p:pRg st="4" end="4"/>
                                            </p:txEl>
                                          </p:spTgt>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271363">
                                            <p:txEl>
                                              <p:pRg st="5" end="5"/>
                                            </p:txEl>
                                          </p:spTgt>
                                        </p:tgtEl>
                                        <p:attrNameLst>
                                          <p:attrName>style.visibility</p:attrName>
                                        </p:attrNameLst>
                                      </p:cBhvr>
                                      <p:to>
                                        <p:strVal val="visible"/>
                                      </p:to>
                                    </p:set>
                                    <p:animEffect transition="in" filter="wipe(left)">
                                      <p:cBhvr>
                                        <p:cTn id="30" dur="500"/>
                                        <p:tgtEl>
                                          <p:spTgt spid="27136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1363" grpId="0" build="p"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7107" name="Slide Number Placeholder 5"/>
          <p:cNvSpPr>
            <a:spLocks noGrp="1"/>
          </p:cNvSpPr>
          <p:nvPr>
            <p:ph type="sldNum" sz="quarter" idx="12"/>
          </p:nvPr>
        </p:nvSpPr>
        <p:spPr/>
        <p:txBody>
          <a:bodyPr/>
          <a:lstStyle/>
          <a:p>
            <a:pPr>
              <a:defRPr/>
            </a:pPr>
            <a:fld id="{058E03E2-FF60-4DE4-A6AD-9133694C9DB9}" type="slidenum">
              <a:rPr lang="en-US"/>
              <a:pPr>
                <a:defRPr/>
              </a:pPr>
              <a:t>25</a:t>
            </a:fld>
            <a:endParaRPr lang="en-US"/>
          </a:p>
        </p:txBody>
      </p:sp>
      <p:sp>
        <p:nvSpPr>
          <p:cNvPr id="270338" name="Rectangle 1026"/>
          <p:cNvSpPr>
            <a:spLocks noGrp="1" noChangeArrowheads="1"/>
          </p:cNvSpPr>
          <p:nvPr>
            <p:ph type="title"/>
          </p:nvPr>
        </p:nvSpPr>
        <p:spPr/>
        <p:txBody>
          <a:bodyPr/>
          <a:lstStyle/>
          <a:p>
            <a:pPr eaLnBrk="1" hangingPunct="1">
              <a:defRPr/>
            </a:pPr>
            <a:r>
              <a:rPr lang="en-US"/>
              <a:t>Hierarchy charts example</a:t>
            </a:r>
          </a:p>
        </p:txBody>
      </p:sp>
      <p:pic>
        <p:nvPicPr>
          <p:cNvPr id="270340" name="Picture 1028" descr="AACWQOF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95601" y="1905001"/>
            <a:ext cx="6564313" cy="3082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5898516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withEffect">
                                  <p:stCondLst>
                                    <p:cond delay="0"/>
                                  </p:stCondLst>
                                  <p:childTnLst>
                                    <p:set>
                                      <p:cBhvr>
                                        <p:cTn id="6" dur="1" fill="hold">
                                          <p:stCondLst>
                                            <p:cond delay="0"/>
                                          </p:stCondLst>
                                        </p:cTn>
                                        <p:tgtEl>
                                          <p:spTgt spid="270338"/>
                                        </p:tgtEl>
                                        <p:attrNameLst>
                                          <p:attrName>style.visibility</p:attrName>
                                        </p:attrNameLst>
                                      </p:cBhvr>
                                      <p:to>
                                        <p:strVal val="visible"/>
                                      </p:to>
                                    </p:set>
                                    <p:animEffect transition="in" filter="wipe(left)">
                                      <p:cBhvr>
                                        <p:cTn id="7" dur="500"/>
                                        <p:tgtEl>
                                          <p:spTgt spid="270338"/>
                                        </p:tgtEl>
                                      </p:cBhvr>
                                    </p:animEffect>
                                  </p:childTnLst>
                                </p:cTn>
                              </p:par>
                              <p:par>
                                <p:cTn id="8" presetID="22" presetClass="entr" presetSubtype="8" fill="hold" nodeType="withEffect">
                                  <p:stCondLst>
                                    <p:cond delay="0"/>
                                  </p:stCondLst>
                                  <p:childTnLst>
                                    <p:set>
                                      <p:cBhvr>
                                        <p:cTn id="9" dur="1" fill="hold">
                                          <p:stCondLst>
                                            <p:cond delay="0"/>
                                          </p:stCondLst>
                                        </p:cTn>
                                        <p:tgtEl>
                                          <p:spTgt spid="270340"/>
                                        </p:tgtEl>
                                        <p:attrNameLst>
                                          <p:attrName>style.visibility</p:attrName>
                                        </p:attrNameLst>
                                      </p:cBhvr>
                                      <p:to>
                                        <p:strVal val="visible"/>
                                      </p:to>
                                    </p:set>
                                    <p:animEffect transition="in" filter="wipe(left)">
                                      <p:cBhvr>
                                        <p:cTn id="10" dur="500"/>
                                        <p:tgtEl>
                                          <p:spTgt spid="2703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0338" grpId="0"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8131" name="Slide Number Placeholder 5"/>
          <p:cNvSpPr>
            <a:spLocks noGrp="1"/>
          </p:cNvSpPr>
          <p:nvPr>
            <p:ph type="sldNum" sz="quarter" idx="12"/>
          </p:nvPr>
        </p:nvSpPr>
        <p:spPr/>
        <p:txBody>
          <a:bodyPr/>
          <a:lstStyle/>
          <a:p>
            <a:pPr>
              <a:defRPr/>
            </a:pPr>
            <a:fld id="{8C07A8FF-6B5B-481B-A3DC-2C5F8EA1865C}" type="slidenum">
              <a:rPr lang="en-US"/>
              <a:pPr>
                <a:defRPr/>
              </a:pPr>
              <a:t>26</a:t>
            </a:fld>
            <a:endParaRPr lang="en-US"/>
          </a:p>
        </p:txBody>
      </p:sp>
      <p:sp>
        <p:nvSpPr>
          <p:cNvPr id="36867" name="Rectangle 2"/>
          <p:cNvSpPr>
            <a:spLocks noGrp="1" noChangeArrowheads="1"/>
          </p:cNvSpPr>
          <p:nvPr>
            <p:ph type="title"/>
          </p:nvPr>
        </p:nvSpPr>
        <p:spPr/>
        <p:txBody>
          <a:bodyPr/>
          <a:lstStyle/>
          <a:p>
            <a:pPr eaLnBrk="1" hangingPunct="1">
              <a:defRPr/>
            </a:pPr>
            <a:r>
              <a:rPr lang="en-US" b="1"/>
              <a:t>Divide-and-conquer </a:t>
            </a:r>
            <a:r>
              <a:rPr lang="en-US"/>
              <a:t>method</a:t>
            </a:r>
          </a:p>
        </p:txBody>
      </p:sp>
      <p:sp>
        <p:nvSpPr>
          <p:cNvPr id="206851" name="Rectangle 3"/>
          <p:cNvSpPr>
            <a:spLocks noGrp="1" noChangeArrowheads="1"/>
          </p:cNvSpPr>
          <p:nvPr>
            <p:ph type="body" idx="1"/>
          </p:nvPr>
        </p:nvSpPr>
        <p:spPr/>
        <p:txBody>
          <a:bodyPr/>
          <a:lstStyle/>
          <a:p>
            <a:pPr eaLnBrk="1" hangingPunct="1">
              <a:defRPr/>
            </a:pPr>
            <a:r>
              <a:rPr lang="en-US"/>
              <a:t>Used in problem solving – take a large problem and break it into smaller problems solving the small ones first</a:t>
            </a:r>
          </a:p>
          <a:p>
            <a:pPr eaLnBrk="1" hangingPunct="1">
              <a:defRPr/>
            </a:pPr>
            <a:r>
              <a:rPr lang="en-US"/>
              <a:t>Breaks a problem down into modules</a:t>
            </a:r>
          </a:p>
        </p:txBody>
      </p:sp>
    </p:spTree>
    <p:extLst>
      <p:ext uri="{BB962C8B-B14F-4D97-AF65-F5344CB8AC3E}">
        <p14:creationId xmlns:p14="http://schemas.microsoft.com/office/powerpoint/2010/main" val="2856074143"/>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06851">
                                            <p:txEl>
                                              <p:pRg st="0" end="0"/>
                                            </p:txEl>
                                          </p:spTgt>
                                        </p:tgtEl>
                                        <p:attrNameLst>
                                          <p:attrName>style.visibility</p:attrName>
                                        </p:attrNameLst>
                                      </p:cBhvr>
                                      <p:to>
                                        <p:strVal val="visible"/>
                                      </p:to>
                                    </p:set>
                                    <p:animEffect transition="in" filter="wipe(left)">
                                      <p:cBhvr>
                                        <p:cTn id="7" dur="500"/>
                                        <p:tgtEl>
                                          <p:spTgt spid="20685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06851">
                                            <p:txEl>
                                              <p:pRg st="1" end="1"/>
                                            </p:txEl>
                                          </p:spTgt>
                                        </p:tgtEl>
                                        <p:attrNameLst>
                                          <p:attrName>style.visibility</p:attrName>
                                        </p:attrNameLst>
                                      </p:cBhvr>
                                      <p:to>
                                        <p:strVal val="visible"/>
                                      </p:to>
                                    </p:set>
                                    <p:animEffect transition="in" filter="wipe(left)">
                                      <p:cBhvr>
                                        <p:cTn id="12" dur="500"/>
                                        <p:tgtEl>
                                          <p:spTgt spid="206851">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6851" grpId="0" build="p"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Rectangle 3"/>
          <p:cNvSpPr txBox="1">
            <a:spLocks noChangeArrowheads="1"/>
          </p:cNvSpPr>
          <p:nvPr/>
        </p:nvSpPr>
        <p:spPr bwMode="auto">
          <a:xfrm>
            <a:off x="1524000" y="0"/>
            <a:ext cx="7010400" cy="5638800"/>
          </a:xfrm>
          <a:prstGeom prst="rect">
            <a:avLst/>
          </a:prstGeom>
          <a:solidFill>
            <a:srgbClr val="FFE699"/>
          </a:solidFill>
          <a:ln w="9525">
            <a:noFill/>
            <a:miter lim="800000"/>
            <a:headEnd/>
            <a:tailEnd/>
          </a:ln>
          <a:effectLst/>
        </p:spPr>
        <p:txBody>
          <a:bodyPr vert="horz" wrap="square" lIns="91440" tIns="182880" rIns="91440" bIns="182880" numCol="1" anchor="t" anchorCtr="0" compatLnSpc="1">
            <a:prstTxWarp prst="textNoShape">
              <a:avLst/>
            </a:prstTxWarp>
          </a:bodyPr>
          <a:lstStyle/>
          <a:p>
            <a:pPr fontAlgn="base">
              <a:spcBef>
                <a:spcPct val="20000"/>
              </a:spcBef>
              <a:spcAft>
                <a:spcPct val="0"/>
              </a:spcAft>
              <a:defRPr/>
            </a:pPr>
            <a:r>
              <a:rPr lang="en-US" sz="1200" b="1" kern="0" dirty="0">
                <a:solidFill>
                  <a:srgbClr val="000000"/>
                </a:solidFill>
                <a:latin typeface="Courier New" pitchFamily="49" charset="0"/>
              </a:rPr>
              <a:t>1      //</a:t>
            </a:r>
          </a:p>
          <a:p>
            <a:pPr fontAlgn="base">
              <a:spcBef>
                <a:spcPct val="20000"/>
              </a:spcBef>
              <a:spcAft>
                <a:spcPct val="0"/>
              </a:spcAft>
              <a:defRPr/>
            </a:pPr>
            <a:r>
              <a:rPr lang="en-US" sz="1200" b="1" kern="0" dirty="0">
                <a:solidFill>
                  <a:srgbClr val="000000"/>
                </a:solidFill>
                <a:latin typeface="Courier New" pitchFamily="49" charset="0"/>
              </a:rPr>
              <a:t>2      // Addition program.</a:t>
            </a:r>
          </a:p>
          <a:p>
            <a:pPr fontAlgn="base">
              <a:spcBef>
                <a:spcPct val="20000"/>
              </a:spcBef>
              <a:spcAft>
                <a:spcPct val="0"/>
              </a:spcAft>
              <a:defRPr/>
            </a:pPr>
            <a:r>
              <a:rPr lang="en-US" sz="1200" b="1" kern="0" dirty="0">
                <a:solidFill>
                  <a:srgbClr val="000000"/>
                </a:solidFill>
                <a:latin typeface="Courier New" pitchFamily="49" charset="0"/>
              </a:rPr>
              <a:t>3      #include &lt;iostream&gt;</a:t>
            </a:r>
          </a:p>
          <a:p>
            <a:pPr fontAlgn="base">
              <a:spcBef>
                <a:spcPct val="20000"/>
              </a:spcBef>
              <a:spcAft>
                <a:spcPct val="0"/>
              </a:spcAft>
              <a:defRPr/>
            </a:pPr>
            <a:r>
              <a:rPr lang="en-US" sz="1200" b="1" kern="0" dirty="0">
                <a:solidFill>
                  <a:srgbClr val="000000"/>
                </a:solidFill>
                <a:latin typeface="Courier New" pitchFamily="49" charset="0"/>
              </a:rPr>
              <a:t>4      </a:t>
            </a:r>
          </a:p>
          <a:p>
            <a:pPr fontAlgn="base">
              <a:spcBef>
                <a:spcPct val="20000"/>
              </a:spcBef>
              <a:spcAft>
                <a:spcPct val="0"/>
              </a:spcAft>
              <a:defRPr/>
            </a:pPr>
            <a:r>
              <a:rPr lang="en-US" sz="1200" b="1" kern="0" dirty="0">
                <a:solidFill>
                  <a:srgbClr val="000000"/>
                </a:solidFill>
                <a:latin typeface="Courier New" pitchFamily="49" charset="0"/>
              </a:rPr>
              <a:t>5      // function main begins program execution</a:t>
            </a:r>
          </a:p>
          <a:p>
            <a:pPr fontAlgn="base">
              <a:spcBef>
                <a:spcPct val="20000"/>
              </a:spcBef>
              <a:spcAft>
                <a:spcPct val="0"/>
              </a:spcAft>
              <a:defRPr/>
            </a:pPr>
            <a:r>
              <a:rPr lang="en-US" sz="1200" b="1" kern="0" dirty="0">
                <a:solidFill>
                  <a:srgbClr val="000000"/>
                </a:solidFill>
                <a:latin typeface="Courier New" pitchFamily="49" charset="0"/>
              </a:rPr>
              <a:t>6      int main()</a:t>
            </a:r>
          </a:p>
          <a:p>
            <a:pPr fontAlgn="base">
              <a:spcBef>
                <a:spcPct val="20000"/>
              </a:spcBef>
              <a:spcAft>
                <a:spcPct val="0"/>
              </a:spcAft>
              <a:defRPr/>
            </a:pPr>
            <a:r>
              <a:rPr lang="en-US" sz="1200" b="1" kern="0" dirty="0">
                <a:solidFill>
                  <a:srgbClr val="000000"/>
                </a:solidFill>
                <a:latin typeface="Courier New" pitchFamily="49" charset="0"/>
              </a:rPr>
              <a:t>7      {</a:t>
            </a:r>
          </a:p>
          <a:p>
            <a:pPr fontAlgn="base">
              <a:spcBef>
                <a:spcPct val="20000"/>
              </a:spcBef>
              <a:spcAft>
                <a:spcPct val="0"/>
              </a:spcAft>
              <a:defRPr/>
            </a:pPr>
            <a:r>
              <a:rPr lang="en-US" sz="1200" b="1" kern="0" dirty="0">
                <a:solidFill>
                  <a:srgbClr val="000000"/>
                </a:solidFill>
                <a:latin typeface="Courier New" pitchFamily="49" charset="0"/>
              </a:rPr>
              <a:t>8         int integer1;  // first number to be input by user    </a:t>
            </a:r>
          </a:p>
          <a:p>
            <a:pPr fontAlgn="base">
              <a:spcBef>
                <a:spcPct val="20000"/>
              </a:spcBef>
              <a:spcAft>
                <a:spcPct val="0"/>
              </a:spcAft>
              <a:defRPr/>
            </a:pPr>
            <a:r>
              <a:rPr lang="en-US" sz="1200" b="1" kern="0" dirty="0">
                <a:solidFill>
                  <a:srgbClr val="000000"/>
                </a:solidFill>
                <a:latin typeface="Courier New" pitchFamily="49" charset="0"/>
              </a:rPr>
              <a:t>9         int integer2;  // second number to be input by user   </a:t>
            </a:r>
          </a:p>
          <a:p>
            <a:pPr fontAlgn="base">
              <a:spcBef>
                <a:spcPct val="20000"/>
              </a:spcBef>
              <a:spcAft>
                <a:spcPct val="0"/>
              </a:spcAft>
              <a:defRPr/>
            </a:pPr>
            <a:r>
              <a:rPr lang="en-US" sz="1200" b="1" kern="0" dirty="0">
                <a:solidFill>
                  <a:srgbClr val="000000"/>
                </a:solidFill>
                <a:latin typeface="Courier New" pitchFamily="49" charset="0"/>
              </a:rPr>
              <a:t>10       int sum;       // variable in which sum will be stored</a:t>
            </a:r>
          </a:p>
          <a:p>
            <a:pPr fontAlgn="base">
              <a:spcBef>
                <a:spcPct val="20000"/>
              </a:spcBef>
              <a:spcAft>
                <a:spcPct val="0"/>
              </a:spcAft>
              <a:defRPr/>
            </a:pPr>
            <a:r>
              <a:rPr lang="en-US" sz="1200" b="1" kern="0" dirty="0">
                <a:solidFill>
                  <a:srgbClr val="000000"/>
                </a:solidFill>
                <a:latin typeface="Courier New" pitchFamily="49" charset="0"/>
              </a:rPr>
              <a:t>11    </a:t>
            </a:r>
          </a:p>
          <a:p>
            <a:pPr fontAlgn="base">
              <a:spcBef>
                <a:spcPct val="20000"/>
              </a:spcBef>
              <a:spcAft>
                <a:spcPct val="0"/>
              </a:spcAft>
              <a:defRPr/>
            </a:pPr>
            <a:r>
              <a:rPr lang="en-US" sz="1200" b="1" kern="0" dirty="0">
                <a:solidFill>
                  <a:srgbClr val="000000"/>
                </a:solidFill>
                <a:latin typeface="Courier New" pitchFamily="49" charset="0"/>
              </a:rPr>
              <a:t>12       std::</a:t>
            </a:r>
            <a:r>
              <a:rPr lang="en-US" sz="1200" b="1" kern="0" dirty="0" err="1">
                <a:solidFill>
                  <a:srgbClr val="000000"/>
                </a:solidFill>
                <a:latin typeface="Courier New" pitchFamily="49" charset="0"/>
              </a:rPr>
              <a:t>cout</a:t>
            </a:r>
            <a:r>
              <a:rPr lang="en-US" sz="1200" b="1" kern="0" dirty="0">
                <a:solidFill>
                  <a:srgbClr val="000000"/>
                </a:solidFill>
                <a:latin typeface="Courier New" pitchFamily="49" charset="0"/>
              </a:rPr>
              <a:t> &lt;&lt; "Enter first integer\n";  // prompt</a:t>
            </a:r>
          </a:p>
          <a:p>
            <a:pPr fontAlgn="base">
              <a:spcBef>
                <a:spcPct val="20000"/>
              </a:spcBef>
              <a:spcAft>
                <a:spcPct val="0"/>
              </a:spcAft>
              <a:defRPr/>
            </a:pPr>
            <a:r>
              <a:rPr lang="en-US" sz="1200" b="1" kern="0" dirty="0">
                <a:solidFill>
                  <a:srgbClr val="000000"/>
                </a:solidFill>
                <a:latin typeface="Courier New" pitchFamily="49" charset="0"/>
              </a:rPr>
              <a:t>13       std::</a:t>
            </a:r>
            <a:r>
              <a:rPr lang="en-US" sz="1200" b="1" kern="0" dirty="0" err="1">
                <a:solidFill>
                  <a:srgbClr val="000000"/>
                </a:solidFill>
                <a:latin typeface="Courier New" pitchFamily="49" charset="0"/>
              </a:rPr>
              <a:t>cin</a:t>
            </a:r>
            <a:r>
              <a:rPr lang="en-US" sz="1200" b="1" kern="0" dirty="0">
                <a:solidFill>
                  <a:srgbClr val="000000"/>
                </a:solidFill>
                <a:latin typeface="Courier New" pitchFamily="49" charset="0"/>
              </a:rPr>
              <a:t> &gt;&gt; integer1;                  // read an integer</a:t>
            </a:r>
          </a:p>
          <a:p>
            <a:pPr fontAlgn="base">
              <a:spcBef>
                <a:spcPct val="20000"/>
              </a:spcBef>
              <a:spcAft>
                <a:spcPct val="0"/>
              </a:spcAft>
              <a:defRPr/>
            </a:pPr>
            <a:r>
              <a:rPr lang="en-US" sz="1200" b="1" kern="0" dirty="0">
                <a:solidFill>
                  <a:srgbClr val="000000"/>
                </a:solidFill>
                <a:latin typeface="Courier New" pitchFamily="49" charset="0"/>
              </a:rPr>
              <a:t>14    </a:t>
            </a:r>
          </a:p>
          <a:p>
            <a:pPr fontAlgn="base">
              <a:spcBef>
                <a:spcPct val="20000"/>
              </a:spcBef>
              <a:spcAft>
                <a:spcPct val="0"/>
              </a:spcAft>
              <a:defRPr/>
            </a:pPr>
            <a:r>
              <a:rPr lang="en-US" sz="1200" b="1" kern="0" dirty="0">
                <a:solidFill>
                  <a:srgbClr val="000000"/>
                </a:solidFill>
                <a:latin typeface="Courier New" pitchFamily="49" charset="0"/>
              </a:rPr>
              <a:t>15       std::</a:t>
            </a:r>
            <a:r>
              <a:rPr lang="en-US" sz="1200" b="1" kern="0" dirty="0" err="1">
                <a:solidFill>
                  <a:srgbClr val="000000"/>
                </a:solidFill>
                <a:latin typeface="Courier New" pitchFamily="49" charset="0"/>
              </a:rPr>
              <a:t>cout</a:t>
            </a:r>
            <a:r>
              <a:rPr lang="en-US" sz="1200" b="1" kern="0" dirty="0">
                <a:solidFill>
                  <a:srgbClr val="000000"/>
                </a:solidFill>
                <a:latin typeface="Courier New" pitchFamily="49" charset="0"/>
              </a:rPr>
              <a:t> &lt;&lt; "Enter second integer\n"; // prompt</a:t>
            </a:r>
          </a:p>
          <a:p>
            <a:pPr fontAlgn="base">
              <a:spcBef>
                <a:spcPct val="20000"/>
              </a:spcBef>
              <a:spcAft>
                <a:spcPct val="0"/>
              </a:spcAft>
              <a:defRPr/>
            </a:pPr>
            <a:r>
              <a:rPr lang="en-US" sz="1200" b="1" kern="0" dirty="0">
                <a:solidFill>
                  <a:srgbClr val="000000"/>
                </a:solidFill>
                <a:latin typeface="Courier New" pitchFamily="49" charset="0"/>
              </a:rPr>
              <a:t>16       std::</a:t>
            </a:r>
            <a:r>
              <a:rPr lang="en-US" sz="1200" b="1" kern="0" dirty="0" err="1">
                <a:solidFill>
                  <a:srgbClr val="000000"/>
                </a:solidFill>
                <a:latin typeface="Courier New" pitchFamily="49" charset="0"/>
              </a:rPr>
              <a:t>cin</a:t>
            </a:r>
            <a:r>
              <a:rPr lang="en-US" sz="1200" b="1" kern="0" dirty="0">
                <a:solidFill>
                  <a:srgbClr val="000000"/>
                </a:solidFill>
                <a:latin typeface="Courier New" pitchFamily="49" charset="0"/>
              </a:rPr>
              <a:t> &gt;&gt; integer2;                  // read an integer</a:t>
            </a:r>
          </a:p>
          <a:p>
            <a:pPr fontAlgn="base">
              <a:spcBef>
                <a:spcPct val="20000"/>
              </a:spcBef>
              <a:spcAft>
                <a:spcPct val="0"/>
              </a:spcAft>
              <a:defRPr/>
            </a:pPr>
            <a:r>
              <a:rPr lang="en-US" sz="1200" b="1" kern="0" dirty="0">
                <a:solidFill>
                  <a:srgbClr val="000000"/>
                </a:solidFill>
                <a:latin typeface="Courier New" pitchFamily="49" charset="0"/>
              </a:rPr>
              <a:t>17    </a:t>
            </a:r>
          </a:p>
          <a:p>
            <a:pPr fontAlgn="base">
              <a:spcBef>
                <a:spcPct val="20000"/>
              </a:spcBef>
              <a:spcAft>
                <a:spcPct val="0"/>
              </a:spcAft>
              <a:defRPr/>
            </a:pPr>
            <a:r>
              <a:rPr lang="en-US" sz="1200" b="1" kern="0" dirty="0">
                <a:solidFill>
                  <a:srgbClr val="000000"/>
                </a:solidFill>
                <a:latin typeface="Courier New" pitchFamily="49" charset="0"/>
              </a:rPr>
              <a:t>18       sum = integer1 + integer2;  // assign result to sum</a:t>
            </a:r>
          </a:p>
          <a:p>
            <a:pPr fontAlgn="base">
              <a:spcBef>
                <a:spcPct val="20000"/>
              </a:spcBef>
              <a:spcAft>
                <a:spcPct val="0"/>
              </a:spcAft>
              <a:defRPr/>
            </a:pPr>
            <a:r>
              <a:rPr lang="en-US" sz="1200" b="1" kern="0" dirty="0">
                <a:solidFill>
                  <a:srgbClr val="000000"/>
                </a:solidFill>
                <a:latin typeface="Courier New" pitchFamily="49" charset="0"/>
              </a:rPr>
              <a:t>19    </a:t>
            </a:r>
          </a:p>
          <a:p>
            <a:pPr fontAlgn="base">
              <a:spcBef>
                <a:spcPct val="20000"/>
              </a:spcBef>
              <a:spcAft>
                <a:spcPct val="0"/>
              </a:spcAft>
              <a:defRPr/>
            </a:pPr>
            <a:r>
              <a:rPr lang="en-US" sz="1200" b="1" kern="0" dirty="0">
                <a:solidFill>
                  <a:srgbClr val="000000"/>
                </a:solidFill>
                <a:latin typeface="Courier New" pitchFamily="49" charset="0"/>
              </a:rPr>
              <a:t>20       std::</a:t>
            </a:r>
            <a:r>
              <a:rPr lang="en-US" sz="1200" b="1" kern="0" dirty="0" err="1">
                <a:solidFill>
                  <a:srgbClr val="000000"/>
                </a:solidFill>
                <a:latin typeface="Courier New" pitchFamily="49" charset="0"/>
              </a:rPr>
              <a:t>cout</a:t>
            </a:r>
            <a:r>
              <a:rPr lang="en-US" sz="1200" b="1" kern="0" dirty="0">
                <a:solidFill>
                  <a:srgbClr val="000000"/>
                </a:solidFill>
                <a:latin typeface="Courier New" pitchFamily="49" charset="0"/>
              </a:rPr>
              <a:t> &lt;&lt; "Sum is " &lt;&lt; sum &lt;&lt; std::</a:t>
            </a:r>
            <a:r>
              <a:rPr lang="en-US" sz="1200" b="1" kern="0" dirty="0" err="1">
                <a:solidFill>
                  <a:srgbClr val="000000"/>
                </a:solidFill>
                <a:latin typeface="Courier New" pitchFamily="49" charset="0"/>
              </a:rPr>
              <a:t>endl</a:t>
            </a:r>
            <a:r>
              <a:rPr lang="en-US" sz="1200" b="1" kern="0" dirty="0">
                <a:solidFill>
                  <a:srgbClr val="000000"/>
                </a:solidFill>
                <a:latin typeface="Courier New" pitchFamily="49" charset="0"/>
              </a:rPr>
              <a:t>; // print sum</a:t>
            </a:r>
          </a:p>
          <a:p>
            <a:pPr fontAlgn="base">
              <a:spcBef>
                <a:spcPct val="20000"/>
              </a:spcBef>
              <a:spcAft>
                <a:spcPct val="0"/>
              </a:spcAft>
              <a:defRPr/>
            </a:pPr>
            <a:r>
              <a:rPr lang="en-US" sz="1200" b="1" kern="0" dirty="0">
                <a:solidFill>
                  <a:srgbClr val="000000"/>
                </a:solidFill>
                <a:latin typeface="Courier New" pitchFamily="49" charset="0"/>
              </a:rPr>
              <a:t>21    </a:t>
            </a:r>
          </a:p>
          <a:p>
            <a:pPr fontAlgn="base">
              <a:spcBef>
                <a:spcPct val="20000"/>
              </a:spcBef>
              <a:spcAft>
                <a:spcPct val="0"/>
              </a:spcAft>
              <a:defRPr/>
            </a:pPr>
            <a:r>
              <a:rPr lang="en-US" sz="1200" b="1" kern="0" dirty="0">
                <a:solidFill>
                  <a:srgbClr val="000000"/>
                </a:solidFill>
                <a:latin typeface="Courier New" pitchFamily="49" charset="0"/>
              </a:rPr>
              <a:t>22       return 0;   // indicate that program ended successfully</a:t>
            </a:r>
          </a:p>
          <a:p>
            <a:pPr fontAlgn="base">
              <a:spcBef>
                <a:spcPct val="20000"/>
              </a:spcBef>
              <a:spcAft>
                <a:spcPct val="0"/>
              </a:spcAft>
              <a:defRPr/>
            </a:pPr>
            <a:r>
              <a:rPr lang="en-US" sz="1200" b="1" kern="0" dirty="0">
                <a:solidFill>
                  <a:srgbClr val="000000"/>
                </a:solidFill>
                <a:latin typeface="Courier New" pitchFamily="49" charset="0"/>
              </a:rPr>
              <a:t>23    </a:t>
            </a:r>
          </a:p>
          <a:p>
            <a:pPr fontAlgn="base">
              <a:spcBef>
                <a:spcPct val="20000"/>
              </a:spcBef>
              <a:spcAft>
                <a:spcPct val="0"/>
              </a:spcAft>
              <a:defRPr/>
            </a:pPr>
            <a:r>
              <a:rPr lang="en-US" sz="1200" b="1" kern="0" dirty="0">
                <a:solidFill>
                  <a:srgbClr val="000000"/>
                </a:solidFill>
                <a:latin typeface="Courier New" pitchFamily="49" charset="0"/>
              </a:rPr>
              <a:t>24    } // end function main</a:t>
            </a:r>
          </a:p>
        </p:txBody>
      </p:sp>
      <p:grpSp>
        <p:nvGrpSpPr>
          <p:cNvPr id="28" name="Group 8"/>
          <p:cNvGrpSpPr>
            <a:grpSpLocks/>
          </p:cNvGrpSpPr>
          <p:nvPr/>
        </p:nvGrpSpPr>
        <p:grpSpPr bwMode="auto">
          <a:xfrm>
            <a:off x="3048000" y="1336676"/>
            <a:ext cx="4648200" cy="949325"/>
            <a:chOff x="960" y="842"/>
            <a:chExt cx="2928" cy="598"/>
          </a:xfrm>
        </p:grpSpPr>
        <p:sp>
          <p:nvSpPr>
            <p:cNvPr id="29" name="Text Box 4"/>
            <p:cNvSpPr txBox="1">
              <a:spLocks noChangeArrowheads="1"/>
            </p:cNvSpPr>
            <p:nvPr/>
          </p:nvSpPr>
          <p:spPr bwMode="auto">
            <a:xfrm>
              <a:off x="2208" y="842"/>
              <a:ext cx="1680" cy="218"/>
            </a:xfrm>
            <a:prstGeom prst="rect">
              <a:avLst/>
            </a:prstGeom>
            <a:solidFill>
              <a:srgbClr val="99CCFF"/>
            </a:solidFill>
            <a:ln w="9525">
              <a:solidFill>
                <a:srgbClr val="000000"/>
              </a:solidFill>
              <a:miter lim="800000"/>
              <a:headEnd/>
              <a:tailEnd/>
            </a:ln>
            <a:effectLst/>
          </p:spPr>
          <p:txBody>
            <a:bodyPr>
              <a:spAutoFit/>
            </a:bodyPr>
            <a:lstStyle/>
            <a:p>
              <a:pPr eaLnBrk="0" hangingPunct="0">
                <a:defRPr/>
              </a:pPr>
              <a:r>
                <a:rPr lang="en-US" sz="1600" kern="0">
                  <a:solidFill>
                    <a:srgbClr val="000000"/>
                  </a:solidFill>
                  <a:latin typeface="Times New Roman" pitchFamily="18" charset="0"/>
                  <a:cs typeface="Times New Roman" pitchFamily="18" charset="0"/>
                </a:rPr>
                <a:t>Declare integer variables.</a:t>
              </a:r>
            </a:p>
          </p:txBody>
        </p:sp>
        <p:sp>
          <p:nvSpPr>
            <p:cNvPr id="30" name="Line 5"/>
            <p:cNvSpPr>
              <a:spLocks noChangeShapeType="1"/>
            </p:cNvSpPr>
            <p:nvPr/>
          </p:nvSpPr>
          <p:spPr bwMode="auto">
            <a:xfrm flipH="1">
              <a:off x="1296" y="960"/>
              <a:ext cx="912" cy="192"/>
            </a:xfrm>
            <a:prstGeom prst="line">
              <a:avLst/>
            </a:prstGeom>
            <a:noFill/>
            <a:ln w="9525">
              <a:solidFill>
                <a:srgbClr val="000000"/>
              </a:solidFill>
              <a:round/>
              <a:headEnd/>
              <a:tailEnd type="triangle" w="med" len="med"/>
            </a:ln>
            <a:effectLst/>
          </p:spPr>
          <p:txBody>
            <a:bodyPr anchor="ctr">
              <a:spAutoFit/>
            </a:bodyPr>
            <a:lstStyle/>
            <a:p>
              <a:pPr eaLnBrk="0" hangingPunct="0">
                <a:defRPr/>
              </a:pPr>
              <a:endParaRPr lang="en-US" kern="0">
                <a:solidFill>
                  <a:srgbClr val="000000"/>
                </a:solidFill>
                <a:latin typeface="Verdana" pitchFamily="34" charset="0"/>
                <a:cs typeface="Times New Roman" pitchFamily="18" charset="0"/>
              </a:endParaRPr>
            </a:p>
          </p:txBody>
        </p:sp>
        <p:sp>
          <p:nvSpPr>
            <p:cNvPr id="31" name="Line 6"/>
            <p:cNvSpPr>
              <a:spLocks noChangeShapeType="1"/>
            </p:cNvSpPr>
            <p:nvPr/>
          </p:nvSpPr>
          <p:spPr bwMode="auto">
            <a:xfrm flipH="1">
              <a:off x="1296" y="960"/>
              <a:ext cx="912" cy="288"/>
            </a:xfrm>
            <a:prstGeom prst="line">
              <a:avLst/>
            </a:prstGeom>
            <a:noFill/>
            <a:ln w="9525">
              <a:solidFill>
                <a:srgbClr val="000000"/>
              </a:solidFill>
              <a:round/>
              <a:headEnd/>
              <a:tailEnd type="triangle" w="med" len="med"/>
            </a:ln>
            <a:effectLst/>
          </p:spPr>
          <p:txBody>
            <a:bodyPr anchor="ctr">
              <a:spAutoFit/>
            </a:bodyPr>
            <a:lstStyle/>
            <a:p>
              <a:pPr eaLnBrk="0" hangingPunct="0">
                <a:defRPr/>
              </a:pPr>
              <a:endParaRPr lang="en-US" kern="0">
                <a:solidFill>
                  <a:srgbClr val="000000"/>
                </a:solidFill>
                <a:latin typeface="Verdana" pitchFamily="34" charset="0"/>
                <a:cs typeface="Times New Roman" pitchFamily="18" charset="0"/>
              </a:endParaRPr>
            </a:p>
          </p:txBody>
        </p:sp>
        <p:sp>
          <p:nvSpPr>
            <p:cNvPr id="32" name="Line 7"/>
            <p:cNvSpPr>
              <a:spLocks noChangeShapeType="1"/>
            </p:cNvSpPr>
            <p:nvPr/>
          </p:nvSpPr>
          <p:spPr bwMode="auto">
            <a:xfrm flipH="1">
              <a:off x="960" y="960"/>
              <a:ext cx="1248" cy="480"/>
            </a:xfrm>
            <a:prstGeom prst="line">
              <a:avLst/>
            </a:prstGeom>
            <a:noFill/>
            <a:ln w="9525">
              <a:solidFill>
                <a:srgbClr val="000000"/>
              </a:solidFill>
              <a:round/>
              <a:headEnd/>
              <a:tailEnd type="triangle" w="med" len="med"/>
            </a:ln>
            <a:effectLst/>
          </p:spPr>
          <p:txBody>
            <a:bodyPr anchor="ctr">
              <a:spAutoFit/>
            </a:bodyPr>
            <a:lstStyle/>
            <a:p>
              <a:pPr eaLnBrk="0" hangingPunct="0">
                <a:defRPr/>
              </a:pPr>
              <a:endParaRPr lang="en-US" kern="0">
                <a:solidFill>
                  <a:srgbClr val="000000"/>
                </a:solidFill>
                <a:latin typeface="Verdana" pitchFamily="34" charset="0"/>
                <a:cs typeface="Times New Roman" pitchFamily="18" charset="0"/>
              </a:endParaRPr>
            </a:p>
          </p:txBody>
        </p:sp>
      </p:grpSp>
      <p:grpSp>
        <p:nvGrpSpPr>
          <p:cNvPr id="33" name="Group 11"/>
          <p:cNvGrpSpPr>
            <a:grpSpLocks/>
          </p:cNvGrpSpPr>
          <p:nvPr/>
        </p:nvGrpSpPr>
        <p:grpSpPr bwMode="auto">
          <a:xfrm>
            <a:off x="3200400" y="1981200"/>
            <a:ext cx="4114800" cy="838200"/>
            <a:chOff x="1056" y="1248"/>
            <a:chExt cx="2592" cy="528"/>
          </a:xfrm>
        </p:grpSpPr>
        <p:sp>
          <p:nvSpPr>
            <p:cNvPr id="34" name="Text Box 9"/>
            <p:cNvSpPr txBox="1">
              <a:spLocks noChangeArrowheads="1"/>
            </p:cNvSpPr>
            <p:nvPr/>
          </p:nvSpPr>
          <p:spPr bwMode="auto">
            <a:xfrm>
              <a:off x="1968" y="1248"/>
              <a:ext cx="1680" cy="526"/>
            </a:xfrm>
            <a:prstGeom prst="rect">
              <a:avLst/>
            </a:prstGeom>
            <a:solidFill>
              <a:srgbClr val="99CCFF"/>
            </a:solidFill>
            <a:ln w="9525">
              <a:solidFill>
                <a:srgbClr val="000000"/>
              </a:solidFill>
              <a:miter lim="800000"/>
              <a:headEnd/>
              <a:tailEnd/>
            </a:ln>
            <a:effectLst/>
          </p:spPr>
          <p:txBody>
            <a:bodyPr>
              <a:spAutoFit/>
            </a:bodyPr>
            <a:lstStyle/>
            <a:p>
              <a:pPr eaLnBrk="0" hangingPunct="0">
                <a:defRPr/>
              </a:pPr>
              <a:r>
                <a:rPr lang="en-US" sz="1600" kern="0">
                  <a:solidFill>
                    <a:srgbClr val="000000"/>
                  </a:solidFill>
                  <a:latin typeface="Times New Roman" pitchFamily="18" charset="0"/>
                  <a:cs typeface="Times New Roman" pitchFamily="18" charset="0"/>
                </a:rPr>
                <a:t>Use stream extraction operator with standard input stream to obtain user input.</a:t>
              </a:r>
            </a:p>
          </p:txBody>
        </p:sp>
        <p:sp>
          <p:nvSpPr>
            <p:cNvPr id="35" name="Line 10"/>
            <p:cNvSpPr>
              <a:spLocks noChangeShapeType="1"/>
            </p:cNvSpPr>
            <p:nvPr/>
          </p:nvSpPr>
          <p:spPr bwMode="auto">
            <a:xfrm flipH="1">
              <a:off x="1056" y="1344"/>
              <a:ext cx="912" cy="432"/>
            </a:xfrm>
            <a:prstGeom prst="line">
              <a:avLst/>
            </a:prstGeom>
            <a:noFill/>
            <a:ln w="9525">
              <a:solidFill>
                <a:srgbClr val="000000"/>
              </a:solidFill>
              <a:round/>
              <a:headEnd/>
              <a:tailEnd type="triangle" w="med" len="med"/>
            </a:ln>
            <a:effectLst/>
          </p:spPr>
          <p:txBody>
            <a:bodyPr wrap="none" anchor="ctr">
              <a:spAutoFit/>
            </a:bodyPr>
            <a:lstStyle/>
            <a:p>
              <a:pPr eaLnBrk="0" hangingPunct="0">
                <a:defRPr/>
              </a:pPr>
              <a:endParaRPr lang="en-US" kern="0">
                <a:solidFill>
                  <a:srgbClr val="000000"/>
                </a:solidFill>
                <a:latin typeface="Verdana" pitchFamily="34" charset="0"/>
                <a:cs typeface="Times New Roman" pitchFamily="18" charset="0"/>
              </a:endParaRPr>
            </a:p>
          </p:txBody>
        </p:sp>
      </p:grpSp>
      <p:grpSp>
        <p:nvGrpSpPr>
          <p:cNvPr id="36" name="Group 14"/>
          <p:cNvGrpSpPr>
            <a:grpSpLocks/>
          </p:cNvGrpSpPr>
          <p:nvPr/>
        </p:nvGrpSpPr>
        <p:grpSpPr bwMode="auto">
          <a:xfrm>
            <a:off x="5867400" y="3484563"/>
            <a:ext cx="4114800" cy="1079500"/>
            <a:chOff x="2736" y="2195"/>
            <a:chExt cx="2592" cy="680"/>
          </a:xfrm>
        </p:grpSpPr>
        <p:sp>
          <p:nvSpPr>
            <p:cNvPr id="37" name="Text Box 12"/>
            <p:cNvSpPr txBox="1">
              <a:spLocks noChangeArrowheads="1"/>
            </p:cNvSpPr>
            <p:nvPr/>
          </p:nvSpPr>
          <p:spPr bwMode="auto">
            <a:xfrm>
              <a:off x="3648" y="2195"/>
              <a:ext cx="1680" cy="680"/>
            </a:xfrm>
            <a:prstGeom prst="rect">
              <a:avLst/>
            </a:prstGeom>
            <a:solidFill>
              <a:srgbClr val="99CCFF"/>
            </a:solidFill>
            <a:ln w="9525">
              <a:solidFill>
                <a:srgbClr val="000000"/>
              </a:solidFill>
              <a:miter lim="800000"/>
              <a:headEnd/>
              <a:tailEnd/>
            </a:ln>
            <a:effectLst/>
          </p:spPr>
          <p:txBody>
            <a:bodyPr>
              <a:spAutoFit/>
            </a:bodyPr>
            <a:lstStyle/>
            <a:p>
              <a:pPr eaLnBrk="0" hangingPunct="0">
                <a:defRPr/>
              </a:pPr>
              <a:r>
                <a:rPr lang="en-US" sz="1600" kern="0">
                  <a:solidFill>
                    <a:srgbClr val="000000"/>
                  </a:solidFill>
                  <a:latin typeface="Times New Roman" pitchFamily="18" charset="0"/>
                  <a:cs typeface="Times New Roman" pitchFamily="18" charset="0"/>
                </a:rPr>
                <a:t>Stream manipulator </a:t>
              </a:r>
              <a:r>
                <a:rPr lang="en-US" sz="1600" b="1" kern="0">
                  <a:solidFill>
                    <a:srgbClr val="000000"/>
                  </a:solidFill>
                  <a:latin typeface="Courier New" pitchFamily="49" charset="0"/>
                  <a:cs typeface="Times New Roman" pitchFamily="18" charset="0"/>
                </a:rPr>
                <a:t>std::endl </a:t>
              </a:r>
              <a:r>
                <a:rPr lang="en-US" sz="1600" kern="0">
                  <a:solidFill>
                    <a:srgbClr val="000000"/>
                  </a:solidFill>
                  <a:latin typeface="Times New Roman" pitchFamily="18" charset="0"/>
                  <a:cs typeface="Times New Roman" pitchFamily="18" charset="0"/>
                </a:rPr>
                <a:t>outputs a newline, then “flushes output buffer.”</a:t>
              </a:r>
            </a:p>
          </p:txBody>
        </p:sp>
        <p:sp>
          <p:nvSpPr>
            <p:cNvPr id="38" name="Line 13"/>
            <p:cNvSpPr>
              <a:spLocks noChangeShapeType="1"/>
            </p:cNvSpPr>
            <p:nvPr/>
          </p:nvSpPr>
          <p:spPr bwMode="auto">
            <a:xfrm flipH="1">
              <a:off x="2736" y="2291"/>
              <a:ext cx="912" cy="432"/>
            </a:xfrm>
            <a:prstGeom prst="line">
              <a:avLst/>
            </a:prstGeom>
            <a:noFill/>
            <a:ln w="9525">
              <a:solidFill>
                <a:srgbClr val="000000"/>
              </a:solidFill>
              <a:round/>
              <a:headEnd/>
              <a:tailEnd type="triangle" w="med" len="med"/>
            </a:ln>
            <a:effectLst/>
          </p:spPr>
          <p:txBody>
            <a:bodyPr wrap="none" anchor="ctr">
              <a:spAutoFit/>
            </a:bodyPr>
            <a:lstStyle/>
            <a:p>
              <a:pPr eaLnBrk="0" hangingPunct="0">
                <a:defRPr/>
              </a:pPr>
              <a:endParaRPr lang="en-US" kern="0">
                <a:solidFill>
                  <a:srgbClr val="000000"/>
                </a:solidFill>
                <a:latin typeface="Verdana" pitchFamily="34" charset="0"/>
                <a:cs typeface="Times New Roman" pitchFamily="18" charset="0"/>
              </a:endParaRPr>
            </a:p>
          </p:txBody>
        </p:sp>
      </p:grpSp>
      <p:grpSp>
        <p:nvGrpSpPr>
          <p:cNvPr id="39" name="Group 19"/>
          <p:cNvGrpSpPr>
            <a:grpSpLocks/>
          </p:cNvGrpSpPr>
          <p:nvPr/>
        </p:nvGrpSpPr>
        <p:grpSpPr bwMode="auto">
          <a:xfrm>
            <a:off x="3352800" y="4543425"/>
            <a:ext cx="5676900" cy="1411288"/>
            <a:chOff x="1152" y="2862"/>
            <a:chExt cx="3576" cy="889"/>
          </a:xfrm>
        </p:grpSpPr>
        <p:sp>
          <p:nvSpPr>
            <p:cNvPr id="40" name="Text Box 15"/>
            <p:cNvSpPr txBox="1">
              <a:spLocks noChangeArrowheads="1"/>
            </p:cNvSpPr>
            <p:nvPr/>
          </p:nvSpPr>
          <p:spPr bwMode="auto">
            <a:xfrm>
              <a:off x="3048" y="3225"/>
              <a:ext cx="1680" cy="526"/>
            </a:xfrm>
            <a:prstGeom prst="rect">
              <a:avLst/>
            </a:prstGeom>
            <a:solidFill>
              <a:srgbClr val="99CCFF"/>
            </a:solidFill>
            <a:ln w="9525">
              <a:solidFill>
                <a:srgbClr val="000000"/>
              </a:solidFill>
              <a:miter lim="800000"/>
              <a:headEnd/>
              <a:tailEnd/>
            </a:ln>
            <a:effectLst/>
          </p:spPr>
          <p:txBody>
            <a:bodyPr>
              <a:spAutoFit/>
            </a:bodyPr>
            <a:lstStyle/>
            <a:p>
              <a:pPr eaLnBrk="0" hangingPunct="0">
                <a:defRPr/>
              </a:pPr>
              <a:r>
                <a:rPr lang="en-US" sz="1600" kern="0">
                  <a:solidFill>
                    <a:srgbClr val="000000"/>
                  </a:solidFill>
                  <a:latin typeface="Times New Roman" pitchFamily="18" charset="0"/>
                  <a:cs typeface="Times New Roman" pitchFamily="18" charset="0"/>
                </a:rPr>
                <a:t>Concatenating, chaining or cascading stream insertion operations.</a:t>
              </a:r>
            </a:p>
          </p:txBody>
        </p:sp>
        <p:sp>
          <p:nvSpPr>
            <p:cNvPr id="41" name="Line 16"/>
            <p:cNvSpPr>
              <a:spLocks noChangeShapeType="1"/>
            </p:cNvSpPr>
            <p:nvPr/>
          </p:nvSpPr>
          <p:spPr bwMode="auto">
            <a:xfrm flipH="1" flipV="1">
              <a:off x="2232" y="2862"/>
              <a:ext cx="816" cy="459"/>
            </a:xfrm>
            <a:prstGeom prst="line">
              <a:avLst/>
            </a:prstGeom>
            <a:noFill/>
            <a:ln w="9525">
              <a:solidFill>
                <a:srgbClr val="000000"/>
              </a:solidFill>
              <a:round/>
              <a:headEnd/>
              <a:tailEnd type="triangle" w="med" len="med"/>
            </a:ln>
            <a:effectLst/>
          </p:spPr>
          <p:txBody>
            <a:bodyPr anchor="ctr">
              <a:spAutoFit/>
            </a:bodyPr>
            <a:lstStyle/>
            <a:p>
              <a:pPr eaLnBrk="0" hangingPunct="0">
                <a:defRPr/>
              </a:pPr>
              <a:endParaRPr lang="en-US" kern="0">
                <a:solidFill>
                  <a:srgbClr val="000000"/>
                </a:solidFill>
                <a:latin typeface="Verdana" pitchFamily="34" charset="0"/>
                <a:cs typeface="Times New Roman" pitchFamily="18" charset="0"/>
              </a:endParaRPr>
            </a:p>
          </p:txBody>
        </p:sp>
        <p:sp>
          <p:nvSpPr>
            <p:cNvPr id="42" name="Line 17"/>
            <p:cNvSpPr>
              <a:spLocks noChangeShapeType="1"/>
            </p:cNvSpPr>
            <p:nvPr/>
          </p:nvSpPr>
          <p:spPr bwMode="auto">
            <a:xfrm flipH="1" flipV="1">
              <a:off x="1872" y="2862"/>
              <a:ext cx="1176" cy="459"/>
            </a:xfrm>
            <a:prstGeom prst="line">
              <a:avLst/>
            </a:prstGeom>
            <a:noFill/>
            <a:ln w="9525">
              <a:solidFill>
                <a:srgbClr val="000000"/>
              </a:solidFill>
              <a:round/>
              <a:headEnd/>
              <a:tailEnd type="triangle" w="med" len="med"/>
            </a:ln>
            <a:effectLst/>
          </p:spPr>
          <p:txBody>
            <a:bodyPr anchor="ctr">
              <a:spAutoFit/>
            </a:bodyPr>
            <a:lstStyle/>
            <a:p>
              <a:pPr eaLnBrk="0" hangingPunct="0">
                <a:defRPr/>
              </a:pPr>
              <a:endParaRPr lang="en-US" kern="0">
                <a:solidFill>
                  <a:srgbClr val="000000"/>
                </a:solidFill>
                <a:latin typeface="Verdana" pitchFamily="34" charset="0"/>
                <a:cs typeface="Times New Roman" pitchFamily="18" charset="0"/>
              </a:endParaRPr>
            </a:p>
          </p:txBody>
        </p:sp>
        <p:sp>
          <p:nvSpPr>
            <p:cNvPr id="43" name="Line 18"/>
            <p:cNvSpPr>
              <a:spLocks noChangeShapeType="1"/>
            </p:cNvSpPr>
            <p:nvPr/>
          </p:nvSpPr>
          <p:spPr bwMode="auto">
            <a:xfrm flipH="1" flipV="1">
              <a:off x="1152" y="2862"/>
              <a:ext cx="1896" cy="459"/>
            </a:xfrm>
            <a:prstGeom prst="line">
              <a:avLst/>
            </a:prstGeom>
            <a:noFill/>
            <a:ln w="9525">
              <a:solidFill>
                <a:srgbClr val="000000"/>
              </a:solidFill>
              <a:round/>
              <a:headEnd/>
              <a:tailEnd type="triangle" w="med" len="med"/>
            </a:ln>
            <a:effectLst/>
          </p:spPr>
          <p:txBody>
            <a:bodyPr anchor="ctr">
              <a:spAutoFit/>
            </a:bodyPr>
            <a:lstStyle/>
            <a:p>
              <a:pPr eaLnBrk="0" hangingPunct="0">
                <a:defRPr/>
              </a:pPr>
              <a:endParaRPr lang="en-US" kern="0">
                <a:solidFill>
                  <a:srgbClr val="000000"/>
                </a:solidFill>
                <a:latin typeface="Verdana" pitchFamily="34" charset="0"/>
                <a:cs typeface="Times New Roman" pitchFamily="18" charset="0"/>
              </a:endParaRPr>
            </a:p>
          </p:txBody>
        </p:sp>
      </p:grpSp>
      <p:grpSp>
        <p:nvGrpSpPr>
          <p:cNvPr id="44" name="Group 23"/>
          <p:cNvGrpSpPr>
            <a:grpSpLocks/>
          </p:cNvGrpSpPr>
          <p:nvPr/>
        </p:nvGrpSpPr>
        <p:grpSpPr bwMode="auto">
          <a:xfrm>
            <a:off x="3200400" y="3400425"/>
            <a:ext cx="7086600" cy="1017588"/>
            <a:chOff x="1056" y="2142"/>
            <a:chExt cx="4464" cy="641"/>
          </a:xfrm>
        </p:grpSpPr>
        <p:sp>
          <p:nvSpPr>
            <p:cNvPr id="45" name="Text Box 20"/>
            <p:cNvSpPr txBox="1">
              <a:spLocks noChangeArrowheads="1"/>
            </p:cNvSpPr>
            <p:nvPr/>
          </p:nvSpPr>
          <p:spPr bwMode="auto">
            <a:xfrm>
              <a:off x="1968" y="2142"/>
              <a:ext cx="3552" cy="641"/>
            </a:xfrm>
            <a:prstGeom prst="rect">
              <a:avLst/>
            </a:prstGeom>
            <a:solidFill>
              <a:srgbClr val="99CCFF"/>
            </a:solidFill>
            <a:ln w="9525">
              <a:solidFill>
                <a:srgbClr val="000000"/>
              </a:solidFill>
              <a:miter lim="800000"/>
              <a:headEnd/>
              <a:tailEnd/>
            </a:ln>
            <a:effectLst/>
          </p:spPr>
          <p:txBody>
            <a:bodyPr>
              <a:spAutoFit/>
            </a:bodyPr>
            <a:lstStyle/>
            <a:p>
              <a:pPr eaLnBrk="0" hangingPunct="0">
                <a:defRPr/>
              </a:pPr>
              <a:r>
                <a:rPr lang="en-US" sz="1600" kern="0">
                  <a:solidFill>
                    <a:srgbClr val="000000"/>
                  </a:solidFill>
                  <a:latin typeface="Times New Roman" pitchFamily="18" charset="0"/>
                  <a:cs typeface="Times New Roman" pitchFamily="18" charset="0"/>
                </a:rPr>
                <a:t>Calculations can be performed in output statements: alternative for lines 18 and 20:</a:t>
              </a:r>
            </a:p>
            <a:p>
              <a:pPr eaLnBrk="0" hangingPunct="0">
                <a:defRPr/>
              </a:pPr>
              <a:endParaRPr lang="en-US" sz="1600" kern="0">
                <a:solidFill>
                  <a:srgbClr val="000000"/>
                </a:solidFill>
                <a:latin typeface="Times New Roman" pitchFamily="18" charset="0"/>
                <a:cs typeface="Times New Roman" pitchFamily="18" charset="0"/>
              </a:endParaRPr>
            </a:p>
            <a:p>
              <a:pPr eaLnBrk="0" hangingPunct="0">
                <a:defRPr/>
              </a:pPr>
              <a:r>
                <a:rPr lang="en-US" sz="1200" b="1" kern="0">
                  <a:solidFill>
                    <a:srgbClr val="000000"/>
                  </a:solidFill>
                  <a:latin typeface="Courier New" pitchFamily="49" charset="0"/>
                  <a:cs typeface="Courier New" pitchFamily="49" charset="0"/>
                </a:rPr>
                <a:t>std::cout &lt;&lt; </a:t>
              </a:r>
              <a:r>
                <a:rPr lang="en-US" sz="1200" b="1" kern="0">
                  <a:solidFill>
                    <a:srgbClr val="0099FF"/>
                  </a:solidFill>
                  <a:latin typeface="Courier New" pitchFamily="49" charset="0"/>
                  <a:cs typeface="Courier New" pitchFamily="49" charset="0"/>
                </a:rPr>
                <a:t>"Sum is "</a:t>
              </a:r>
              <a:r>
                <a:rPr lang="en-US" sz="1200" b="1" kern="0">
                  <a:solidFill>
                    <a:srgbClr val="000000"/>
                  </a:solidFill>
                  <a:latin typeface="Courier New" pitchFamily="49" charset="0"/>
                  <a:cs typeface="Courier New" pitchFamily="49" charset="0"/>
                </a:rPr>
                <a:t> &lt;&lt; integer1 + integer2 &lt;&lt; std::endl;</a:t>
              </a:r>
            </a:p>
          </p:txBody>
        </p:sp>
        <p:sp>
          <p:nvSpPr>
            <p:cNvPr id="46" name="Line 21"/>
            <p:cNvSpPr>
              <a:spLocks noChangeShapeType="1"/>
            </p:cNvSpPr>
            <p:nvPr/>
          </p:nvSpPr>
          <p:spPr bwMode="auto">
            <a:xfrm flipH="1">
              <a:off x="1056" y="2238"/>
              <a:ext cx="912" cy="432"/>
            </a:xfrm>
            <a:prstGeom prst="line">
              <a:avLst/>
            </a:prstGeom>
            <a:noFill/>
            <a:ln w="9525">
              <a:solidFill>
                <a:srgbClr val="000000"/>
              </a:solidFill>
              <a:round/>
              <a:headEnd/>
              <a:tailEnd type="triangle" w="med" len="med"/>
            </a:ln>
            <a:effectLst/>
          </p:spPr>
          <p:txBody>
            <a:bodyPr wrap="none" anchor="ctr">
              <a:spAutoFit/>
            </a:bodyPr>
            <a:lstStyle/>
            <a:p>
              <a:pPr eaLnBrk="0" hangingPunct="0">
                <a:defRPr/>
              </a:pPr>
              <a:endParaRPr lang="en-US" kern="0">
                <a:solidFill>
                  <a:srgbClr val="000000"/>
                </a:solidFill>
                <a:latin typeface="Verdana" pitchFamily="34" charset="0"/>
                <a:cs typeface="Times New Roman" pitchFamily="18"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28"/>
                                        </p:tgtEl>
                                        <p:attrNameLst>
                                          <p:attrName>style.visibility</p:attrName>
                                        </p:attrNameLst>
                                      </p:cBhvr>
                                      <p:to>
                                        <p:strVal val="visible"/>
                                      </p:to>
                                    </p:set>
                                  </p:childTnLst>
                                  <p:subTnLst>
                                    <p:set>
                                      <p:cBhvr override="childStyle">
                                        <p:cTn dur="1" fill="hold" display="0" masterRel="nextClick" afterEffect="1"/>
                                        <p:tgtEl>
                                          <p:spTgt spid="28"/>
                                        </p:tgtEl>
                                        <p:attrNameLst>
                                          <p:attrName>style.visibility</p:attrName>
                                        </p:attrNameLst>
                                      </p:cBhvr>
                                      <p:to>
                                        <p:strVal val="hidden"/>
                                      </p:to>
                                    </p:set>
                                  </p:sub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33"/>
                                        </p:tgtEl>
                                        <p:attrNameLst>
                                          <p:attrName>style.visibility</p:attrName>
                                        </p:attrNameLst>
                                      </p:cBhvr>
                                      <p:to>
                                        <p:strVal val="visible"/>
                                      </p:to>
                                    </p:set>
                                  </p:childTnLst>
                                  <p:subTnLst>
                                    <p:set>
                                      <p:cBhvr override="childStyle">
                                        <p:cTn dur="1" fill="hold" display="0" masterRel="nextClick" afterEffect="1"/>
                                        <p:tgtEl>
                                          <p:spTgt spid="33"/>
                                        </p:tgtEl>
                                        <p:attrNameLst>
                                          <p:attrName>style.visibility</p:attrName>
                                        </p:attrNameLst>
                                      </p:cBhvr>
                                      <p:to>
                                        <p:strVal val="hidden"/>
                                      </p:to>
                                    </p:set>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499"/>
                                          </p:stCondLst>
                                        </p:cTn>
                                        <p:tgtEl>
                                          <p:spTgt spid="36"/>
                                        </p:tgtEl>
                                        <p:attrNameLst>
                                          <p:attrName>style.visibility</p:attrName>
                                        </p:attrNameLst>
                                      </p:cBhvr>
                                      <p:to>
                                        <p:strVal val="visible"/>
                                      </p:to>
                                    </p:set>
                                  </p:childTnLst>
                                  <p:subTnLst>
                                    <p:set>
                                      <p:cBhvr override="childStyle">
                                        <p:cTn dur="1" fill="hold" display="0" masterRel="nextClick" afterEffect="1"/>
                                        <p:tgtEl>
                                          <p:spTgt spid="36"/>
                                        </p:tgtEl>
                                        <p:attrNameLst>
                                          <p:attrName>style.visibility</p:attrName>
                                        </p:attrNameLst>
                                      </p:cBhvr>
                                      <p:to>
                                        <p:strVal val="hidden"/>
                                      </p:to>
                                    </p:set>
                                  </p:sub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499"/>
                                          </p:stCondLst>
                                        </p:cTn>
                                        <p:tgtEl>
                                          <p:spTgt spid="39"/>
                                        </p:tgtEl>
                                        <p:attrNameLst>
                                          <p:attrName>style.visibility</p:attrName>
                                        </p:attrNameLst>
                                      </p:cBhvr>
                                      <p:to>
                                        <p:strVal val="visible"/>
                                      </p:to>
                                    </p:set>
                                  </p:childTnLst>
                                  <p:subTnLst>
                                    <p:set>
                                      <p:cBhvr override="childStyle">
                                        <p:cTn dur="1" fill="hold" display="0" masterRel="nextClick" afterEffect="1"/>
                                        <p:tgtEl>
                                          <p:spTgt spid="39"/>
                                        </p:tgtEl>
                                        <p:attrNameLst>
                                          <p:attrName>style.visibility</p:attrName>
                                        </p:attrNameLst>
                                      </p:cBhvr>
                                      <p:to>
                                        <p:strVal val="hidden"/>
                                      </p:to>
                                    </p:set>
                                  </p:sub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499"/>
                                          </p:stCondLst>
                                        </p:cTn>
                                        <p:tgtEl>
                                          <p:spTgt spid="44"/>
                                        </p:tgtEl>
                                        <p:attrNameLst>
                                          <p:attrName>style.visibility</p:attrName>
                                        </p:attrNameLst>
                                      </p:cBhvr>
                                      <p:to>
                                        <p:strVal val="visible"/>
                                      </p:to>
                                    </p:set>
                                  </p:childTnLst>
                                  <p:subTnLst>
                                    <p:set>
                                      <p:cBhvr override="childStyle">
                                        <p:cTn dur="1" fill="hold" display="0" masterRel="nextClick" afterEffect="1"/>
                                        <p:tgtEl>
                                          <p:spTgt spid="44"/>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Rectangle 2"/>
          <p:cNvSpPr txBox="1">
            <a:spLocks noChangeArrowheads="1"/>
          </p:cNvSpPr>
          <p:nvPr/>
        </p:nvSpPr>
        <p:spPr bwMode="auto">
          <a:xfrm>
            <a:off x="2209800" y="76200"/>
            <a:ext cx="7772400" cy="10668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fontAlgn="base">
              <a:spcBef>
                <a:spcPct val="0"/>
              </a:spcBef>
              <a:spcAft>
                <a:spcPct val="0"/>
              </a:spcAft>
              <a:defRPr/>
            </a:pPr>
            <a:r>
              <a:rPr lang="en-US" sz="2800" kern="0">
                <a:solidFill>
                  <a:srgbClr val="0099FF"/>
                </a:solidFill>
                <a:latin typeface="AvantGarde"/>
                <a:ea typeface="+mj-ea"/>
                <a:cs typeface="+mj-cs"/>
              </a:rPr>
              <a:t>Memory Concepts</a:t>
            </a:r>
          </a:p>
        </p:txBody>
      </p:sp>
      <p:sp>
        <p:nvSpPr>
          <p:cNvPr id="77" name="Rectangle 3"/>
          <p:cNvSpPr txBox="1">
            <a:spLocks noChangeArrowheads="1"/>
          </p:cNvSpPr>
          <p:nvPr/>
        </p:nvSpPr>
        <p:spPr bwMode="auto">
          <a:xfrm>
            <a:off x="2209800" y="1219200"/>
            <a:ext cx="7772400" cy="5257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indent="-342900" fontAlgn="base">
              <a:lnSpc>
                <a:spcPct val="90000"/>
              </a:lnSpc>
              <a:spcBef>
                <a:spcPct val="20000"/>
              </a:spcBef>
              <a:spcAft>
                <a:spcPct val="0"/>
              </a:spcAft>
              <a:buFontTx/>
              <a:buChar char="•"/>
              <a:defRPr/>
            </a:pPr>
            <a:r>
              <a:rPr lang="en-US" sz="2800" kern="0" dirty="0">
                <a:solidFill>
                  <a:srgbClr val="000000"/>
                </a:solidFill>
                <a:latin typeface="Times New Roman"/>
              </a:rPr>
              <a:t>Variable names</a:t>
            </a:r>
          </a:p>
          <a:p>
            <a:pPr marL="742950" lvl="1" indent="-285750" fontAlgn="base">
              <a:lnSpc>
                <a:spcPct val="90000"/>
              </a:lnSpc>
              <a:spcBef>
                <a:spcPct val="20000"/>
              </a:spcBef>
              <a:spcAft>
                <a:spcPct val="0"/>
              </a:spcAft>
              <a:buFontTx/>
              <a:buChar char="–"/>
              <a:defRPr/>
            </a:pPr>
            <a:r>
              <a:rPr lang="en-US" sz="2200" kern="0" dirty="0">
                <a:solidFill>
                  <a:srgbClr val="000000"/>
                </a:solidFill>
                <a:latin typeface="Times New Roman"/>
              </a:rPr>
              <a:t>Correspond to actual locations in computer's memory</a:t>
            </a:r>
          </a:p>
          <a:p>
            <a:pPr marL="742950" lvl="1" indent="-285750" fontAlgn="base">
              <a:lnSpc>
                <a:spcPct val="90000"/>
              </a:lnSpc>
              <a:spcBef>
                <a:spcPct val="20000"/>
              </a:spcBef>
              <a:spcAft>
                <a:spcPct val="0"/>
              </a:spcAft>
              <a:buFontTx/>
              <a:buChar char="–"/>
              <a:defRPr/>
            </a:pPr>
            <a:r>
              <a:rPr lang="en-US" sz="2200" kern="0" dirty="0">
                <a:solidFill>
                  <a:srgbClr val="000000"/>
                </a:solidFill>
                <a:latin typeface="Times New Roman"/>
              </a:rPr>
              <a:t>Every variable has name, type, size and value</a:t>
            </a:r>
          </a:p>
          <a:p>
            <a:pPr marL="742950" lvl="1" indent="-285750" fontAlgn="base">
              <a:lnSpc>
                <a:spcPct val="90000"/>
              </a:lnSpc>
              <a:spcBef>
                <a:spcPct val="20000"/>
              </a:spcBef>
              <a:spcAft>
                <a:spcPct val="0"/>
              </a:spcAft>
              <a:buFontTx/>
              <a:buChar char="–"/>
              <a:defRPr/>
            </a:pPr>
            <a:r>
              <a:rPr lang="en-US" sz="2200" kern="0" dirty="0">
                <a:solidFill>
                  <a:srgbClr val="000000"/>
                </a:solidFill>
                <a:latin typeface="Times New Roman"/>
              </a:rPr>
              <a:t>When new value placed into variable, overwrites previous value</a:t>
            </a:r>
          </a:p>
          <a:p>
            <a:pPr marL="742950" lvl="1" indent="-285750" fontAlgn="base">
              <a:lnSpc>
                <a:spcPct val="90000"/>
              </a:lnSpc>
              <a:spcBef>
                <a:spcPct val="20000"/>
              </a:spcBef>
              <a:spcAft>
                <a:spcPct val="0"/>
              </a:spcAft>
              <a:buFontTx/>
              <a:buChar char="–"/>
              <a:defRPr/>
            </a:pPr>
            <a:endParaRPr lang="en-US" sz="2200" kern="0" dirty="0">
              <a:solidFill>
                <a:srgbClr val="000000"/>
              </a:solidFill>
              <a:latin typeface="Times New Roman"/>
            </a:endParaRPr>
          </a:p>
          <a:p>
            <a:pPr marL="742950" lvl="1" indent="-285750" fontAlgn="base">
              <a:lnSpc>
                <a:spcPct val="90000"/>
              </a:lnSpc>
              <a:spcBef>
                <a:spcPct val="20000"/>
              </a:spcBef>
              <a:spcAft>
                <a:spcPct val="0"/>
              </a:spcAft>
              <a:buFontTx/>
              <a:buChar char="–"/>
              <a:defRPr/>
            </a:pPr>
            <a:r>
              <a:rPr lang="en-US" sz="2200" kern="0" dirty="0">
                <a:solidFill>
                  <a:srgbClr val="000000"/>
                </a:solidFill>
                <a:latin typeface="Times New Roman"/>
              </a:rPr>
              <a:t>std::</a:t>
            </a:r>
            <a:r>
              <a:rPr lang="en-US" sz="2200" kern="0" dirty="0" err="1">
                <a:solidFill>
                  <a:srgbClr val="000000"/>
                </a:solidFill>
                <a:latin typeface="Times New Roman"/>
              </a:rPr>
              <a:t>cin</a:t>
            </a:r>
            <a:r>
              <a:rPr lang="en-US" sz="2200" kern="0" dirty="0">
                <a:solidFill>
                  <a:srgbClr val="000000"/>
                </a:solidFill>
                <a:latin typeface="Times New Roman"/>
              </a:rPr>
              <a:t> &gt;&gt; integer1;</a:t>
            </a:r>
          </a:p>
          <a:p>
            <a:pPr marL="742950" lvl="1" indent="-285750" fontAlgn="base">
              <a:lnSpc>
                <a:spcPct val="90000"/>
              </a:lnSpc>
              <a:spcBef>
                <a:spcPct val="20000"/>
              </a:spcBef>
              <a:spcAft>
                <a:spcPct val="0"/>
              </a:spcAft>
              <a:buFontTx/>
              <a:buChar char="–"/>
              <a:defRPr/>
            </a:pPr>
            <a:r>
              <a:rPr lang="en-US" sz="2200" kern="0" dirty="0">
                <a:solidFill>
                  <a:srgbClr val="000000"/>
                </a:solidFill>
                <a:latin typeface="Times New Roman"/>
              </a:rPr>
              <a:t>Assume user entered 45</a:t>
            </a:r>
          </a:p>
          <a:p>
            <a:pPr marL="742950" lvl="1" indent="-285750" fontAlgn="base">
              <a:lnSpc>
                <a:spcPct val="90000"/>
              </a:lnSpc>
              <a:spcBef>
                <a:spcPct val="20000"/>
              </a:spcBef>
              <a:spcAft>
                <a:spcPct val="0"/>
              </a:spcAft>
              <a:buFontTx/>
              <a:buChar char="–"/>
              <a:defRPr/>
            </a:pPr>
            <a:endParaRPr lang="en-US" sz="2200" kern="0" dirty="0">
              <a:solidFill>
                <a:srgbClr val="000000"/>
              </a:solidFill>
              <a:latin typeface="Times New Roman"/>
            </a:endParaRPr>
          </a:p>
          <a:p>
            <a:pPr marL="742950" lvl="1" indent="-285750" fontAlgn="base">
              <a:lnSpc>
                <a:spcPct val="90000"/>
              </a:lnSpc>
              <a:spcBef>
                <a:spcPct val="20000"/>
              </a:spcBef>
              <a:spcAft>
                <a:spcPct val="0"/>
              </a:spcAft>
              <a:buFontTx/>
              <a:buChar char="–"/>
              <a:defRPr/>
            </a:pPr>
            <a:r>
              <a:rPr lang="en-US" sz="2200" kern="0" dirty="0">
                <a:solidFill>
                  <a:srgbClr val="000000"/>
                </a:solidFill>
                <a:latin typeface="Times New Roman"/>
              </a:rPr>
              <a:t>std::</a:t>
            </a:r>
            <a:r>
              <a:rPr lang="en-US" sz="2200" kern="0" dirty="0" err="1">
                <a:solidFill>
                  <a:srgbClr val="000000"/>
                </a:solidFill>
                <a:latin typeface="Times New Roman"/>
              </a:rPr>
              <a:t>cin</a:t>
            </a:r>
            <a:r>
              <a:rPr lang="en-US" sz="2200" kern="0" dirty="0">
                <a:solidFill>
                  <a:srgbClr val="000000"/>
                </a:solidFill>
                <a:latin typeface="Times New Roman"/>
              </a:rPr>
              <a:t> &gt;&gt; integer2;</a:t>
            </a:r>
          </a:p>
          <a:p>
            <a:pPr marL="742950" lvl="1" indent="-285750" fontAlgn="base">
              <a:lnSpc>
                <a:spcPct val="90000"/>
              </a:lnSpc>
              <a:spcBef>
                <a:spcPct val="20000"/>
              </a:spcBef>
              <a:spcAft>
                <a:spcPct val="0"/>
              </a:spcAft>
              <a:buFontTx/>
              <a:buChar char="–"/>
              <a:defRPr/>
            </a:pPr>
            <a:r>
              <a:rPr lang="en-US" sz="2200" kern="0" dirty="0">
                <a:solidFill>
                  <a:srgbClr val="000000"/>
                </a:solidFill>
                <a:latin typeface="Times New Roman"/>
              </a:rPr>
              <a:t>Assume user entered 72</a:t>
            </a:r>
          </a:p>
          <a:p>
            <a:pPr marL="742950" lvl="1" indent="-285750" fontAlgn="base">
              <a:lnSpc>
                <a:spcPct val="90000"/>
              </a:lnSpc>
              <a:spcBef>
                <a:spcPct val="20000"/>
              </a:spcBef>
              <a:spcAft>
                <a:spcPct val="0"/>
              </a:spcAft>
              <a:buFontTx/>
              <a:buChar char="–"/>
              <a:defRPr/>
            </a:pPr>
            <a:endParaRPr lang="en-US" sz="2200" kern="0" dirty="0">
              <a:solidFill>
                <a:srgbClr val="000000"/>
              </a:solidFill>
              <a:latin typeface="Times New Roman"/>
            </a:endParaRPr>
          </a:p>
          <a:p>
            <a:pPr marL="742950" lvl="1" indent="-285750" fontAlgn="base">
              <a:lnSpc>
                <a:spcPct val="90000"/>
              </a:lnSpc>
              <a:spcBef>
                <a:spcPct val="20000"/>
              </a:spcBef>
              <a:spcAft>
                <a:spcPct val="0"/>
              </a:spcAft>
              <a:buFontTx/>
              <a:buChar char="–"/>
              <a:defRPr/>
            </a:pPr>
            <a:r>
              <a:rPr lang="en-US" sz="2200" kern="0" dirty="0">
                <a:solidFill>
                  <a:srgbClr val="000000"/>
                </a:solidFill>
                <a:latin typeface="Times New Roman"/>
              </a:rPr>
              <a:t>sum = integer1 + integer2;</a:t>
            </a:r>
          </a:p>
        </p:txBody>
      </p:sp>
      <p:sp>
        <p:nvSpPr>
          <p:cNvPr id="79" name="Rectangle 16"/>
          <p:cNvSpPr>
            <a:spLocks noChangeArrowheads="1"/>
          </p:cNvSpPr>
          <p:nvPr/>
        </p:nvSpPr>
        <p:spPr bwMode="auto">
          <a:xfrm>
            <a:off x="8153400" y="3503890"/>
            <a:ext cx="1574800" cy="369332"/>
          </a:xfrm>
          <a:prstGeom prst="rect">
            <a:avLst/>
          </a:prstGeom>
          <a:solidFill>
            <a:srgbClr val="99CCFF"/>
          </a:solidFill>
          <a:ln w="9525">
            <a:solidFill>
              <a:srgbClr val="000000"/>
            </a:solidFill>
            <a:miter lim="800000"/>
            <a:headEnd/>
            <a:tailEnd/>
          </a:ln>
          <a:effectLst/>
        </p:spPr>
        <p:txBody>
          <a:bodyPr anchor="ctr">
            <a:spAutoFit/>
          </a:bodyPr>
          <a:lstStyle/>
          <a:p>
            <a:pPr eaLnBrk="0" hangingPunct="0">
              <a:defRPr/>
            </a:pPr>
            <a:endParaRPr lang="en-US" kern="0">
              <a:solidFill>
                <a:srgbClr val="000000"/>
              </a:solidFill>
              <a:latin typeface="Verdana" pitchFamily="34" charset="0"/>
              <a:cs typeface="Times New Roman" pitchFamily="18" charset="0"/>
            </a:endParaRPr>
          </a:p>
        </p:txBody>
      </p:sp>
      <p:grpSp>
        <p:nvGrpSpPr>
          <p:cNvPr id="81" name="Group 18"/>
          <p:cNvGrpSpPr>
            <a:grpSpLocks/>
          </p:cNvGrpSpPr>
          <p:nvPr/>
        </p:nvGrpSpPr>
        <p:grpSpPr bwMode="auto">
          <a:xfrm>
            <a:off x="8210550" y="3559176"/>
            <a:ext cx="1460500" cy="258763"/>
            <a:chOff x="880" y="1488"/>
            <a:chExt cx="1233" cy="192"/>
          </a:xfrm>
        </p:grpSpPr>
        <p:sp>
          <p:nvSpPr>
            <p:cNvPr id="82" name="Rectangle 19"/>
            <p:cNvSpPr>
              <a:spLocks noChangeArrowheads="1"/>
            </p:cNvSpPr>
            <p:nvPr/>
          </p:nvSpPr>
          <p:spPr bwMode="auto">
            <a:xfrm>
              <a:off x="1737" y="1488"/>
              <a:ext cx="376" cy="190"/>
            </a:xfrm>
            <a:prstGeom prst="rect">
              <a:avLst/>
            </a:prstGeom>
            <a:solidFill>
              <a:srgbClr val="FFFFFF"/>
            </a:solidFill>
            <a:ln w="6350">
              <a:solidFill>
                <a:srgbClr val="000000"/>
              </a:solidFill>
              <a:miter lim="800000"/>
              <a:headEnd/>
              <a:tailEnd/>
            </a:ln>
          </p:spPr>
          <p:txBody>
            <a:bodyPr/>
            <a:lstStyle/>
            <a:p>
              <a:pPr eaLnBrk="0" hangingPunct="0"/>
              <a:endParaRPr lang="en-US">
                <a:solidFill>
                  <a:srgbClr val="000000"/>
                </a:solidFill>
                <a:latin typeface="Verdana" pitchFamily="34" charset="0"/>
                <a:cs typeface="Times New Roman" pitchFamily="18" charset="0"/>
              </a:endParaRPr>
            </a:p>
          </p:txBody>
        </p:sp>
        <p:sp>
          <p:nvSpPr>
            <p:cNvPr id="83" name="Rectangle 20"/>
            <p:cNvSpPr>
              <a:spLocks noChangeArrowheads="1"/>
            </p:cNvSpPr>
            <p:nvPr/>
          </p:nvSpPr>
          <p:spPr bwMode="auto">
            <a:xfrm>
              <a:off x="1237" y="1499"/>
              <a:ext cx="397" cy="152"/>
            </a:xfrm>
            <a:prstGeom prst="rect">
              <a:avLst/>
            </a:prstGeom>
            <a:noFill/>
            <a:ln w="9525">
              <a:noFill/>
              <a:miter lim="800000"/>
              <a:headEnd/>
              <a:tailEnd/>
            </a:ln>
          </p:spPr>
          <p:txBody>
            <a:bodyPr/>
            <a:lstStyle/>
            <a:p>
              <a:pPr eaLnBrk="0" hangingPunct="0"/>
              <a:endParaRPr lang="en-US">
                <a:solidFill>
                  <a:srgbClr val="000000"/>
                </a:solidFill>
                <a:latin typeface="Verdana" pitchFamily="34" charset="0"/>
                <a:cs typeface="Times New Roman" pitchFamily="18" charset="0"/>
              </a:endParaRPr>
            </a:p>
          </p:txBody>
        </p:sp>
        <p:sp>
          <p:nvSpPr>
            <p:cNvPr id="84" name="Rectangle 21"/>
            <p:cNvSpPr>
              <a:spLocks noChangeArrowheads="1"/>
            </p:cNvSpPr>
            <p:nvPr/>
          </p:nvSpPr>
          <p:spPr bwMode="auto">
            <a:xfrm>
              <a:off x="880" y="1499"/>
              <a:ext cx="826" cy="181"/>
            </a:xfrm>
            <a:prstGeom prst="rect">
              <a:avLst/>
            </a:prstGeom>
            <a:noFill/>
            <a:ln w="9525">
              <a:noFill/>
              <a:miter lim="800000"/>
              <a:headEnd/>
              <a:tailEnd/>
            </a:ln>
          </p:spPr>
          <p:txBody>
            <a:bodyPr wrap="none" lIns="0" tIns="0" rIns="0" bIns="0">
              <a:spAutoFit/>
            </a:bodyPr>
            <a:lstStyle/>
            <a:p>
              <a:pPr eaLnBrk="0" hangingPunct="0">
                <a:spcBef>
                  <a:spcPct val="50000"/>
                </a:spcBef>
              </a:pPr>
              <a:r>
                <a:rPr lang="en-US" sz="1600" b="1">
                  <a:solidFill>
                    <a:srgbClr val="000000"/>
                  </a:solidFill>
                  <a:latin typeface="Courier New" pitchFamily="49" charset="0"/>
                  <a:cs typeface="Times New Roman" pitchFamily="18" charset="0"/>
                </a:rPr>
                <a:t>integer1</a:t>
              </a:r>
              <a:endParaRPr lang="en-US" sz="1600">
                <a:solidFill>
                  <a:srgbClr val="000000"/>
                </a:solidFill>
                <a:latin typeface="Courier New" pitchFamily="49" charset="0"/>
                <a:cs typeface="Times New Roman" pitchFamily="18" charset="0"/>
              </a:endParaRPr>
            </a:p>
          </p:txBody>
        </p:sp>
        <p:sp>
          <p:nvSpPr>
            <p:cNvPr id="85" name="Rectangle 22"/>
            <p:cNvSpPr>
              <a:spLocks noChangeArrowheads="1"/>
            </p:cNvSpPr>
            <p:nvPr/>
          </p:nvSpPr>
          <p:spPr bwMode="auto">
            <a:xfrm>
              <a:off x="1824" y="1488"/>
              <a:ext cx="208" cy="183"/>
            </a:xfrm>
            <a:prstGeom prst="rect">
              <a:avLst/>
            </a:prstGeom>
            <a:noFill/>
            <a:ln w="9525">
              <a:noFill/>
              <a:miter lim="800000"/>
              <a:headEnd/>
              <a:tailEnd/>
            </a:ln>
          </p:spPr>
          <p:txBody>
            <a:bodyPr wrap="none" lIns="0" tIns="0" rIns="0" bIns="0">
              <a:spAutoFit/>
            </a:bodyPr>
            <a:lstStyle/>
            <a:p>
              <a:pPr eaLnBrk="0" hangingPunct="0">
                <a:spcBef>
                  <a:spcPct val="50000"/>
                </a:spcBef>
              </a:pPr>
              <a:r>
                <a:rPr lang="en-US" sz="1600" b="1">
                  <a:solidFill>
                    <a:srgbClr val="000000"/>
                  </a:solidFill>
                  <a:latin typeface="Courier New" pitchFamily="49" charset="0"/>
                  <a:cs typeface="Times New Roman" pitchFamily="18" charset="0"/>
                </a:rPr>
                <a:t>45</a:t>
              </a:r>
              <a:endParaRPr lang="en-US" sz="1600">
                <a:solidFill>
                  <a:srgbClr val="000000"/>
                </a:solidFill>
                <a:latin typeface="Courier New" pitchFamily="49" charset="0"/>
                <a:cs typeface="Times New Roman" pitchFamily="18" charset="0"/>
              </a:endParaRPr>
            </a:p>
          </p:txBody>
        </p:sp>
      </p:grpSp>
      <p:grpSp>
        <p:nvGrpSpPr>
          <p:cNvPr id="91" name="Group 28"/>
          <p:cNvGrpSpPr>
            <a:grpSpLocks/>
          </p:cNvGrpSpPr>
          <p:nvPr/>
        </p:nvGrpSpPr>
        <p:grpSpPr bwMode="auto">
          <a:xfrm>
            <a:off x="8210550" y="4624389"/>
            <a:ext cx="1460500" cy="257175"/>
            <a:chOff x="880" y="1488"/>
            <a:chExt cx="1233" cy="190"/>
          </a:xfrm>
        </p:grpSpPr>
        <p:sp>
          <p:nvSpPr>
            <p:cNvPr id="92" name="Rectangle 29"/>
            <p:cNvSpPr>
              <a:spLocks noChangeArrowheads="1"/>
            </p:cNvSpPr>
            <p:nvPr/>
          </p:nvSpPr>
          <p:spPr bwMode="auto">
            <a:xfrm>
              <a:off x="1737" y="1488"/>
              <a:ext cx="376" cy="190"/>
            </a:xfrm>
            <a:prstGeom prst="rect">
              <a:avLst/>
            </a:prstGeom>
            <a:solidFill>
              <a:srgbClr val="FFFFFF"/>
            </a:solidFill>
            <a:ln w="6350">
              <a:solidFill>
                <a:srgbClr val="000000"/>
              </a:solidFill>
              <a:miter lim="800000"/>
              <a:headEnd/>
              <a:tailEnd/>
            </a:ln>
          </p:spPr>
          <p:txBody>
            <a:bodyPr/>
            <a:lstStyle/>
            <a:p>
              <a:pPr eaLnBrk="0" hangingPunct="0"/>
              <a:endParaRPr lang="en-US">
                <a:solidFill>
                  <a:srgbClr val="000000"/>
                </a:solidFill>
                <a:latin typeface="Verdana" pitchFamily="34" charset="0"/>
                <a:cs typeface="Times New Roman" pitchFamily="18" charset="0"/>
              </a:endParaRPr>
            </a:p>
          </p:txBody>
        </p:sp>
        <p:sp>
          <p:nvSpPr>
            <p:cNvPr id="93" name="Rectangle 30"/>
            <p:cNvSpPr>
              <a:spLocks noChangeArrowheads="1"/>
            </p:cNvSpPr>
            <p:nvPr/>
          </p:nvSpPr>
          <p:spPr bwMode="auto">
            <a:xfrm>
              <a:off x="1237" y="1499"/>
              <a:ext cx="397" cy="152"/>
            </a:xfrm>
            <a:prstGeom prst="rect">
              <a:avLst/>
            </a:prstGeom>
            <a:noFill/>
            <a:ln w="9525">
              <a:noFill/>
              <a:miter lim="800000"/>
              <a:headEnd/>
              <a:tailEnd/>
            </a:ln>
          </p:spPr>
          <p:txBody>
            <a:bodyPr/>
            <a:lstStyle/>
            <a:p>
              <a:pPr eaLnBrk="0" hangingPunct="0"/>
              <a:endParaRPr lang="en-US">
                <a:solidFill>
                  <a:srgbClr val="000000"/>
                </a:solidFill>
                <a:latin typeface="Verdana" pitchFamily="34" charset="0"/>
                <a:cs typeface="Times New Roman" pitchFamily="18" charset="0"/>
              </a:endParaRPr>
            </a:p>
          </p:txBody>
        </p:sp>
        <p:sp>
          <p:nvSpPr>
            <p:cNvPr id="94" name="Rectangle 31"/>
            <p:cNvSpPr>
              <a:spLocks noChangeArrowheads="1"/>
            </p:cNvSpPr>
            <p:nvPr/>
          </p:nvSpPr>
          <p:spPr bwMode="auto">
            <a:xfrm>
              <a:off x="880" y="1497"/>
              <a:ext cx="826" cy="181"/>
            </a:xfrm>
            <a:prstGeom prst="rect">
              <a:avLst/>
            </a:prstGeom>
            <a:noFill/>
            <a:ln w="9525">
              <a:noFill/>
              <a:miter lim="800000"/>
              <a:headEnd/>
              <a:tailEnd/>
            </a:ln>
          </p:spPr>
          <p:txBody>
            <a:bodyPr wrap="none" lIns="0" tIns="0" rIns="0" bIns="0">
              <a:spAutoFit/>
            </a:bodyPr>
            <a:lstStyle/>
            <a:p>
              <a:pPr eaLnBrk="0" hangingPunct="0">
                <a:spcBef>
                  <a:spcPct val="50000"/>
                </a:spcBef>
              </a:pPr>
              <a:r>
                <a:rPr lang="en-US" sz="1600" b="1">
                  <a:solidFill>
                    <a:srgbClr val="000000"/>
                  </a:solidFill>
                  <a:latin typeface="Courier New" pitchFamily="49" charset="0"/>
                  <a:cs typeface="Times New Roman" pitchFamily="18" charset="0"/>
                </a:rPr>
                <a:t>integer2</a:t>
              </a:r>
              <a:endParaRPr lang="en-US" sz="1600">
                <a:solidFill>
                  <a:srgbClr val="000000"/>
                </a:solidFill>
                <a:latin typeface="Courier New" pitchFamily="49" charset="0"/>
                <a:cs typeface="Times New Roman" pitchFamily="18" charset="0"/>
              </a:endParaRPr>
            </a:p>
          </p:txBody>
        </p:sp>
        <p:sp>
          <p:nvSpPr>
            <p:cNvPr id="95" name="Rectangle 32"/>
            <p:cNvSpPr>
              <a:spLocks noChangeArrowheads="1"/>
            </p:cNvSpPr>
            <p:nvPr/>
          </p:nvSpPr>
          <p:spPr bwMode="auto">
            <a:xfrm>
              <a:off x="1824" y="1488"/>
              <a:ext cx="208" cy="182"/>
            </a:xfrm>
            <a:prstGeom prst="rect">
              <a:avLst/>
            </a:prstGeom>
            <a:noFill/>
            <a:ln w="9525">
              <a:noFill/>
              <a:miter lim="800000"/>
              <a:headEnd/>
              <a:tailEnd/>
            </a:ln>
          </p:spPr>
          <p:txBody>
            <a:bodyPr wrap="none" lIns="0" tIns="0" rIns="0" bIns="0">
              <a:spAutoFit/>
            </a:bodyPr>
            <a:lstStyle/>
            <a:p>
              <a:pPr eaLnBrk="0" hangingPunct="0">
                <a:spcBef>
                  <a:spcPct val="50000"/>
                </a:spcBef>
              </a:pPr>
              <a:r>
                <a:rPr lang="en-US" sz="1600" b="1">
                  <a:solidFill>
                    <a:srgbClr val="000000"/>
                  </a:solidFill>
                  <a:latin typeface="Courier New" pitchFamily="49" charset="0"/>
                  <a:cs typeface="Times New Roman" pitchFamily="18" charset="0"/>
                </a:rPr>
                <a:t>72</a:t>
              </a:r>
              <a:endParaRPr lang="en-US" sz="1600">
                <a:solidFill>
                  <a:srgbClr val="000000"/>
                </a:solidFill>
                <a:latin typeface="Courier New" pitchFamily="49" charset="0"/>
                <a:cs typeface="Times New Roman" pitchFamily="18" charset="0"/>
              </a:endParaRPr>
            </a:p>
          </p:txBody>
        </p:sp>
      </p:grpSp>
      <p:grpSp>
        <p:nvGrpSpPr>
          <p:cNvPr id="96" name="Group 33"/>
          <p:cNvGrpSpPr>
            <a:grpSpLocks/>
          </p:cNvGrpSpPr>
          <p:nvPr/>
        </p:nvGrpSpPr>
        <p:grpSpPr bwMode="auto">
          <a:xfrm>
            <a:off x="8210550" y="5270501"/>
            <a:ext cx="1460500" cy="257175"/>
            <a:chOff x="880" y="1488"/>
            <a:chExt cx="1233" cy="190"/>
          </a:xfrm>
        </p:grpSpPr>
        <p:sp>
          <p:nvSpPr>
            <p:cNvPr id="97" name="Rectangle 34"/>
            <p:cNvSpPr>
              <a:spLocks noChangeArrowheads="1"/>
            </p:cNvSpPr>
            <p:nvPr/>
          </p:nvSpPr>
          <p:spPr bwMode="auto">
            <a:xfrm>
              <a:off x="1737" y="1488"/>
              <a:ext cx="376" cy="190"/>
            </a:xfrm>
            <a:prstGeom prst="rect">
              <a:avLst/>
            </a:prstGeom>
            <a:solidFill>
              <a:srgbClr val="FFFFFF"/>
            </a:solidFill>
            <a:ln w="6350">
              <a:solidFill>
                <a:srgbClr val="000000"/>
              </a:solidFill>
              <a:miter lim="800000"/>
              <a:headEnd/>
              <a:tailEnd/>
            </a:ln>
          </p:spPr>
          <p:txBody>
            <a:bodyPr/>
            <a:lstStyle/>
            <a:p>
              <a:pPr eaLnBrk="0" hangingPunct="0"/>
              <a:endParaRPr lang="en-US">
                <a:solidFill>
                  <a:srgbClr val="000000"/>
                </a:solidFill>
                <a:latin typeface="Verdana" pitchFamily="34" charset="0"/>
                <a:cs typeface="Times New Roman" pitchFamily="18" charset="0"/>
              </a:endParaRPr>
            </a:p>
          </p:txBody>
        </p:sp>
        <p:sp>
          <p:nvSpPr>
            <p:cNvPr id="98" name="Rectangle 35"/>
            <p:cNvSpPr>
              <a:spLocks noChangeArrowheads="1"/>
            </p:cNvSpPr>
            <p:nvPr/>
          </p:nvSpPr>
          <p:spPr bwMode="auto">
            <a:xfrm>
              <a:off x="1237" y="1499"/>
              <a:ext cx="397" cy="152"/>
            </a:xfrm>
            <a:prstGeom prst="rect">
              <a:avLst/>
            </a:prstGeom>
            <a:noFill/>
            <a:ln w="9525">
              <a:noFill/>
              <a:miter lim="800000"/>
              <a:headEnd/>
              <a:tailEnd/>
            </a:ln>
          </p:spPr>
          <p:txBody>
            <a:bodyPr/>
            <a:lstStyle/>
            <a:p>
              <a:pPr eaLnBrk="0" hangingPunct="0"/>
              <a:endParaRPr lang="en-US">
                <a:solidFill>
                  <a:srgbClr val="000000"/>
                </a:solidFill>
                <a:latin typeface="Verdana" pitchFamily="34" charset="0"/>
                <a:cs typeface="Times New Roman" pitchFamily="18" charset="0"/>
              </a:endParaRPr>
            </a:p>
          </p:txBody>
        </p:sp>
        <p:sp>
          <p:nvSpPr>
            <p:cNvPr id="99" name="Rectangle 36"/>
            <p:cNvSpPr>
              <a:spLocks noChangeArrowheads="1"/>
            </p:cNvSpPr>
            <p:nvPr/>
          </p:nvSpPr>
          <p:spPr bwMode="auto">
            <a:xfrm>
              <a:off x="880" y="1497"/>
              <a:ext cx="826" cy="181"/>
            </a:xfrm>
            <a:prstGeom prst="rect">
              <a:avLst/>
            </a:prstGeom>
            <a:noFill/>
            <a:ln w="9525">
              <a:noFill/>
              <a:miter lim="800000"/>
              <a:headEnd/>
              <a:tailEnd/>
            </a:ln>
          </p:spPr>
          <p:txBody>
            <a:bodyPr wrap="none" lIns="0" tIns="0" rIns="0" bIns="0">
              <a:spAutoFit/>
            </a:bodyPr>
            <a:lstStyle/>
            <a:p>
              <a:pPr eaLnBrk="0" hangingPunct="0">
                <a:spcBef>
                  <a:spcPct val="50000"/>
                </a:spcBef>
              </a:pPr>
              <a:r>
                <a:rPr lang="en-US" sz="1600" b="1">
                  <a:solidFill>
                    <a:srgbClr val="000000"/>
                  </a:solidFill>
                  <a:latin typeface="Courier New" pitchFamily="49" charset="0"/>
                  <a:cs typeface="Times New Roman" pitchFamily="18" charset="0"/>
                </a:rPr>
                <a:t>integer1</a:t>
              </a:r>
              <a:endParaRPr lang="en-US" sz="1600">
                <a:solidFill>
                  <a:srgbClr val="000000"/>
                </a:solidFill>
                <a:latin typeface="Courier New" pitchFamily="49" charset="0"/>
                <a:cs typeface="Times New Roman" pitchFamily="18" charset="0"/>
              </a:endParaRPr>
            </a:p>
          </p:txBody>
        </p:sp>
        <p:sp>
          <p:nvSpPr>
            <p:cNvPr id="100" name="Rectangle 37"/>
            <p:cNvSpPr>
              <a:spLocks noChangeArrowheads="1"/>
            </p:cNvSpPr>
            <p:nvPr/>
          </p:nvSpPr>
          <p:spPr bwMode="auto">
            <a:xfrm>
              <a:off x="1824" y="1488"/>
              <a:ext cx="208" cy="182"/>
            </a:xfrm>
            <a:prstGeom prst="rect">
              <a:avLst/>
            </a:prstGeom>
            <a:noFill/>
            <a:ln w="9525">
              <a:noFill/>
              <a:miter lim="800000"/>
              <a:headEnd/>
              <a:tailEnd/>
            </a:ln>
          </p:spPr>
          <p:txBody>
            <a:bodyPr wrap="none" lIns="0" tIns="0" rIns="0" bIns="0">
              <a:spAutoFit/>
            </a:bodyPr>
            <a:lstStyle/>
            <a:p>
              <a:pPr eaLnBrk="0" hangingPunct="0">
                <a:spcBef>
                  <a:spcPct val="50000"/>
                </a:spcBef>
              </a:pPr>
              <a:r>
                <a:rPr lang="en-US" sz="1600" b="1">
                  <a:solidFill>
                    <a:srgbClr val="000000"/>
                  </a:solidFill>
                  <a:latin typeface="Courier New" pitchFamily="49" charset="0"/>
                  <a:cs typeface="Times New Roman" pitchFamily="18" charset="0"/>
                </a:rPr>
                <a:t>45</a:t>
              </a:r>
              <a:endParaRPr lang="en-US" sz="1600">
                <a:solidFill>
                  <a:srgbClr val="000000"/>
                </a:solidFill>
                <a:latin typeface="Courier New" pitchFamily="49" charset="0"/>
                <a:cs typeface="Times New Roman" pitchFamily="18" charset="0"/>
              </a:endParaRPr>
            </a:p>
          </p:txBody>
        </p:sp>
      </p:grpSp>
      <p:grpSp>
        <p:nvGrpSpPr>
          <p:cNvPr id="101" name="Group 38"/>
          <p:cNvGrpSpPr>
            <a:grpSpLocks/>
          </p:cNvGrpSpPr>
          <p:nvPr/>
        </p:nvGrpSpPr>
        <p:grpSpPr bwMode="auto">
          <a:xfrm>
            <a:off x="8210550" y="5659435"/>
            <a:ext cx="1460500" cy="261214"/>
            <a:chOff x="880" y="1488"/>
            <a:chExt cx="1233" cy="194"/>
          </a:xfrm>
        </p:grpSpPr>
        <p:sp>
          <p:nvSpPr>
            <p:cNvPr id="102" name="Rectangle 39"/>
            <p:cNvSpPr>
              <a:spLocks noChangeArrowheads="1"/>
            </p:cNvSpPr>
            <p:nvPr/>
          </p:nvSpPr>
          <p:spPr bwMode="auto">
            <a:xfrm>
              <a:off x="1737" y="1488"/>
              <a:ext cx="376" cy="190"/>
            </a:xfrm>
            <a:prstGeom prst="rect">
              <a:avLst/>
            </a:prstGeom>
            <a:solidFill>
              <a:srgbClr val="FFFFFF"/>
            </a:solidFill>
            <a:ln w="6350">
              <a:solidFill>
                <a:srgbClr val="000000"/>
              </a:solidFill>
              <a:miter lim="800000"/>
              <a:headEnd/>
              <a:tailEnd/>
            </a:ln>
          </p:spPr>
          <p:txBody>
            <a:bodyPr/>
            <a:lstStyle/>
            <a:p>
              <a:pPr eaLnBrk="0" hangingPunct="0"/>
              <a:endParaRPr lang="en-US">
                <a:solidFill>
                  <a:srgbClr val="000000"/>
                </a:solidFill>
                <a:latin typeface="Verdana" pitchFamily="34" charset="0"/>
                <a:cs typeface="Times New Roman" pitchFamily="18" charset="0"/>
              </a:endParaRPr>
            </a:p>
          </p:txBody>
        </p:sp>
        <p:sp>
          <p:nvSpPr>
            <p:cNvPr id="103" name="Rectangle 40"/>
            <p:cNvSpPr>
              <a:spLocks noChangeArrowheads="1"/>
            </p:cNvSpPr>
            <p:nvPr/>
          </p:nvSpPr>
          <p:spPr bwMode="auto">
            <a:xfrm>
              <a:off x="1237" y="1499"/>
              <a:ext cx="397" cy="152"/>
            </a:xfrm>
            <a:prstGeom prst="rect">
              <a:avLst/>
            </a:prstGeom>
            <a:noFill/>
            <a:ln w="9525">
              <a:noFill/>
              <a:miter lim="800000"/>
              <a:headEnd/>
              <a:tailEnd/>
            </a:ln>
          </p:spPr>
          <p:txBody>
            <a:bodyPr/>
            <a:lstStyle/>
            <a:p>
              <a:pPr eaLnBrk="0" hangingPunct="0"/>
              <a:endParaRPr lang="en-US">
                <a:solidFill>
                  <a:srgbClr val="000000"/>
                </a:solidFill>
                <a:latin typeface="Verdana" pitchFamily="34" charset="0"/>
                <a:cs typeface="Times New Roman" pitchFamily="18" charset="0"/>
              </a:endParaRPr>
            </a:p>
          </p:txBody>
        </p:sp>
        <p:sp>
          <p:nvSpPr>
            <p:cNvPr id="104" name="Rectangle 41"/>
            <p:cNvSpPr>
              <a:spLocks noChangeArrowheads="1"/>
            </p:cNvSpPr>
            <p:nvPr/>
          </p:nvSpPr>
          <p:spPr bwMode="auto">
            <a:xfrm>
              <a:off x="880" y="1499"/>
              <a:ext cx="834" cy="183"/>
            </a:xfrm>
            <a:prstGeom prst="rect">
              <a:avLst/>
            </a:prstGeom>
            <a:noFill/>
            <a:ln w="9525">
              <a:noFill/>
              <a:miter lim="800000"/>
              <a:headEnd/>
              <a:tailEnd/>
            </a:ln>
          </p:spPr>
          <p:txBody>
            <a:bodyPr wrap="none" lIns="0" tIns="0" rIns="0" bIns="0">
              <a:spAutoFit/>
            </a:bodyPr>
            <a:lstStyle/>
            <a:p>
              <a:pPr eaLnBrk="0" hangingPunct="0">
                <a:spcBef>
                  <a:spcPct val="50000"/>
                </a:spcBef>
              </a:pPr>
              <a:r>
                <a:rPr lang="en-US" sz="1600" b="1">
                  <a:solidFill>
                    <a:srgbClr val="000000"/>
                  </a:solidFill>
                  <a:latin typeface="Courier New" pitchFamily="49" charset="0"/>
                  <a:cs typeface="Times New Roman" pitchFamily="18" charset="0"/>
                </a:rPr>
                <a:t>integer2</a:t>
              </a:r>
              <a:endParaRPr lang="en-US" sz="1600">
                <a:solidFill>
                  <a:srgbClr val="000000"/>
                </a:solidFill>
                <a:latin typeface="Courier New" pitchFamily="49" charset="0"/>
                <a:cs typeface="Times New Roman" pitchFamily="18" charset="0"/>
              </a:endParaRPr>
            </a:p>
          </p:txBody>
        </p:sp>
        <p:sp>
          <p:nvSpPr>
            <p:cNvPr id="105" name="Rectangle 42"/>
            <p:cNvSpPr>
              <a:spLocks noChangeArrowheads="1"/>
            </p:cNvSpPr>
            <p:nvPr/>
          </p:nvSpPr>
          <p:spPr bwMode="auto">
            <a:xfrm>
              <a:off x="1824" y="1488"/>
              <a:ext cx="208" cy="183"/>
            </a:xfrm>
            <a:prstGeom prst="rect">
              <a:avLst/>
            </a:prstGeom>
            <a:noFill/>
            <a:ln w="9525">
              <a:noFill/>
              <a:miter lim="800000"/>
              <a:headEnd/>
              <a:tailEnd/>
            </a:ln>
          </p:spPr>
          <p:txBody>
            <a:bodyPr wrap="none" lIns="0" tIns="0" rIns="0" bIns="0">
              <a:spAutoFit/>
            </a:bodyPr>
            <a:lstStyle/>
            <a:p>
              <a:pPr eaLnBrk="0" hangingPunct="0">
                <a:spcBef>
                  <a:spcPct val="50000"/>
                </a:spcBef>
              </a:pPr>
              <a:r>
                <a:rPr lang="en-US" sz="1600" b="1">
                  <a:solidFill>
                    <a:srgbClr val="000000"/>
                  </a:solidFill>
                  <a:latin typeface="Courier New" pitchFamily="49" charset="0"/>
                  <a:cs typeface="Times New Roman" pitchFamily="18" charset="0"/>
                </a:rPr>
                <a:t>72</a:t>
              </a:r>
              <a:endParaRPr lang="en-US" sz="1600">
                <a:solidFill>
                  <a:srgbClr val="000000"/>
                </a:solidFill>
                <a:latin typeface="Courier New" pitchFamily="49" charset="0"/>
                <a:cs typeface="Times New Roman" pitchFamily="18" charset="0"/>
              </a:endParaRPr>
            </a:p>
          </p:txBody>
        </p:sp>
      </p:grpSp>
      <p:grpSp>
        <p:nvGrpSpPr>
          <p:cNvPr id="106" name="Group 43"/>
          <p:cNvGrpSpPr>
            <a:grpSpLocks/>
          </p:cNvGrpSpPr>
          <p:nvPr/>
        </p:nvGrpSpPr>
        <p:grpSpPr bwMode="auto">
          <a:xfrm>
            <a:off x="8632825" y="6061076"/>
            <a:ext cx="1065594" cy="258763"/>
            <a:chOff x="3813" y="3514"/>
            <a:chExt cx="899" cy="191"/>
          </a:xfrm>
        </p:grpSpPr>
        <p:sp>
          <p:nvSpPr>
            <p:cNvPr id="107" name="Rectangle 44"/>
            <p:cNvSpPr>
              <a:spLocks noChangeArrowheads="1"/>
            </p:cNvSpPr>
            <p:nvPr/>
          </p:nvSpPr>
          <p:spPr bwMode="auto">
            <a:xfrm>
              <a:off x="4313" y="3514"/>
              <a:ext cx="376" cy="190"/>
            </a:xfrm>
            <a:prstGeom prst="rect">
              <a:avLst/>
            </a:prstGeom>
            <a:solidFill>
              <a:srgbClr val="FFFFFF"/>
            </a:solidFill>
            <a:ln w="6350">
              <a:solidFill>
                <a:srgbClr val="000000"/>
              </a:solidFill>
              <a:miter lim="800000"/>
              <a:headEnd/>
              <a:tailEnd/>
            </a:ln>
          </p:spPr>
          <p:txBody>
            <a:bodyPr/>
            <a:lstStyle/>
            <a:p>
              <a:pPr eaLnBrk="0" hangingPunct="0"/>
              <a:endParaRPr lang="en-US">
                <a:solidFill>
                  <a:srgbClr val="000000"/>
                </a:solidFill>
                <a:latin typeface="Verdana" pitchFamily="34" charset="0"/>
                <a:cs typeface="Times New Roman" pitchFamily="18" charset="0"/>
              </a:endParaRPr>
            </a:p>
          </p:txBody>
        </p:sp>
        <p:sp>
          <p:nvSpPr>
            <p:cNvPr id="108" name="Rectangle 45"/>
            <p:cNvSpPr>
              <a:spLocks noChangeArrowheads="1"/>
            </p:cNvSpPr>
            <p:nvPr/>
          </p:nvSpPr>
          <p:spPr bwMode="auto">
            <a:xfrm>
              <a:off x="3813" y="3525"/>
              <a:ext cx="397" cy="152"/>
            </a:xfrm>
            <a:prstGeom prst="rect">
              <a:avLst/>
            </a:prstGeom>
            <a:noFill/>
            <a:ln w="9525">
              <a:noFill/>
              <a:miter lim="800000"/>
              <a:headEnd/>
              <a:tailEnd/>
            </a:ln>
          </p:spPr>
          <p:txBody>
            <a:bodyPr/>
            <a:lstStyle/>
            <a:p>
              <a:pPr eaLnBrk="0" hangingPunct="0"/>
              <a:endParaRPr lang="en-US">
                <a:solidFill>
                  <a:srgbClr val="000000"/>
                </a:solidFill>
                <a:latin typeface="Verdana" pitchFamily="34" charset="0"/>
                <a:cs typeface="Times New Roman" pitchFamily="18" charset="0"/>
              </a:endParaRPr>
            </a:p>
          </p:txBody>
        </p:sp>
        <p:sp>
          <p:nvSpPr>
            <p:cNvPr id="109" name="Rectangle 46"/>
            <p:cNvSpPr>
              <a:spLocks noChangeArrowheads="1"/>
            </p:cNvSpPr>
            <p:nvPr/>
          </p:nvSpPr>
          <p:spPr bwMode="auto">
            <a:xfrm>
              <a:off x="3888" y="3525"/>
              <a:ext cx="323" cy="180"/>
            </a:xfrm>
            <a:prstGeom prst="rect">
              <a:avLst/>
            </a:prstGeom>
            <a:noFill/>
            <a:ln w="9525">
              <a:noFill/>
              <a:miter lim="800000"/>
              <a:headEnd/>
              <a:tailEnd/>
            </a:ln>
          </p:spPr>
          <p:txBody>
            <a:bodyPr lIns="0" tIns="0" rIns="0" bIns="0">
              <a:spAutoFit/>
            </a:bodyPr>
            <a:lstStyle/>
            <a:p>
              <a:pPr algn="r" eaLnBrk="0" hangingPunct="0">
                <a:spcBef>
                  <a:spcPct val="50000"/>
                </a:spcBef>
              </a:pPr>
              <a:r>
                <a:rPr lang="en-US" sz="1600" b="1">
                  <a:solidFill>
                    <a:srgbClr val="000000"/>
                  </a:solidFill>
                  <a:latin typeface="Courier New" pitchFamily="49" charset="0"/>
                  <a:cs typeface="Times New Roman" pitchFamily="18" charset="0"/>
                </a:rPr>
                <a:t>sum</a:t>
              </a:r>
              <a:endParaRPr lang="en-US" sz="1600">
                <a:solidFill>
                  <a:srgbClr val="000000"/>
                </a:solidFill>
                <a:latin typeface="Courier New" pitchFamily="49" charset="0"/>
                <a:cs typeface="Times New Roman" pitchFamily="18" charset="0"/>
              </a:endParaRPr>
            </a:p>
          </p:txBody>
        </p:sp>
        <p:sp>
          <p:nvSpPr>
            <p:cNvPr id="110" name="Rectangle 47"/>
            <p:cNvSpPr>
              <a:spLocks noChangeArrowheads="1"/>
            </p:cNvSpPr>
            <p:nvPr/>
          </p:nvSpPr>
          <p:spPr bwMode="auto">
            <a:xfrm>
              <a:off x="4400" y="3514"/>
              <a:ext cx="312" cy="182"/>
            </a:xfrm>
            <a:prstGeom prst="rect">
              <a:avLst/>
            </a:prstGeom>
            <a:noFill/>
            <a:ln w="9525">
              <a:noFill/>
              <a:miter lim="800000"/>
              <a:headEnd/>
              <a:tailEnd/>
            </a:ln>
          </p:spPr>
          <p:txBody>
            <a:bodyPr wrap="none" lIns="0" tIns="0" rIns="0" bIns="0">
              <a:spAutoFit/>
            </a:bodyPr>
            <a:lstStyle/>
            <a:p>
              <a:pPr eaLnBrk="0" hangingPunct="0">
                <a:spcBef>
                  <a:spcPct val="50000"/>
                </a:spcBef>
              </a:pPr>
              <a:r>
                <a:rPr lang="en-US" sz="1600" b="1">
                  <a:solidFill>
                    <a:srgbClr val="000000"/>
                  </a:solidFill>
                  <a:latin typeface="Courier New" pitchFamily="49" charset="0"/>
                  <a:cs typeface="Times New Roman" pitchFamily="18" charset="0"/>
                </a:rPr>
                <a:t>117</a:t>
              </a:r>
              <a:endParaRPr lang="en-US" sz="1600">
                <a:solidFill>
                  <a:srgbClr val="000000"/>
                </a:solidFill>
                <a:latin typeface="Courier New" pitchFamily="49" charset="0"/>
                <a:cs typeface="Times New Roman" pitchFamily="18" charset="0"/>
              </a:endParaRPr>
            </a:p>
          </p:txBody>
        </p:sp>
      </p:gr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Rectangle 3"/>
          <p:cNvSpPr txBox="1">
            <a:spLocks noChangeArrowheads="1"/>
          </p:cNvSpPr>
          <p:nvPr/>
        </p:nvSpPr>
        <p:spPr bwMode="auto">
          <a:xfrm>
            <a:off x="1524000" y="0"/>
            <a:ext cx="7010400" cy="5638800"/>
          </a:xfrm>
          <a:prstGeom prst="rect">
            <a:avLst/>
          </a:prstGeom>
          <a:solidFill>
            <a:srgbClr val="FFE699"/>
          </a:solidFill>
          <a:ln w="9525">
            <a:noFill/>
            <a:miter lim="800000"/>
            <a:headEnd/>
            <a:tailEnd/>
          </a:ln>
          <a:effectLst/>
        </p:spPr>
        <p:txBody>
          <a:bodyPr vert="horz" wrap="square" lIns="91440" tIns="182880" rIns="91440" bIns="182880" numCol="1" anchor="t" anchorCtr="0" compatLnSpc="1">
            <a:prstTxWarp prst="textNoShape">
              <a:avLst/>
            </a:prstTxWarp>
          </a:bodyPr>
          <a:lstStyle/>
          <a:p>
            <a:pPr fontAlgn="base">
              <a:spcBef>
                <a:spcPct val="20000"/>
              </a:spcBef>
              <a:spcAft>
                <a:spcPct val="0"/>
              </a:spcAft>
              <a:defRPr/>
            </a:pPr>
            <a:r>
              <a:rPr lang="en-US" sz="1200" b="1" kern="0" dirty="0">
                <a:solidFill>
                  <a:srgbClr val="5F5F5F"/>
                </a:solidFill>
                <a:latin typeface="AvantGarde" pitchFamily="34" charset="0"/>
                <a:cs typeface="Times New Roman" pitchFamily="18" charset="0"/>
              </a:rPr>
              <a:t>1      </a:t>
            </a:r>
            <a:r>
              <a:rPr lang="en-US" sz="1200" b="1" kern="0" dirty="0">
                <a:solidFill>
                  <a:srgbClr val="008000"/>
                </a:solidFill>
                <a:latin typeface="Courier New" pitchFamily="49" charset="0"/>
                <a:cs typeface="Courier New" pitchFamily="49" charset="0"/>
              </a:rPr>
              <a:t>//</a:t>
            </a:r>
            <a:endParaRPr lang="en-US" sz="1200" b="1" kern="0" dirty="0">
              <a:solidFill>
                <a:srgbClr val="000000"/>
              </a:solidFill>
              <a:latin typeface="Courier" pitchFamily="49" charset="0"/>
              <a:cs typeface="Times New Roman" pitchFamily="18" charset="0"/>
            </a:endParaRPr>
          </a:p>
          <a:p>
            <a:pPr fontAlgn="base">
              <a:spcBef>
                <a:spcPct val="20000"/>
              </a:spcBef>
              <a:spcAft>
                <a:spcPct val="0"/>
              </a:spcAft>
              <a:defRPr/>
            </a:pPr>
            <a:r>
              <a:rPr lang="en-US" sz="1200" b="1" kern="0" dirty="0">
                <a:solidFill>
                  <a:srgbClr val="5F5F5F"/>
                </a:solidFill>
                <a:latin typeface="AvantGarde" pitchFamily="34" charset="0"/>
                <a:cs typeface="Times New Roman" pitchFamily="18" charset="0"/>
              </a:rPr>
              <a:t>2      </a:t>
            </a:r>
            <a:r>
              <a:rPr lang="en-US" sz="1200" b="1" kern="0" dirty="0">
                <a:solidFill>
                  <a:srgbClr val="008000"/>
                </a:solidFill>
                <a:latin typeface="Courier New" pitchFamily="49" charset="0"/>
                <a:cs typeface="Courier New" pitchFamily="49" charset="0"/>
              </a:rPr>
              <a:t>// Using if statements, relational</a:t>
            </a:r>
            <a:endParaRPr lang="en-US" sz="1200" b="1" kern="0" dirty="0">
              <a:solidFill>
                <a:srgbClr val="000000"/>
              </a:solidFill>
              <a:latin typeface="Courier" pitchFamily="49" charset="0"/>
              <a:cs typeface="Times New Roman" pitchFamily="18" charset="0"/>
            </a:endParaRPr>
          </a:p>
          <a:p>
            <a:pPr fontAlgn="base">
              <a:spcBef>
                <a:spcPct val="20000"/>
              </a:spcBef>
              <a:spcAft>
                <a:spcPct val="0"/>
              </a:spcAft>
              <a:defRPr/>
            </a:pPr>
            <a:r>
              <a:rPr lang="en-US" sz="1200" b="1" kern="0" dirty="0">
                <a:solidFill>
                  <a:srgbClr val="5F5F5F"/>
                </a:solidFill>
                <a:latin typeface="AvantGarde" pitchFamily="34" charset="0"/>
                <a:cs typeface="Times New Roman" pitchFamily="18" charset="0"/>
              </a:rPr>
              <a:t>3      </a:t>
            </a:r>
            <a:r>
              <a:rPr lang="en-US" sz="1200" b="1" kern="0" dirty="0">
                <a:solidFill>
                  <a:srgbClr val="008000"/>
                </a:solidFill>
                <a:latin typeface="Courier New" pitchFamily="49" charset="0"/>
                <a:cs typeface="Courier New" pitchFamily="49" charset="0"/>
              </a:rPr>
              <a:t>// operators, and equality operators.</a:t>
            </a:r>
            <a:endParaRPr lang="en-US" sz="1200" b="1" kern="0" dirty="0">
              <a:solidFill>
                <a:srgbClr val="000000"/>
              </a:solidFill>
              <a:latin typeface="Courier" pitchFamily="49" charset="0"/>
              <a:cs typeface="Times New Roman" pitchFamily="18" charset="0"/>
            </a:endParaRPr>
          </a:p>
          <a:p>
            <a:pPr fontAlgn="base">
              <a:spcBef>
                <a:spcPct val="20000"/>
              </a:spcBef>
              <a:spcAft>
                <a:spcPct val="0"/>
              </a:spcAft>
              <a:defRPr/>
            </a:pPr>
            <a:r>
              <a:rPr lang="en-US" sz="1200" b="1" kern="0" dirty="0">
                <a:solidFill>
                  <a:srgbClr val="5F5F5F"/>
                </a:solidFill>
                <a:latin typeface="AvantGarde" pitchFamily="34" charset="0"/>
                <a:cs typeface="Times New Roman" pitchFamily="18" charset="0"/>
              </a:rPr>
              <a:t>4      </a:t>
            </a:r>
            <a:r>
              <a:rPr lang="en-US" sz="1200" b="1" kern="0" dirty="0">
                <a:solidFill>
                  <a:srgbClr val="0000FF"/>
                </a:solidFill>
                <a:latin typeface="Courier New" pitchFamily="49" charset="0"/>
                <a:cs typeface="Courier New" pitchFamily="49" charset="0"/>
              </a:rPr>
              <a:t>#include</a:t>
            </a:r>
            <a:r>
              <a:rPr lang="en-US" sz="1200" b="1" kern="0" dirty="0">
                <a:solidFill>
                  <a:srgbClr val="000000"/>
                </a:solidFill>
                <a:latin typeface="Courier New" pitchFamily="49" charset="0"/>
                <a:cs typeface="Courier New" pitchFamily="49" charset="0"/>
              </a:rPr>
              <a:t> &lt;iostream&gt;</a:t>
            </a:r>
            <a:endParaRPr lang="en-US" sz="1200" b="1" kern="0" dirty="0">
              <a:solidFill>
                <a:srgbClr val="000000"/>
              </a:solidFill>
              <a:latin typeface="Courier" pitchFamily="49" charset="0"/>
              <a:cs typeface="Times New Roman" pitchFamily="18" charset="0"/>
            </a:endParaRPr>
          </a:p>
          <a:p>
            <a:pPr fontAlgn="base">
              <a:spcBef>
                <a:spcPct val="20000"/>
              </a:spcBef>
              <a:spcAft>
                <a:spcPct val="0"/>
              </a:spcAft>
              <a:defRPr/>
            </a:pPr>
            <a:r>
              <a:rPr lang="en-US" sz="1200" b="1" kern="0" dirty="0">
                <a:solidFill>
                  <a:srgbClr val="5F5F5F"/>
                </a:solidFill>
                <a:latin typeface="AvantGarde" pitchFamily="34" charset="0"/>
                <a:cs typeface="Times New Roman" pitchFamily="18" charset="0"/>
              </a:rPr>
              <a:t>5      </a:t>
            </a:r>
            <a:endParaRPr lang="en-US" sz="1200" b="1" kern="0" dirty="0">
              <a:solidFill>
                <a:srgbClr val="000000"/>
              </a:solidFill>
              <a:latin typeface="Courier" pitchFamily="49" charset="0"/>
              <a:cs typeface="Times New Roman" pitchFamily="18" charset="0"/>
            </a:endParaRPr>
          </a:p>
          <a:p>
            <a:pPr fontAlgn="base">
              <a:spcBef>
                <a:spcPct val="20000"/>
              </a:spcBef>
              <a:spcAft>
                <a:spcPct val="0"/>
              </a:spcAft>
              <a:defRPr/>
            </a:pPr>
            <a:r>
              <a:rPr lang="en-US" sz="1200" b="1" kern="0" dirty="0">
                <a:solidFill>
                  <a:srgbClr val="5F5F5F"/>
                </a:solidFill>
                <a:latin typeface="AvantGarde" pitchFamily="34" charset="0"/>
                <a:cs typeface="Times New Roman" pitchFamily="18" charset="0"/>
              </a:rPr>
              <a:t>6      </a:t>
            </a:r>
            <a:r>
              <a:rPr lang="en-US" sz="1200" b="1" kern="0" dirty="0">
                <a:solidFill>
                  <a:srgbClr val="0000FF"/>
                </a:solidFill>
                <a:latin typeface="Courier New" pitchFamily="49" charset="0"/>
                <a:cs typeface="Courier New" pitchFamily="49" charset="0"/>
              </a:rPr>
              <a:t>using</a:t>
            </a:r>
            <a:r>
              <a:rPr lang="en-US" sz="1200" b="1" kern="0" dirty="0">
                <a:solidFill>
                  <a:srgbClr val="000000"/>
                </a:solidFill>
                <a:latin typeface="Courier New" pitchFamily="49" charset="0"/>
                <a:cs typeface="Courier New" pitchFamily="49" charset="0"/>
              </a:rPr>
              <a:t> std::</a:t>
            </a:r>
            <a:r>
              <a:rPr lang="en-US" sz="1200" b="1" kern="0" dirty="0" err="1">
                <a:solidFill>
                  <a:srgbClr val="000000"/>
                </a:solidFill>
                <a:latin typeface="Courier New" pitchFamily="49" charset="0"/>
                <a:cs typeface="Courier New" pitchFamily="49" charset="0"/>
              </a:rPr>
              <a:t>cout</a:t>
            </a:r>
            <a:r>
              <a:rPr lang="en-US" sz="1200" b="1" kern="0" dirty="0">
                <a:solidFill>
                  <a:srgbClr val="000000"/>
                </a:solidFill>
                <a:latin typeface="Courier New" pitchFamily="49" charset="0"/>
                <a:cs typeface="Courier New" pitchFamily="49" charset="0"/>
              </a:rPr>
              <a:t>;  </a:t>
            </a:r>
            <a:r>
              <a:rPr lang="en-US" sz="1200" b="1" kern="0" dirty="0">
                <a:solidFill>
                  <a:srgbClr val="008000"/>
                </a:solidFill>
                <a:latin typeface="Courier New" pitchFamily="49" charset="0"/>
                <a:cs typeface="Courier New" pitchFamily="49" charset="0"/>
              </a:rPr>
              <a:t>// program uses </a:t>
            </a:r>
            <a:r>
              <a:rPr lang="en-US" sz="1200" b="1" kern="0" dirty="0" err="1">
                <a:solidFill>
                  <a:srgbClr val="008000"/>
                </a:solidFill>
                <a:latin typeface="Courier New" pitchFamily="49" charset="0"/>
                <a:cs typeface="Courier New" pitchFamily="49" charset="0"/>
              </a:rPr>
              <a:t>cout</a:t>
            </a:r>
            <a:endParaRPr lang="en-US" sz="1200" b="1" kern="0" dirty="0">
              <a:solidFill>
                <a:srgbClr val="000000"/>
              </a:solidFill>
              <a:latin typeface="Courier" pitchFamily="49" charset="0"/>
              <a:cs typeface="Times New Roman" pitchFamily="18" charset="0"/>
            </a:endParaRPr>
          </a:p>
          <a:p>
            <a:pPr fontAlgn="base">
              <a:spcBef>
                <a:spcPct val="20000"/>
              </a:spcBef>
              <a:spcAft>
                <a:spcPct val="0"/>
              </a:spcAft>
              <a:defRPr/>
            </a:pPr>
            <a:r>
              <a:rPr lang="en-US" sz="1200" b="1" kern="0" dirty="0">
                <a:solidFill>
                  <a:srgbClr val="5F5F5F"/>
                </a:solidFill>
                <a:latin typeface="AvantGarde" pitchFamily="34" charset="0"/>
                <a:cs typeface="Times New Roman" pitchFamily="18" charset="0"/>
              </a:rPr>
              <a:t>7      </a:t>
            </a:r>
            <a:r>
              <a:rPr lang="en-US" sz="1200" b="1" kern="0" dirty="0">
                <a:solidFill>
                  <a:srgbClr val="0000FF"/>
                </a:solidFill>
                <a:latin typeface="Courier New" pitchFamily="49" charset="0"/>
                <a:cs typeface="Courier New" pitchFamily="49" charset="0"/>
              </a:rPr>
              <a:t>using</a:t>
            </a:r>
            <a:r>
              <a:rPr lang="en-US" sz="1200" b="1" kern="0" dirty="0">
                <a:solidFill>
                  <a:srgbClr val="000000"/>
                </a:solidFill>
                <a:latin typeface="Courier New" pitchFamily="49" charset="0"/>
                <a:cs typeface="Courier New" pitchFamily="49" charset="0"/>
              </a:rPr>
              <a:t> std::</a:t>
            </a:r>
            <a:r>
              <a:rPr lang="en-US" sz="1200" b="1" kern="0" dirty="0" err="1">
                <a:solidFill>
                  <a:srgbClr val="000000"/>
                </a:solidFill>
                <a:latin typeface="Courier New" pitchFamily="49" charset="0"/>
                <a:cs typeface="Courier New" pitchFamily="49" charset="0"/>
              </a:rPr>
              <a:t>cin</a:t>
            </a:r>
            <a:r>
              <a:rPr lang="en-US" sz="1200" b="1" kern="0" dirty="0">
                <a:solidFill>
                  <a:srgbClr val="000000"/>
                </a:solidFill>
                <a:latin typeface="Courier New" pitchFamily="49" charset="0"/>
                <a:cs typeface="Courier New" pitchFamily="49" charset="0"/>
              </a:rPr>
              <a:t>;   </a:t>
            </a:r>
            <a:r>
              <a:rPr lang="en-US" sz="1200" b="1" kern="0" dirty="0">
                <a:solidFill>
                  <a:srgbClr val="008000"/>
                </a:solidFill>
                <a:latin typeface="Courier New" pitchFamily="49" charset="0"/>
                <a:cs typeface="Courier New" pitchFamily="49" charset="0"/>
              </a:rPr>
              <a:t>// program uses </a:t>
            </a:r>
            <a:r>
              <a:rPr lang="en-US" sz="1200" b="1" kern="0" dirty="0" err="1">
                <a:solidFill>
                  <a:srgbClr val="008000"/>
                </a:solidFill>
                <a:latin typeface="Courier New" pitchFamily="49" charset="0"/>
                <a:cs typeface="Courier New" pitchFamily="49" charset="0"/>
              </a:rPr>
              <a:t>cin</a:t>
            </a:r>
            <a:r>
              <a:rPr lang="en-US" sz="1200" b="1" kern="0" dirty="0">
                <a:solidFill>
                  <a:srgbClr val="008000"/>
                </a:solidFill>
                <a:latin typeface="Courier New" pitchFamily="49" charset="0"/>
                <a:cs typeface="Courier New" pitchFamily="49" charset="0"/>
              </a:rPr>
              <a:t> </a:t>
            </a:r>
            <a:endParaRPr lang="en-US" sz="1200" b="1" kern="0" dirty="0">
              <a:solidFill>
                <a:srgbClr val="000000"/>
              </a:solidFill>
              <a:latin typeface="Courier" pitchFamily="49" charset="0"/>
              <a:cs typeface="Times New Roman" pitchFamily="18" charset="0"/>
            </a:endParaRPr>
          </a:p>
          <a:p>
            <a:pPr fontAlgn="base">
              <a:spcBef>
                <a:spcPct val="20000"/>
              </a:spcBef>
              <a:spcAft>
                <a:spcPct val="0"/>
              </a:spcAft>
              <a:defRPr/>
            </a:pPr>
            <a:r>
              <a:rPr lang="en-US" sz="1200" b="1" kern="0" dirty="0">
                <a:solidFill>
                  <a:srgbClr val="5F5F5F"/>
                </a:solidFill>
                <a:latin typeface="AvantGarde" pitchFamily="34" charset="0"/>
                <a:cs typeface="Times New Roman" pitchFamily="18" charset="0"/>
              </a:rPr>
              <a:t>8      </a:t>
            </a:r>
            <a:r>
              <a:rPr lang="en-US" sz="1200" b="1" kern="0" dirty="0">
                <a:solidFill>
                  <a:srgbClr val="0000FF"/>
                </a:solidFill>
                <a:latin typeface="Courier New" pitchFamily="49" charset="0"/>
                <a:cs typeface="Courier New" pitchFamily="49" charset="0"/>
              </a:rPr>
              <a:t>using</a:t>
            </a:r>
            <a:r>
              <a:rPr lang="en-US" sz="1200" b="1" kern="0" dirty="0">
                <a:solidFill>
                  <a:srgbClr val="000000"/>
                </a:solidFill>
                <a:latin typeface="Courier New" pitchFamily="49" charset="0"/>
                <a:cs typeface="Courier New" pitchFamily="49" charset="0"/>
              </a:rPr>
              <a:t> std::</a:t>
            </a:r>
            <a:r>
              <a:rPr lang="en-US" sz="1200" b="1" kern="0" dirty="0" err="1">
                <a:solidFill>
                  <a:srgbClr val="000000"/>
                </a:solidFill>
                <a:latin typeface="Courier New" pitchFamily="49" charset="0"/>
                <a:cs typeface="Courier New" pitchFamily="49" charset="0"/>
              </a:rPr>
              <a:t>endl</a:t>
            </a:r>
            <a:r>
              <a:rPr lang="en-US" sz="1200" b="1" kern="0" dirty="0">
                <a:solidFill>
                  <a:srgbClr val="000000"/>
                </a:solidFill>
                <a:latin typeface="Courier New" pitchFamily="49" charset="0"/>
                <a:cs typeface="Courier New" pitchFamily="49" charset="0"/>
              </a:rPr>
              <a:t>;  </a:t>
            </a:r>
            <a:r>
              <a:rPr lang="en-US" sz="1200" b="1" kern="0" dirty="0">
                <a:solidFill>
                  <a:srgbClr val="008000"/>
                </a:solidFill>
                <a:latin typeface="Courier New" pitchFamily="49" charset="0"/>
                <a:cs typeface="Courier New" pitchFamily="49" charset="0"/>
              </a:rPr>
              <a:t>// program uses </a:t>
            </a:r>
            <a:r>
              <a:rPr lang="en-US" sz="1200" b="1" kern="0" dirty="0" err="1">
                <a:solidFill>
                  <a:srgbClr val="008000"/>
                </a:solidFill>
                <a:latin typeface="Courier New" pitchFamily="49" charset="0"/>
                <a:cs typeface="Courier New" pitchFamily="49" charset="0"/>
              </a:rPr>
              <a:t>endl</a:t>
            </a:r>
            <a:endParaRPr lang="en-US" sz="1200" b="1" kern="0" dirty="0">
              <a:solidFill>
                <a:srgbClr val="000000"/>
              </a:solidFill>
              <a:latin typeface="Courier" pitchFamily="49" charset="0"/>
              <a:cs typeface="Times New Roman" pitchFamily="18" charset="0"/>
            </a:endParaRPr>
          </a:p>
          <a:p>
            <a:pPr fontAlgn="base">
              <a:spcBef>
                <a:spcPct val="20000"/>
              </a:spcBef>
              <a:spcAft>
                <a:spcPct val="0"/>
              </a:spcAft>
              <a:defRPr/>
            </a:pPr>
            <a:r>
              <a:rPr lang="en-US" sz="1200" b="1" kern="0" dirty="0">
                <a:solidFill>
                  <a:srgbClr val="5F5F5F"/>
                </a:solidFill>
                <a:latin typeface="AvantGarde" pitchFamily="34" charset="0"/>
                <a:cs typeface="Times New Roman" pitchFamily="18" charset="0"/>
              </a:rPr>
              <a:t>9      </a:t>
            </a:r>
            <a:endParaRPr lang="en-US" sz="1200" b="1" kern="0" dirty="0">
              <a:solidFill>
                <a:srgbClr val="000000"/>
              </a:solidFill>
              <a:latin typeface="Courier" pitchFamily="49" charset="0"/>
              <a:cs typeface="Times New Roman" pitchFamily="18" charset="0"/>
            </a:endParaRPr>
          </a:p>
          <a:p>
            <a:pPr fontAlgn="base">
              <a:spcBef>
                <a:spcPct val="20000"/>
              </a:spcBef>
              <a:spcAft>
                <a:spcPct val="0"/>
              </a:spcAft>
              <a:defRPr/>
            </a:pPr>
            <a:r>
              <a:rPr lang="en-US" sz="1200" b="1" kern="0" dirty="0">
                <a:solidFill>
                  <a:srgbClr val="5F5F5F"/>
                </a:solidFill>
                <a:latin typeface="AvantGarde" pitchFamily="34" charset="0"/>
                <a:cs typeface="Times New Roman" pitchFamily="18" charset="0"/>
              </a:rPr>
              <a:t>10    </a:t>
            </a:r>
            <a:r>
              <a:rPr lang="en-US" sz="1200" b="1" kern="0" dirty="0">
                <a:solidFill>
                  <a:srgbClr val="008000"/>
                </a:solidFill>
                <a:latin typeface="Courier New" pitchFamily="49" charset="0"/>
                <a:cs typeface="Courier New" pitchFamily="49" charset="0"/>
              </a:rPr>
              <a:t>// function main begins program execution</a:t>
            </a:r>
            <a:endParaRPr lang="en-US" sz="1200" b="1" kern="0" dirty="0">
              <a:solidFill>
                <a:srgbClr val="000000"/>
              </a:solidFill>
              <a:latin typeface="Courier" pitchFamily="49" charset="0"/>
              <a:cs typeface="Times New Roman" pitchFamily="18" charset="0"/>
            </a:endParaRPr>
          </a:p>
          <a:p>
            <a:pPr fontAlgn="base">
              <a:spcBef>
                <a:spcPct val="20000"/>
              </a:spcBef>
              <a:spcAft>
                <a:spcPct val="0"/>
              </a:spcAft>
              <a:defRPr/>
            </a:pPr>
            <a:r>
              <a:rPr lang="en-US" sz="1200" b="1" kern="0" dirty="0">
                <a:solidFill>
                  <a:srgbClr val="5F5F5F"/>
                </a:solidFill>
                <a:latin typeface="AvantGarde" pitchFamily="34" charset="0"/>
                <a:cs typeface="Times New Roman" pitchFamily="18" charset="0"/>
              </a:rPr>
              <a:t>11    </a:t>
            </a:r>
            <a:r>
              <a:rPr lang="en-US" sz="1200" b="1" kern="0" dirty="0">
                <a:solidFill>
                  <a:srgbClr val="0000FF"/>
                </a:solidFill>
                <a:latin typeface="Courier New" pitchFamily="49" charset="0"/>
                <a:cs typeface="Courier New" pitchFamily="49" charset="0"/>
              </a:rPr>
              <a:t>int</a:t>
            </a:r>
            <a:r>
              <a:rPr lang="en-US" sz="1200" b="1" kern="0" dirty="0">
                <a:solidFill>
                  <a:srgbClr val="000000"/>
                </a:solidFill>
                <a:latin typeface="Courier New" pitchFamily="49" charset="0"/>
                <a:cs typeface="Courier New" pitchFamily="49" charset="0"/>
              </a:rPr>
              <a:t> main()</a:t>
            </a:r>
            <a:endParaRPr lang="en-US" sz="1200" b="1" kern="0" dirty="0">
              <a:solidFill>
                <a:srgbClr val="000000"/>
              </a:solidFill>
              <a:latin typeface="Courier" pitchFamily="49" charset="0"/>
              <a:cs typeface="Times New Roman" pitchFamily="18" charset="0"/>
            </a:endParaRPr>
          </a:p>
          <a:p>
            <a:pPr fontAlgn="base">
              <a:spcBef>
                <a:spcPct val="20000"/>
              </a:spcBef>
              <a:spcAft>
                <a:spcPct val="0"/>
              </a:spcAft>
              <a:defRPr/>
            </a:pPr>
            <a:r>
              <a:rPr lang="en-US" sz="1200" b="1" kern="0" dirty="0">
                <a:solidFill>
                  <a:srgbClr val="5F5F5F"/>
                </a:solidFill>
                <a:latin typeface="AvantGarde" pitchFamily="34" charset="0"/>
                <a:cs typeface="Times New Roman" pitchFamily="18" charset="0"/>
              </a:rPr>
              <a:t>12    </a:t>
            </a:r>
            <a:r>
              <a:rPr lang="en-US" sz="1200" b="1" kern="0" dirty="0">
                <a:solidFill>
                  <a:srgbClr val="000000"/>
                </a:solidFill>
                <a:latin typeface="Courier New" pitchFamily="49" charset="0"/>
                <a:cs typeface="Courier New" pitchFamily="49" charset="0"/>
              </a:rPr>
              <a:t>{</a:t>
            </a:r>
            <a:endParaRPr lang="en-US" sz="1200" b="1" kern="0" dirty="0">
              <a:solidFill>
                <a:srgbClr val="000000"/>
              </a:solidFill>
              <a:latin typeface="Courier" pitchFamily="49" charset="0"/>
              <a:cs typeface="Times New Roman" pitchFamily="18" charset="0"/>
            </a:endParaRPr>
          </a:p>
          <a:p>
            <a:pPr fontAlgn="base">
              <a:spcBef>
                <a:spcPct val="20000"/>
              </a:spcBef>
              <a:spcAft>
                <a:spcPct val="0"/>
              </a:spcAft>
              <a:defRPr/>
            </a:pPr>
            <a:r>
              <a:rPr lang="en-US" sz="1200" b="1" kern="0" dirty="0">
                <a:solidFill>
                  <a:srgbClr val="5F5F5F"/>
                </a:solidFill>
                <a:latin typeface="AvantGarde" pitchFamily="34" charset="0"/>
                <a:cs typeface="Times New Roman" pitchFamily="18" charset="0"/>
              </a:rPr>
              <a:t>13    </a:t>
            </a:r>
            <a:r>
              <a:rPr lang="en-US" sz="1200" b="1" kern="0" dirty="0">
                <a:solidFill>
                  <a:srgbClr val="000000"/>
                </a:solidFill>
                <a:latin typeface="Courier New" pitchFamily="49" charset="0"/>
                <a:cs typeface="Courier New" pitchFamily="49" charset="0"/>
              </a:rPr>
              <a:t>   </a:t>
            </a:r>
            <a:r>
              <a:rPr lang="en-US" sz="1200" b="1" kern="0" dirty="0">
                <a:solidFill>
                  <a:srgbClr val="0000FF"/>
                </a:solidFill>
                <a:latin typeface="Courier New" pitchFamily="49" charset="0"/>
                <a:cs typeface="Courier New" pitchFamily="49" charset="0"/>
              </a:rPr>
              <a:t>int</a:t>
            </a:r>
            <a:r>
              <a:rPr lang="en-US" sz="1200" b="1" kern="0" dirty="0">
                <a:solidFill>
                  <a:srgbClr val="000000"/>
                </a:solidFill>
                <a:latin typeface="Courier New" pitchFamily="49" charset="0"/>
                <a:cs typeface="Courier New" pitchFamily="49" charset="0"/>
              </a:rPr>
              <a:t> num1;  </a:t>
            </a:r>
            <a:r>
              <a:rPr lang="en-US" sz="1200" b="1" kern="0" dirty="0">
                <a:solidFill>
                  <a:srgbClr val="008000"/>
                </a:solidFill>
                <a:latin typeface="Courier New" pitchFamily="49" charset="0"/>
                <a:cs typeface="Courier New" pitchFamily="49" charset="0"/>
              </a:rPr>
              <a:t>// first number to be read from user</a:t>
            </a:r>
            <a:endParaRPr lang="en-US" sz="1200" b="1" kern="0" dirty="0">
              <a:solidFill>
                <a:srgbClr val="000000"/>
              </a:solidFill>
              <a:latin typeface="Courier" pitchFamily="49" charset="0"/>
              <a:cs typeface="Times New Roman" pitchFamily="18" charset="0"/>
            </a:endParaRPr>
          </a:p>
          <a:p>
            <a:pPr fontAlgn="base">
              <a:spcBef>
                <a:spcPct val="20000"/>
              </a:spcBef>
              <a:spcAft>
                <a:spcPct val="0"/>
              </a:spcAft>
              <a:defRPr/>
            </a:pPr>
            <a:r>
              <a:rPr lang="en-US" sz="1200" b="1" kern="0" dirty="0">
                <a:solidFill>
                  <a:srgbClr val="5F5F5F"/>
                </a:solidFill>
                <a:latin typeface="AvantGarde" pitchFamily="34" charset="0"/>
                <a:cs typeface="Times New Roman" pitchFamily="18" charset="0"/>
              </a:rPr>
              <a:t>14    </a:t>
            </a:r>
            <a:r>
              <a:rPr lang="en-US" sz="1200" b="1" kern="0" dirty="0">
                <a:solidFill>
                  <a:srgbClr val="000000"/>
                </a:solidFill>
                <a:latin typeface="Courier New" pitchFamily="49" charset="0"/>
                <a:cs typeface="Courier New" pitchFamily="49" charset="0"/>
              </a:rPr>
              <a:t>   </a:t>
            </a:r>
            <a:r>
              <a:rPr lang="en-US" sz="1200" b="1" kern="0" dirty="0">
                <a:solidFill>
                  <a:srgbClr val="0000FF"/>
                </a:solidFill>
                <a:latin typeface="Courier New" pitchFamily="49" charset="0"/>
                <a:cs typeface="Courier New" pitchFamily="49" charset="0"/>
              </a:rPr>
              <a:t>int</a:t>
            </a:r>
            <a:r>
              <a:rPr lang="en-US" sz="1200" b="1" kern="0" dirty="0">
                <a:solidFill>
                  <a:srgbClr val="000000"/>
                </a:solidFill>
                <a:latin typeface="Courier New" pitchFamily="49" charset="0"/>
                <a:cs typeface="Courier New" pitchFamily="49" charset="0"/>
              </a:rPr>
              <a:t> num2;  </a:t>
            </a:r>
            <a:r>
              <a:rPr lang="en-US" sz="1200" b="1" kern="0" dirty="0">
                <a:solidFill>
                  <a:srgbClr val="008000"/>
                </a:solidFill>
                <a:latin typeface="Courier New" pitchFamily="49" charset="0"/>
                <a:cs typeface="Courier New" pitchFamily="49" charset="0"/>
              </a:rPr>
              <a:t>// second number to be read from user</a:t>
            </a:r>
            <a:endParaRPr lang="en-US" sz="1200" b="1" kern="0" dirty="0">
              <a:solidFill>
                <a:srgbClr val="000000"/>
              </a:solidFill>
              <a:latin typeface="Courier" pitchFamily="49" charset="0"/>
              <a:cs typeface="Times New Roman" pitchFamily="18" charset="0"/>
            </a:endParaRPr>
          </a:p>
          <a:p>
            <a:pPr fontAlgn="base">
              <a:spcBef>
                <a:spcPct val="20000"/>
              </a:spcBef>
              <a:spcAft>
                <a:spcPct val="0"/>
              </a:spcAft>
              <a:defRPr/>
            </a:pPr>
            <a:r>
              <a:rPr lang="en-US" sz="1200" b="1" kern="0" dirty="0">
                <a:solidFill>
                  <a:srgbClr val="5F5F5F"/>
                </a:solidFill>
                <a:latin typeface="AvantGarde" pitchFamily="34" charset="0"/>
                <a:cs typeface="Times New Roman" pitchFamily="18" charset="0"/>
              </a:rPr>
              <a:t>15    </a:t>
            </a:r>
            <a:endParaRPr lang="en-US" sz="1200" b="1" kern="0" dirty="0">
              <a:solidFill>
                <a:srgbClr val="000000"/>
              </a:solidFill>
              <a:latin typeface="Courier" pitchFamily="49" charset="0"/>
              <a:cs typeface="Times New Roman" pitchFamily="18" charset="0"/>
            </a:endParaRPr>
          </a:p>
          <a:p>
            <a:pPr fontAlgn="base">
              <a:spcBef>
                <a:spcPct val="20000"/>
              </a:spcBef>
              <a:spcAft>
                <a:spcPct val="0"/>
              </a:spcAft>
              <a:defRPr/>
            </a:pPr>
            <a:r>
              <a:rPr lang="en-US" sz="1200" b="1" kern="0" dirty="0">
                <a:solidFill>
                  <a:srgbClr val="5F5F5F"/>
                </a:solidFill>
                <a:latin typeface="AvantGarde" pitchFamily="34" charset="0"/>
                <a:cs typeface="Times New Roman" pitchFamily="18" charset="0"/>
              </a:rPr>
              <a:t>16    </a:t>
            </a:r>
            <a:r>
              <a:rPr lang="en-US" sz="1200" b="1" kern="0" dirty="0">
                <a:solidFill>
                  <a:srgbClr val="000000"/>
                </a:solidFill>
                <a:latin typeface="Courier New" pitchFamily="49" charset="0"/>
                <a:cs typeface="Courier New" pitchFamily="49" charset="0"/>
              </a:rPr>
              <a:t>   </a:t>
            </a:r>
            <a:r>
              <a:rPr lang="en-US" sz="1200" b="1" kern="0" dirty="0" err="1">
                <a:solidFill>
                  <a:srgbClr val="000000"/>
                </a:solidFill>
                <a:latin typeface="Courier New" pitchFamily="49" charset="0"/>
                <a:cs typeface="Courier New" pitchFamily="49" charset="0"/>
              </a:rPr>
              <a:t>cout</a:t>
            </a:r>
            <a:r>
              <a:rPr lang="en-US" sz="1200" b="1" kern="0" dirty="0">
                <a:solidFill>
                  <a:srgbClr val="000000"/>
                </a:solidFill>
                <a:latin typeface="Courier New" pitchFamily="49" charset="0"/>
                <a:cs typeface="Courier New" pitchFamily="49" charset="0"/>
              </a:rPr>
              <a:t> &lt;&lt; </a:t>
            </a:r>
            <a:r>
              <a:rPr lang="en-US" sz="1200" b="1" kern="0" dirty="0">
                <a:solidFill>
                  <a:srgbClr val="0099FF"/>
                </a:solidFill>
                <a:latin typeface="Courier New" pitchFamily="49" charset="0"/>
                <a:cs typeface="Courier New" pitchFamily="49" charset="0"/>
              </a:rPr>
              <a:t>"Enter two integers, and I will tell you\n"</a:t>
            </a:r>
            <a:endParaRPr lang="en-US" sz="1200" b="1" kern="0" dirty="0">
              <a:solidFill>
                <a:srgbClr val="000000"/>
              </a:solidFill>
              <a:latin typeface="Courier" pitchFamily="49" charset="0"/>
              <a:cs typeface="Times New Roman" pitchFamily="18" charset="0"/>
            </a:endParaRPr>
          </a:p>
          <a:p>
            <a:pPr fontAlgn="base">
              <a:spcBef>
                <a:spcPct val="20000"/>
              </a:spcBef>
              <a:spcAft>
                <a:spcPct val="0"/>
              </a:spcAft>
              <a:defRPr/>
            </a:pPr>
            <a:r>
              <a:rPr lang="en-US" sz="1200" b="1" kern="0" dirty="0">
                <a:solidFill>
                  <a:srgbClr val="5F5F5F"/>
                </a:solidFill>
                <a:latin typeface="AvantGarde" pitchFamily="34" charset="0"/>
                <a:cs typeface="Times New Roman" pitchFamily="18" charset="0"/>
              </a:rPr>
              <a:t>17    </a:t>
            </a:r>
            <a:r>
              <a:rPr lang="en-US" sz="1200" b="1" kern="0" dirty="0">
                <a:solidFill>
                  <a:srgbClr val="000000"/>
                </a:solidFill>
                <a:latin typeface="Courier New" pitchFamily="49" charset="0"/>
                <a:cs typeface="Courier New" pitchFamily="49" charset="0"/>
              </a:rPr>
              <a:t>        &lt;&lt;</a:t>
            </a:r>
            <a:r>
              <a:rPr lang="en-US" sz="1200" b="1" kern="0" dirty="0">
                <a:solidFill>
                  <a:srgbClr val="0099FF"/>
                </a:solidFill>
                <a:latin typeface="Courier New" pitchFamily="49" charset="0"/>
                <a:cs typeface="Courier New" pitchFamily="49" charset="0"/>
              </a:rPr>
              <a:t> "the relationships they satisfy: "</a:t>
            </a:r>
            <a:r>
              <a:rPr lang="en-US" sz="1200" b="1" kern="0" dirty="0">
                <a:solidFill>
                  <a:srgbClr val="000000"/>
                </a:solidFill>
                <a:latin typeface="Courier New" pitchFamily="49" charset="0"/>
                <a:cs typeface="Courier New" pitchFamily="49" charset="0"/>
              </a:rPr>
              <a:t>;</a:t>
            </a:r>
            <a:endParaRPr lang="en-US" sz="1200" b="1" kern="0" dirty="0">
              <a:solidFill>
                <a:srgbClr val="000000"/>
              </a:solidFill>
              <a:latin typeface="Courier" pitchFamily="49" charset="0"/>
              <a:cs typeface="Times New Roman" pitchFamily="18" charset="0"/>
            </a:endParaRPr>
          </a:p>
          <a:p>
            <a:pPr fontAlgn="base">
              <a:spcBef>
                <a:spcPct val="20000"/>
              </a:spcBef>
              <a:spcAft>
                <a:spcPct val="0"/>
              </a:spcAft>
              <a:defRPr/>
            </a:pPr>
            <a:r>
              <a:rPr lang="en-US" sz="1200" b="1" kern="0" dirty="0">
                <a:solidFill>
                  <a:srgbClr val="5F5F5F"/>
                </a:solidFill>
                <a:latin typeface="AvantGarde" pitchFamily="34" charset="0"/>
                <a:cs typeface="Times New Roman" pitchFamily="18" charset="0"/>
              </a:rPr>
              <a:t>18    </a:t>
            </a:r>
            <a:r>
              <a:rPr lang="en-US" sz="1200" b="1" kern="0" dirty="0">
                <a:solidFill>
                  <a:srgbClr val="000000"/>
                </a:solidFill>
                <a:latin typeface="Courier New" pitchFamily="49" charset="0"/>
                <a:cs typeface="Courier New" pitchFamily="49" charset="0"/>
              </a:rPr>
              <a:t>   </a:t>
            </a:r>
            <a:r>
              <a:rPr lang="en-US" sz="1200" b="1" kern="0" dirty="0" err="1">
                <a:solidFill>
                  <a:srgbClr val="000000"/>
                </a:solidFill>
                <a:latin typeface="Courier New" pitchFamily="49" charset="0"/>
                <a:cs typeface="Courier New" pitchFamily="49" charset="0"/>
              </a:rPr>
              <a:t>cin</a:t>
            </a:r>
            <a:r>
              <a:rPr lang="en-US" sz="1200" b="1" kern="0" dirty="0">
                <a:solidFill>
                  <a:srgbClr val="000000"/>
                </a:solidFill>
                <a:latin typeface="Courier New" pitchFamily="49" charset="0"/>
                <a:cs typeface="Courier New" pitchFamily="49" charset="0"/>
              </a:rPr>
              <a:t> &gt;&gt; num1 &gt;&gt; num2;   </a:t>
            </a:r>
            <a:r>
              <a:rPr lang="en-US" sz="1200" b="1" kern="0" dirty="0">
                <a:solidFill>
                  <a:srgbClr val="008000"/>
                </a:solidFill>
                <a:latin typeface="Courier New" pitchFamily="49" charset="0"/>
                <a:cs typeface="Courier New" pitchFamily="49" charset="0"/>
              </a:rPr>
              <a:t>// read two integers</a:t>
            </a:r>
            <a:endParaRPr lang="en-US" sz="1200" b="1" kern="0" dirty="0">
              <a:solidFill>
                <a:srgbClr val="000000"/>
              </a:solidFill>
              <a:latin typeface="Courier" pitchFamily="49" charset="0"/>
              <a:cs typeface="Times New Roman" pitchFamily="18" charset="0"/>
            </a:endParaRPr>
          </a:p>
          <a:p>
            <a:pPr fontAlgn="base">
              <a:spcBef>
                <a:spcPct val="20000"/>
              </a:spcBef>
              <a:spcAft>
                <a:spcPct val="0"/>
              </a:spcAft>
              <a:defRPr/>
            </a:pPr>
            <a:r>
              <a:rPr lang="en-US" sz="1200" b="1" kern="0" dirty="0">
                <a:solidFill>
                  <a:srgbClr val="5F5F5F"/>
                </a:solidFill>
                <a:latin typeface="AvantGarde" pitchFamily="34" charset="0"/>
                <a:cs typeface="Times New Roman" pitchFamily="18" charset="0"/>
              </a:rPr>
              <a:t>19    </a:t>
            </a:r>
            <a:endParaRPr lang="en-US" sz="1200" b="1" kern="0" dirty="0">
              <a:solidFill>
                <a:srgbClr val="000000"/>
              </a:solidFill>
              <a:latin typeface="Courier" pitchFamily="49" charset="0"/>
              <a:cs typeface="Times New Roman" pitchFamily="18" charset="0"/>
            </a:endParaRPr>
          </a:p>
          <a:p>
            <a:pPr fontAlgn="base">
              <a:spcBef>
                <a:spcPct val="20000"/>
              </a:spcBef>
              <a:spcAft>
                <a:spcPct val="0"/>
              </a:spcAft>
              <a:defRPr/>
            </a:pPr>
            <a:r>
              <a:rPr lang="en-US" sz="1200" b="1" kern="0" dirty="0">
                <a:solidFill>
                  <a:srgbClr val="5F5F5F"/>
                </a:solidFill>
                <a:latin typeface="AvantGarde" pitchFamily="34" charset="0"/>
                <a:cs typeface="Times New Roman" pitchFamily="18" charset="0"/>
              </a:rPr>
              <a:t>20    </a:t>
            </a:r>
            <a:r>
              <a:rPr lang="en-US" sz="1200" b="1" kern="0" dirty="0">
                <a:solidFill>
                  <a:srgbClr val="000000"/>
                </a:solidFill>
                <a:latin typeface="Courier New" pitchFamily="49" charset="0"/>
                <a:cs typeface="Courier New" pitchFamily="49" charset="0"/>
              </a:rPr>
              <a:t>   </a:t>
            </a:r>
            <a:r>
              <a:rPr lang="en-US" sz="1200" b="1" kern="0" dirty="0">
                <a:solidFill>
                  <a:srgbClr val="0000FF"/>
                </a:solidFill>
                <a:latin typeface="Courier New" pitchFamily="49" charset="0"/>
                <a:cs typeface="Courier New" pitchFamily="49" charset="0"/>
              </a:rPr>
              <a:t>if</a:t>
            </a:r>
            <a:r>
              <a:rPr lang="en-US" sz="1200" b="1" kern="0" dirty="0">
                <a:solidFill>
                  <a:srgbClr val="000000"/>
                </a:solidFill>
                <a:latin typeface="Courier New" pitchFamily="49" charset="0"/>
                <a:cs typeface="Courier New" pitchFamily="49" charset="0"/>
              </a:rPr>
              <a:t> ( num1 == num2 )                                </a:t>
            </a:r>
            <a:endParaRPr lang="en-US" sz="1200" b="1" kern="0" dirty="0">
              <a:solidFill>
                <a:srgbClr val="000000"/>
              </a:solidFill>
              <a:latin typeface="Courier" pitchFamily="49" charset="0"/>
              <a:cs typeface="Times New Roman" pitchFamily="18" charset="0"/>
            </a:endParaRPr>
          </a:p>
          <a:p>
            <a:pPr fontAlgn="base">
              <a:spcBef>
                <a:spcPct val="20000"/>
              </a:spcBef>
              <a:spcAft>
                <a:spcPct val="0"/>
              </a:spcAft>
              <a:defRPr/>
            </a:pPr>
            <a:r>
              <a:rPr lang="en-US" sz="1200" b="1" kern="0" dirty="0">
                <a:solidFill>
                  <a:srgbClr val="5F5F5F"/>
                </a:solidFill>
                <a:latin typeface="AvantGarde" pitchFamily="34" charset="0"/>
                <a:cs typeface="Times New Roman" pitchFamily="18" charset="0"/>
              </a:rPr>
              <a:t>21    </a:t>
            </a:r>
            <a:r>
              <a:rPr lang="en-US" sz="1200" b="1" kern="0" dirty="0">
                <a:solidFill>
                  <a:srgbClr val="000000"/>
                </a:solidFill>
                <a:latin typeface="Courier New" pitchFamily="49" charset="0"/>
                <a:cs typeface="Courier New" pitchFamily="49" charset="0"/>
              </a:rPr>
              <a:t>      </a:t>
            </a:r>
            <a:r>
              <a:rPr lang="en-US" sz="1200" b="1" kern="0" dirty="0" err="1">
                <a:solidFill>
                  <a:srgbClr val="000000"/>
                </a:solidFill>
                <a:latin typeface="Courier New" pitchFamily="49" charset="0"/>
                <a:cs typeface="Courier New" pitchFamily="49" charset="0"/>
              </a:rPr>
              <a:t>cout</a:t>
            </a:r>
            <a:r>
              <a:rPr lang="en-US" sz="1200" b="1" kern="0" dirty="0">
                <a:solidFill>
                  <a:srgbClr val="000000"/>
                </a:solidFill>
                <a:latin typeface="Courier New" pitchFamily="49" charset="0"/>
                <a:cs typeface="Courier New" pitchFamily="49" charset="0"/>
              </a:rPr>
              <a:t> &lt;&lt; num1 &lt;&lt; </a:t>
            </a:r>
            <a:r>
              <a:rPr lang="en-US" sz="1200" b="1" kern="0" dirty="0">
                <a:solidFill>
                  <a:srgbClr val="0099FF"/>
                </a:solidFill>
                <a:latin typeface="Courier New" pitchFamily="49" charset="0"/>
                <a:cs typeface="Courier New" pitchFamily="49" charset="0"/>
              </a:rPr>
              <a:t>" is equal to "</a:t>
            </a:r>
            <a:r>
              <a:rPr lang="en-US" sz="1200" b="1" kern="0" dirty="0">
                <a:solidFill>
                  <a:srgbClr val="000000"/>
                </a:solidFill>
                <a:latin typeface="Courier New" pitchFamily="49" charset="0"/>
                <a:cs typeface="Courier New" pitchFamily="49" charset="0"/>
              </a:rPr>
              <a:t> &lt;&lt; num2 &lt;&lt; </a:t>
            </a:r>
            <a:r>
              <a:rPr lang="en-US" sz="1200" b="1" kern="0" dirty="0" err="1">
                <a:solidFill>
                  <a:srgbClr val="000000"/>
                </a:solidFill>
                <a:latin typeface="Courier New" pitchFamily="49" charset="0"/>
                <a:cs typeface="Courier New" pitchFamily="49" charset="0"/>
              </a:rPr>
              <a:t>endl</a:t>
            </a:r>
            <a:r>
              <a:rPr lang="en-US" sz="1200" b="1" kern="0" dirty="0">
                <a:solidFill>
                  <a:srgbClr val="000000"/>
                </a:solidFill>
                <a:latin typeface="Courier New" pitchFamily="49" charset="0"/>
                <a:cs typeface="Courier New" pitchFamily="49" charset="0"/>
              </a:rPr>
              <a:t>;</a:t>
            </a:r>
            <a:endParaRPr lang="en-US" sz="1200" b="1" kern="0" dirty="0">
              <a:solidFill>
                <a:srgbClr val="000000"/>
              </a:solidFill>
              <a:latin typeface="Courier" pitchFamily="49" charset="0"/>
              <a:cs typeface="Times New Roman" pitchFamily="18" charset="0"/>
            </a:endParaRPr>
          </a:p>
          <a:p>
            <a:pPr fontAlgn="base">
              <a:spcBef>
                <a:spcPct val="20000"/>
              </a:spcBef>
              <a:spcAft>
                <a:spcPct val="0"/>
              </a:spcAft>
              <a:defRPr/>
            </a:pPr>
            <a:r>
              <a:rPr lang="en-US" sz="1200" b="1" kern="0" dirty="0">
                <a:solidFill>
                  <a:srgbClr val="5F5F5F"/>
                </a:solidFill>
                <a:latin typeface="AvantGarde" pitchFamily="34" charset="0"/>
                <a:cs typeface="Times New Roman" pitchFamily="18" charset="0"/>
              </a:rPr>
              <a:t>22    </a:t>
            </a:r>
            <a:endParaRPr lang="en-US" sz="1200" b="1" kern="0" dirty="0">
              <a:solidFill>
                <a:srgbClr val="000000"/>
              </a:solidFill>
              <a:latin typeface="Courier" pitchFamily="49" charset="0"/>
              <a:cs typeface="Times New Roman" pitchFamily="18" charset="0"/>
            </a:endParaRPr>
          </a:p>
          <a:p>
            <a:pPr fontAlgn="base">
              <a:spcBef>
                <a:spcPct val="20000"/>
              </a:spcBef>
              <a:spcAft>
                <a:spcPct val="0"/>
              </a:spcAft>
              <a:defRPr/>
            </a:pPr>
            <a:r>
              <a:rPr lang="en-US" sz="1200" b="1" kern="0" dirty="0">
                <a:solidFill>
                  <a:srgbClr val="5F5F5F"/>
                </a:solidFill>
                <a:latin typeface="AvantGarde" pitchFamily="34" charset="0"/>
                <a:cs typeface="Times New Roman" pitchFamily="18" charset="0"/>
              </a:rPr>
              <a:t>23    </a:t>
            </a:r>
            <a:r>
              <a:rPr lang="en-US" sz="1200" b="1" kern="0" dirty="0">
                <a:solidFill>
                  <a:srgbClr val="000000"/>
                </a:solidFill>
                <a:latin typeface="Courier New" pitchFamily="49" charset="0"/>
                <a:cs typeface="Courier New" pitchFamily="49" charset="0"/>
              </a:rPr>
              <a:t>   </a:t>
            </a:r>
            <a:r>
              <a:rPr lang="en-US" sz="1200" b="1" kern="0" dirty="0">
                <a:solidFill>
                  <a:srgbClr val="0000FF"/>
                </a:solidFill>
                <a:latin typeface="Courier New" pitchFamily="49" charset="0"/>
                <a:cs typeface="Courier New" pitchFamily="49" charset="0"/>
              </a:rPr>
              <a:t>if</a:t>
            </a:r>
            <a:r>
              <a:rPr lang="en-US" sz="1200" b="1" kern="0" dirty="0">
                <a:solidFill>
                  <a:srgbClr val="000000"/>
                </a:solidFill>
                <a:latin typeface="Courier New" pitchFamily="49" charset="0"/>
                <a:cs typeface="Courier New" pitchFamily="49" charset="0"/>
              </a:rPr>
              <a:t> ( num1 != num2 )</a:t>
            </a:r>
            <a:endParaRPr lang="en-US" sz="1200" b="1" kern="0" dirty="0">
              <a:solidFill>
                <a:srgbClr val="000000"/>
              </a:solidFill>
              <a:latin typeface="Courier" pitchFamily="49" charset="0"/>
              <a:cs typeface="Times New Roman" pitchFamily="18" charset="0"/>
            </a:endParaRPr>
          </a:p>
          <a:p>
            <a:pPr fontAlgn="base">
              <a:spcBef>
                <a:spcPct val="20000"/>
              </a:spcBef>
              <a:spcAft>
                <a:spcPct val="0"/>
              </a:spcAft>
              <a:defRPr/>
            </a:pPr>
            <a:r>
              <a:rPr lang="en-US" sz="1200" b="1" kern="0" dirty="0">
                <a:solidFill>
                  <a:srgbClr val="5F5F5F"/>
                </a:solidFill>
                <a:latin typeface="AvantGarde" pitchFamily="34" charset="0"/>
                <a:cs typeface="Times New Roman" pitchFamily="18" charset="0"/>
              </a:rPr>
              <a:t>24    </a:t>
            </a:r>
            <a:r>
              <a:rPr lang="en-US" sz="1200" b="1" kern="0" dirty="0">
                <a:solidFill>
                  <a:srgbClr val="000000"/>
                </a:solidFill>
                <a:latin typeface="Courier New" pitchFamily="49" charset="0"/>
                <a:cs typeface="Courier New" pitchFamily="49" charset="0"/>
              </a:rPr>
              <a:t>      </a:t>
            </a:r>
            <a:r>
              <a:rPr lang="en-US" sz="1200" b="1" kern="0" dirty="0" err="1">
                <a:solidFill>
                  <a:srgbClr val="000000"/>
                </a:solidFill>
                <a:latin typeface="Courier New" pitchFamily="49" charset="0"/>
                <a:cs typeface="Courier New" pitchFamily="49" charset="0"/>
              </a:rPr>
              <a:t>cout</a:t>
            </a:r>
            <a:r>
              <a:rPr lang="en-US" sz="1200" b="1" kern="0" dirty="0">
                <a:solidFill>
                  <a:srgbClr val="000000"/>
                </a:solidFill>
                <a:latin typeface="Courier New" pitchFamily="49" charset="0"/>
                <a:cs typeface="Courier New" pitchFamily="49" charset="0"/>
              </a:rPr>
              <a:t> &lt;&lt; num1 &lt;&lt; </a:t>
            </a:r>
            <a:r>
              <a:rPr lang="en-US" sz="1200" b="1" kern="0" dirty="0">
                <a:solidFill>
                  <a:srgbClr val="0099FF"/>
                </a:solidFill>
                <a:latin typeface="Courier New" pitchFamily="49" charset="0"/>
                <a:cs typeface="Courier New" pitchFamily="49" charset="0"/>
              </a:rPr>
              <a:t>" is not equal to "</a:t>
            </a:r>
            <a:r>
              <a:rPr lang="en-US" sz="1200" b="1" kern="0" dirty="0">
                <a:solidFill>
                  <a:srgbClr val="000000"/>
                </a:solidFill>
                <a:latin typeface="Courier New" pitchFamily="49" charset="0"/>
                <a:cs typeface="Courier New" pitchFamily="49" charset="0"/>
              </a:rPr>
              <a:t> &lt;&lt; num2 &lt;&lt; </a:t>
            </a:r>
            <a:r>
              <a:rPr lang="en-US" sz="1200" b="1" kern="0" dirty="0" err="1">
                <a:solidFill>
                  <a:srgbClr val="000000"/>
                </a:solidFill>
                <a:latin typeface="Courier New" pitchFamily="49" charset="0"/>
                <a:cs typeface="Courier New" pitchFamily="49" charset="0"/>
              </a:rPr>
              <a:t>endl</a:t>
            </a:r>
            <a:r>
              <a:rPr lang="en-US" sz="1200" b="1" kern="0" dirty="0">
                <a:solidFill>
                  <a:srgbClr val="000000"/>
                </a:solidFill>
                <a:latin typeface="Courier New" pitchFamily="49" charset="0"/>
                <a:cs typeface="Courier New" pitchFamily="49" charset="0"/>
              </a:rPr>
              <a:t>;</a:t>
            </a:r>
            <a:endParaRPr lang="en-US" sz="1200" b="1" kern="0" dirty="0">
              <a:solidFill>
                <a:srgbClr val="000000"/>
              </a:solidFill>
              <a:latin typeface="Courier" pitchFamily="49" charset="0"/>
              <a:cs typeface="Times New Roman" pitchFamily="18" charset="0"/>
            </a:endParaRPr>
          </a:p>
          <a:p>
            <a:pPr fontAlgn="base">
              <a:spcBef>
                <a:spcPct val="20000"/>
              </a:spcBef>
              <a:spcAft>
                <a:spcPct val="0"/>
              </a:spcAft>
              <a:defRPr/>
            </a:pPr>
            <a:r>
              <a:rPr lang="en-US" sz="1200" b="1" kern="0" dirty="0">
                <a:solidFill>
                  <a:srgbClr val="5F5F5F"/>
                </a:solidFill>
                <a:latin typeface="AvantGarde" pitchFamily="34" charset="0"/>
                <a:cs typeface="Times New Roman" pitchFamily="18" charset="0"/>
              </a:rPr>
              <a:t>25    </a:t>
            </a:r>
            <a:endParaRPr lang="en-US" sz="1200" b="1" kern="0" dirty="0">
              <a:solidFill>
                <a:srgbClr val="000000"/>
              </a:solidFill>
              <a:latin typeface="Courier New" pitchFamily="49" charset="0"/>
            </a:endParaRPr>
          </a:p>
        </p:txBody>
      </p:sp>
      <p:grpSp>
        <p:nvGrpSpPr>
          <p:cNvPr id="34" name="Group 8"/>
          <p:cNvGrpSpPr>
            <a:grpSpLocks/>
          </p:cNvGrpSpPr>
          <p:nvPr/>
        </p:nvGrpSpPr>
        <p:grpSpPr bwMode="auto">
          <a:xfrm>
            <a:off x="3429000" y="1371600"/>
            <a:ext cx="4991100" cy="666750"/>
            <a:chOff x="1200" y="864"/>
            <a:chExt cx="3144" cy="420"/>
          </a:xfrm>
        </p:grpSpPr>
        <p:sp>
          <p:nvSpPr>
            <p:cNvPr id="35" name="Text Box 4"/>
            <p:cNvSpPr txBox="1">
              <a:spLocks noChangeArrowheads="1"/>
            </p:cNvSpPr>
            <p:nvPr/>
          </p:nvSpPr>
          <p:spPr bwMode="auto">
            <a:xfrm>
              <a:off x="2664" y="912"/>
              <a:ext cx="1680" cy="372"/>
            </a:xfrm>
            <a:prstGeom prst="rect">
              <a:avLst/>
            </a:prstGeom>
            <a:solidFill>
              <a:srgbClr val="99CCFF"/>
            </a:solidFill>
            <a:ln w="9525">
              <a:solidFill>
                <a:srgbClr val="000000"/>
              </a:solidFill>
              <a:miter lim="800000"/>
              <a:headEnd/>
              <a:tailEnd/>
            </a:ln>
            <a:effectLst/>
          </p:spPr>
          <p:txBody>
            <a:bodyPr>
              <a:spAutoFit/>
            </a:bodyPr>
            <a:lstStyle/>
            <a:p>
              <a:pPr eaLnBrk="0" hangingPunct="0">
                <a:defRPr/>
              </a:pPr>
              <a:r>
                <a:rPr lang="en-US" sz="1600" b="1" kern="0">
                  <a:solidFill>
                    <a:srgbClr val="000000"/>
                  </a:solidFill>
                  <a:latin typeface="Courier New" pitchFamily="49" charset="0"/>
                  <a:cs typeface="Times New Roman" pitchFamily="18" charset="0"/>
                </a:rPr>
                <a:t>using</a:t>
              </a:r>
              <a:r>
                <a:rPr lang="en-US" sz="1600" kern="0">
                  <a:solidFill>
                    <a:srgbClr val="000000"/>
                  </a:solidFill>
                  <a:latin typeface="Times New Roman" pitchFamily="18" charset="0"/>
                  <a:cs typeface="Times New Roman" pitchFamily="18" charset="0"/>
                </a:rPr>
                <a:t> statements eliminate need for </a:t>
              </a:r>
              <a:r>
                <a:rPr lang="en-US" sz="1600" b="1" kern="0">
                  <a:solidFill>
                    <a:srgbClr val="000000"/>
                  </a:solidFill>
                  <a:latin typeface="Courier New" pitchFamily="49" charset="0"/>
                  <a:cs typeface="Times New Roman" pitchFamily="18" charset="0"/>
                </a:rPr>
                <a:t>std::</a:t>
              </a:r>
              <a:r>
                <a:rPr lang="en-US" sz="1600" kern="0">
                  <a:solidFill>
                    <a:srgbClr val="000000"/>
                  </a:solidFill>
                  <a:latin typeface="Times New Roman" pitchFamily="18" charset="0"/>
                  <a:cs typeface="Times New Roman" pitchFamily="18" charset="0"/>
                </a:rPr>
                <a:t> prefix.</a:t>
              </a:r>
            </a:p>
          </p:txBody>
        </p:sp>
        <p:sp>
          <p:nvSpPr>
            <p:cNvPr id="36" name="Line 5"/>
            <p:cNvSpPr>
              <a:spLocks noChangeShapeType="1"/>
            </p:cNvSpPr>
            <p:nvPr/>
          </p:nvSpPr>
          <p:spPr bwMode="auto">
            <a:xfrm flipH="1">
              <a:off x="1200" y="1008"/>
              <a:ext cx="1464" cy="0"/>
            </a:xfrm>
            <a:prstGeom prst="line">
              <a:avLst/>
            </a:prstGeom>
            <a:noFill/>
            <a:ln w="9525">
              <a:solidFill>
                <a:srgbClr val="000000"/>
              </a:solidFill>
              <a:round/>
              <a:headEnd/>
              <a:tailEnd type="triangle" w="med" len="med"/>
            </a:ln>
            <a:effectLst/>
          </p:spPr>
          <p:txBody>
            <a:bodyPr anchor="ctr">
              <a:spAutoFit/>
            </a:bodyPr>
            <a:lstStyle/>
            <a:p>
              <a:pPr eaLnBrk="0" hangingPunct="0">
                <a:defRPr/>
              </a:pPr>
              <a:endParaRPr lang="en-US" kern="0">
                <a:solidFill>
                  <a:srgbClr val="000000"/>
                </a:solidFill>
                <a:latin typeface="Verdana" pitchFamily="34" charset="0"/>
                <a:cs typeface="Times New Roman" pitchFamily="18" charset="0"/>
              </a:endParaRPr>
            </a:p>
          </p:txBody>
        </p:sp>
        <p:sp>
          <p:nvSpPr>
            <p:cNvPr id="37" name="Line 6"/>
            <p:cNvSpPr>
              <a:spLocks noChangeShapeType="1"/>
            </p:cNvSpPr>
            <p:nvPr/>
          </p:nvSpPr>
          <p:spPr bwMode="auto">
            <a:xfrm flipH="1" flipV="1">
              <a:off x="1200" y="864"/>
              <a:ext cx="1464" cy="144"/>
            </a:xfrm>
            <a:prstGeom prst="line">
              <a:avLst/>
            </a:prstGeom>
            <a:noFill/>
            <a:ln w="9525">
              <a:solidFill>
                <a:srgbClr val="000000"/>
              </a:solidFill>
              <a:round/>
              <a:headEnd/>
              <a:tailEnd type="triangle" w="med" len="med"/>
            </a:ln>
            <a:effectLst/>
          </p:spPr>
          <p:txBody>
            <a:bodyPr anchor="ctr">
              <a:spAutoFit/>
            </a:bodyPr>
            <a:lstStyle/>
            <a:p>
              <a:pPr eaLnBrk="0" hangingPunct="0">
                <a:defRPr/>
              </a:pPr>
              <a:endParaRPr lang="en-US" kern="0">
                <a:solidFill>
                  <a:srgbClr val="000000"/>
                </a:solidFill>
                <a:latin typeface="Verdana" pitchFamily="34" charset="0"/>
                <a:cs typeface="Times New Roman" pitchFamily="18" charset="0"/>
              </a:endParaRPr>
            </a:p>
          </p:txBody>
        </p:sp>
        <p:sp>
          <p:nvSpPr>
            <p:cNvPr id="38" name="Line 7"/>
            <p:cNvSpPr>
              <a:spLocks noChangeShapeType="1"/>
            </p:cNvSpPr>
            <p:nvPr/>
          </p:nvSpPr>
          <p:spPr bwMode="auto">
            <a:xfrm flipH="1">
              <a:off x="1200" y="1008"/>
              <a:ext cx="1464" cy="122"/>
            </a:xfrm>
            <a:prstGeom prst="line">
              <a:avLst/>
            </a:prstGeom>
            <a:noFill/>
            <a:ln w="9525">
              <a:solidFill>
                <a:srgbClr val="000000"/>
              </a:solidFill>
              <a:round/>
              <a:headEnd/>
              <a:tailEnd type="triangle" w="med" len="med"/>
            </a:ln>
            <a:effectLst/>
          </p:spPr>
          <p:txBody>
            <a:bodyPr anchor="ctr">
              <a:spAutoFit/>
            </a:bodyPr>
            <a:lstStyle/>
            <a:p>
              <a:pPr eaLnBrk="0" hangingPunct="0">
                <a:defRPr/>
              </a:pPr>
              <a:endParaRPr lang="en-US" kern="0">
                <a:solidFill>
                  <a:srgbClr val="000000"/>
                </a:solidFill>
                <a:latin typeface="Verdana" pitchFamily="34" charset="0"/>
                <a:cs typeface="Times New Roman" pitchFamily="18" charset="0"/>
              </a:endParaRPr>
            </a:p>
          </p:txBody>
        </p:sp>
      </p:grpSp>
      <p:grpSp>
        <p:nvGrpSpPr>
          <p:cNvPr id="39" name="Group 12"/>
          <p:cNvGrpSpPr>
            <a:grpSpLocks/>
          </p:cNvGrpSpPr>
          <p:nvPr/>
        </p:nvGrpSpPr>
        <p:grpSpPr bwMode="auto">
          <a:xfrm>
            <a:off x="2514600" y="2670176"/>
            <a:ext cx="4305300" cy="1292225"/>
            <a:chOff x="624" y="1682"/>
            <a:chExt cx="2712" cy="814"/>
          </a:xfrm>
        </p:grpSpPr>
        <p:sp>
          <p:nvSpPr>
            <p:cNvPr id="40" name="Text Box 9"/>
            <p:cNvSpPr txBox="1">
              <a:spLocks noChangeArrowheads="1"/>
            </p:cNvSpPr>
            <p:nvPr/>
          </p:nvSpPr>
          <p:spPr bwMode="auto">
            <a:xfrm>
              <a:off x="1656" y="1682"/>
              <a:ext cx="1680" cy="372"/>
            </a:xfrm>
            <a:prstGeom prst="rect">
              <a:avLst/>
            </a:prstGeom>
            <a:solidFill>
              <a:srgbClr val="99CCFF"/>
            </a:solidFill>
            <a:ln w="9525">
              <a:solidFill>
                <a:srgbClr val="000000"/>
              </a:solidFill>
              <a:miter lim="800000"/>
              <a:headEnd/>
              <a:tailEnd/>
            </a:ln>
            <a:effectLst/>
          </p:spPr>
          <p:txBody>
            <a:bodyPr>
              <a:spAutoFit/>
            </a:bodyPr>
            <a:lstStyle/>
            <a:p>
              <a:pPr eaLnBrk="0" hangingPunct="0">
                <a:defRPr/>
              </a:pPr>
              <a:r>
                <a:rPr lang="en-US" sz="1600" kern="0">
                  <a:solidFill>
                    <a:srgbClr val="000000"/>
                  </a:solidFill>
                  <a:latin typeface="Times New Roman" pitchFamily="18" charset="0"/>
                  <a:cs typeface="Times New Roman" pitchFamily="18" charset="0"/>
                </a:rPr>
                <a:t>Can write </a:t>
              </a:r>
              <a:r>
                <a:rPr lang="en-US" sz="1600" b="1" kern="0">
                  <a:solidFill>
                    <a:srgbClr val="000000"/>
                  </a:solidFill>
                  <a:latin typeface="Courier New" pitchFamily="49" charset="0"/>
                  <a:cs typeface="Times New Roman" pitchFamily="18" charset="0"/>
                </a:rPr>
                <a:t>cout</a:t>
              </a:r>
              <a:r>
                <a:rPr lang="en-US" sz="1600" kern="0">
                  <a:solidFill>
                    <a:srgbClr val="000000"/>
                  </a:solidFill>
                  <a:latin typeface="Times New Roman" pitchFamily="18" charset="0"/>
                  <a:cs typeface="Times New Roman" pitchFamily="18" charset="0"/>
                </a:rPr>
                <a:t> and </a:t>
              </a:r>
              <a:r>
                <a:rPr lang="en-US" sz="1600" b="1" kern="0">
                  <a:solidFill>
                    <a:srgbClr val="000000"/>
                  </a:solidFill>
                  <a:latin typeface="Courier New" pitchFamily="49" charset="0"/>
                  <a:cs typeface="Times New Roman" pitchFamily="18" charset="0"/>
                </a:rPr>
                <a:t>cin</a:t>
              </a:r>
              <a:r>
                <a:rPr lang="en-US" sz="1600" kern="0">
                  <a:solidFill>
                    <a:srgbClr val="000000"/>
                  </a:solidFill>
                  <a:latin typeface="Times New Roman" pitchFamily="18" charset="0"/>
                  <a:cs typeface="Times New Roman" pitchFamily="18" charset="0"/>
                </a:rPr>
                <a:t> without </a:t>
              </a:r>
              <a:r>
                <a:rPr lang="en-US" sz="1600" b="1" kern="0">
                  <a:solidFill>
                    <a:srgbClr val="000000"/>
                  </a:solidFill>
                  <a:latin typeface="Courier New" pitchFamily="49" charset="0"/>
                  <a:cs typeface="Times New Roman" pitchFamily="18" charset="0"/>
                </a:rPr>
                <a:t>std::</a:t>
              </a:r>
              <a:r>
                <a:rPr lang="en-US" sz="1600" kern="0">
                  <a:solidFill>
                    <a:srgbClr val="000000"/>
                  </a:solidFill>
                  <a:latin typeface="Times New Roman" pitchFamily="18" charset="0"/>
                  <a:cs typeface="Times New Roman" pitchFamily="18" charset="0"/>
                </a:rPr>
                <a:t> prefix.</a:t>
              </a:r>
            </a:p>
          </p:txBody>
        </p:sp>
        <p:sp>
          <p:nvSpPr>
            <p:cNvPr id="41" name="Line 10"/>
            <p:cNvSpPr>
              <a:spLocks noChangeShapeType="1"/>
            </p:cNvSpPr>
            <p:nvPr/>
          </p:nvSpPr>
          <p:spPr bwMode="auto">
            <a:xfrm flipH="1">
              <a:off x="744" y="1778"/>
              <a:ext cx="912" cy="432"/>
            </a:xfrm>
            <a:prstGeom prst="line">
              <a:avLst/>
            </a:prstGeom>
            <a:noFill/>
            <a:ln w="9525">
              <a:solidFill>
                <a:srgbClr val="000000"/>
              </a:solidFill>
              <a:round/>
              <a:headEnd/>
              <a:tailEnd type="triangle" w="med" len="med"/>
            </a:ln>
            <a:effectLst/>
          </p:spPr>
          <p:txBody>
            <a:bodyPr wrap="none" anchor="ctr">
              <a:spAutoFit/>
            </a:bodyPr>
            <a:lstStyle/>
            <a:p>
              <a:pPr eaLnBrk="0" hangingPunct="0">
                <a:defRPr/>
              </a:pPr>
              <a:endParaRPr lang="en-US" kern="0">
                <a:solidFill>
                  <a:srgbClr val="000000"/>
                </a:solidFill>
                <a:latin typeface="Verdana" pitchFamily="34" charset="0"/>
                <a:cs typeface="Times New Roman" pitchFamily="18" charset="0"/>
              </a:endParaRPr>
            </a:p>
          </p:txBody>
        </p:sp>
        <p:sp>
          <p:nvSpPr>
            <p:cNvPr id="42" name="Line 11"/>
            <p:cNvSpPr>
              <a:spLocks noChangeShapeType="1"/>
            </p:cNvSpPr>
            <p:nvPr/>
          </p:nvSpPr>
          <p:spPr bwMode="auto">
            <a:xfrm flipH="1">
              <a:off x="624" y="1778"/>
              <a:ext cx="1032" cy="718"/>
            </a:xfrm>
            <a:prstGeom prst="line">
              <a:avLst/>
            </a:prstGeom>
            <a:noFill/>
            <a:ln w="9525">
              <a:solidFill>
                <a:srgbClr val="000000"/>
              </a:solidFill>
              <a:round/>
              <a:headEnd/>
              <a:tailEnd type="triangle" w="med" len="med"/>
            </a:ln>
            <a:effectLst/>
          </p:spPr>
          <p:txBody>
            <a:bodyPr anchor="ctr">
              <a:spAutoFit/>
            </a:bodyPr>
            <a:lstStyle/>
            <a:p>
              <a:pPr eaLnBrk="0" hangingPunct="0">
                <a:defRPr/>
              </a:pPr>
              <a:endParaRPr lang="en-US" kern="0">
                <a:solidFill>
                  <a:srgbClr val="000000"/>
                </a:solidFill>
                <a:latin typeface="Verdana" pitchFamily="34" charset="0"/>
                <a:cs typeface="Times New Roman" pitchFamily="18" charset="0"/>
              </a:endParaRPr>
            </a:p>
          </p:txBody>
        </p:sp>
      </p:grpSp>
      <p:grpSp>
        <p:nvGrpSpPr>
          <p:cNvPr id="43" name="Group 16"/>
          <p:cNvGrpSpPr>
            <a:grpSpLocks/>
          </p:cNvGrpSpPr>
          <p:nvPr/>
        </p:nvGrpSpPr>
        <p:grpSpPr bwMode="auto">
          <a:xfrm>
            <a:off x="3124200" y="2038350"/>
            <a:ext cx="3200400" cy="1085850"/>
            <a:chOff x="1008" y="1284"/>
            <a:chExt cx="2016" cy="684"/>
          </a:xfrm>
        </p:grpSpPr>
        <p:sp>
          <p:nvSpPr>
            <p:cNvPr id="44" name="Text Box 13"/>
            <p:cNvSpPr txBox="1">
              <a:spLocks noChangeArrowheads="1"/>
            </p:cNvSpPr>
            <p:nvPr/>
          </p:nvSpPr>
          <p:spPr bwMode="auto">
            <a:xfrm>
              <a:off x="1968" y="1284"/>
              <a:ext cx="1056" cy="218"/>
            </a:xfrm>
            <a:prstGeom prst="rect">
              <a:avLst/>
            </a:prstGeom>
            <a:solidFill>
              <a:srgbClr val="99CCFF"/>
            </a:solidFill>
            <a:ln w="9525">
              <a:solidFill>
                <a:srgbClr val="000000"/>
              </a:solidFill>
              <a:miter lim="800000"/>
              <a:headEnd/>
              <a:tailEnd/>
            </a:ln>
            <a:effectLst/>
          </p:spPr>
          <p:txBody>
            <a:bodyPr>
              <a:spAutoFit/>
            </a:bodyPr>
            <a:lstStyle/>
            <a:p>
              <a:pPr eaLnBrk="0" hangingPunct="0">
                <a:defRPr/>
              </a:pPr>
              <a:r>
                <a:rPr lang="en-US" sz="1600" kern="0">
                  <a:solidFill>
                    <a:srgbClr val="000000"/>
                  </a:solidFill>
                  <a:latin typeface="Times New Roman" pitchFamily="18" charset="0"/>
                  <a:cs typeface="Times New Roman" pitchFamily="18" charset="0"/>
                </a:rPr>
                <a:t>Declare variables.</a:t>
              </a:r>
            </a:p>
          </p:txBody>
        </p:sp>
        <p:sp>
          <p:nvSpPr>
            <p:cNvPr id="45" name="Line 14"/>
            <p:cNvSpPr>
              <a:spLocks noChangeShapeType="1"/>
            </p:cNvSpPr>
            <p:nvPr/>
          </p:nvSpPr>
          <p:spPr bwMode="auto">
            <a:xfrm flipH="1">
              <a:off x="1056" y="1380"/>
              <a:ext cx="912" cy="432"/>
            </a:xfrm>
            <a:prstGeom prst="line">
              <a:avLst/>
            </a:prstGeom>
            <a:noFill/>
            <a:ln w="9525">
              <a:solidFill>
                <a:srgbClr val="000000"/>
              </a:solidFill>
              <a:round/>
              <a:headEnd/>
              <a:tailEnd type="triangle" w="med" len="med"/>
            </a:ln>
            <a:effectLst/>
          </p:spPr>
          <p:txBody>
            <a:bodyPr wrap="none" anchor="ctr">
              <a:spAutoFit/>
            </a:bodyPr>
            <a:lstStyle/>
            <a:p>
              <a:pPr eaLnBrk="0" hangingPunct="0">
                <a:defRPr/>
              </a:pPr>
              <a:endParaRPr lang="en-US" kern="0">
                <a:solidFill>
                  <a:srgbClr val="000000"/>
                </a:solidFill>
                <a:latin typeface="Verdana" pitchFamily="34" charset="0"/>
                <a:cs typeface="Times New Roman" pitchFamily="18" charset="0"/>
              </a:endParaRPr>
            </a:p>
          </p:txBody>
        </p:sp>
        <p:sp>
          <p:nvSpPr>
            <p:cNvPr id="46" name="Line 15"/>
            <p:cNvSpPr>
              <a:spLocks noChangeShapeType="1"/>
            </p:cNvSpPr>
            <p:nvPr/>
          </p:nvSpPr>
          <p:spPr bwMode="auto">
            <a:xfrm flipH="1">
              <a:off x="1008" y="1380"/>
              <a:ext cx="960" cy="588"/>
            </a:xfrm>
            <a:prstGeom prst="line">
              <a:avLst/>
            </a:prstGeom>
            <a:noFill/>
            <a:ln w="9525">
              <a:solidFill>
                <a:srgbClr val="000000"/>
              </a:solidFill>
              <a:round/>
              <a:headEnd/>
              <a:tailEnd type="triangle" w="med" len="med"/>
            </a:ln>
            <a:effectLst/>
          </p:spPr>
          <p:txBody>
            <a:bodyPr anchor="ctr">
              <a:spAutoFit/>
            </a:bodyPr>
            <a:lstStyle/>
            <a:p>
              <a:pPr eaLnBrk="0" hangingPunct="0">
                <a:defRPr/>
              </a:pPr>
              <a:endParaRPr lang="en-US" kern="0">
                <a:solidFill>
                  <a:srgbClr val="000000"/>
                </a:solidFill>
                <a:latin typeface="Verdana" pitchFamily="34" charset="0"/>
                <a:cs typeface="Times New Roman" pitchFamily="18" charset="0"/>
              </a:endParaRPr>
            </a:p>
          </p:txBody>
        </p:sp>
      </p:grpSp>
      <p:grpSp>
        <p:nvGrpSpPr>
          <p:cNvPr id="47" name="Group 19"/>
          <p:cNvGrpSpPr>
            <a:grpSpLocks/>
          </p:cNvGrpSpPr>
          <p:nvPr/>
        </p:nvGrpSpPr>
        <p:grpSpPr bwMode="auto">
          <a:xfrm>
            <a:off x="3200400" y="3508375"/>
            <a:ext cx="4114800" cy="838200"/>
            <a:chOff x="1056" y="2210"/>
            <a:chExt cx="2592" cy="528"/>
          </a:xfrm>
        </p:grpSpPr>
        <p:sp>
          <p:nvSpPr>
            <p:cNvPr id="48" name="Text Box 17"/>
            <p:cNvSpPr txBox="1">
              <a:spLocks noChangeArrowheads="1"/>
            </p:cNvSpPr>
            <p:nvPr/>
          </p:nvSpPr>
          <p:spPr bwMode="auto">
            <a:xfrm>
              <a:off x="1968" y="2210"/>
              <a:ext cx="1680" cy="526"/>
            </a:xfrm>
            <a:prstGeom prst="rect">
              <a:avLst/>
            </a:prstGeom>
            <a:solidFill>
              <a:srgbClr val="99CCFF"/>
            </a:solidFill>
            <a:ln w="9525">
              <a:solidFill>
                <a:srgbClr val="000000"/>
              </a:solidFill>
              <a:miter lim="800000"/>
              <a:headEnd/>
              <a:tailEnd/>
            </a:ln>
            <a:effectLst/>
          </p:spPr>
          <p:txBody>
            <a:bodyPr>
              <a:spAutoFit/>
            </a:bodyPr>
            <a:lstStyle/>
            <a:p>
              <a:pPr eaLnBrk="0" hangingPunct="0">
                <a:defRPr/>
              </a:pPr>
              <a:r>
                <a:rPr lang="en-US" sz="1600" b="1" kern="0">
                  <a:solidFill>
                    <a:srgbClr val="000000"/>
                  </a:solidFill>
                  <a:latin typeface="Courier New" pitchFamily="49" charset="0"/>
                  <a:cs typeface="Times New Roman" pitchFamily="18" charset="0"/>
                </a:rPr>
                <a:t>if</a:t>
              </a:r>
              <a:r>
                <a:rPr lang="en-US" sz="1600" kern="0">
                  <a:solidFill>
                    <a:srgbClr val="000000"/>
                  </a:solidFill>
                  <a:latin typeface="Times New Roman" pitchFamily="18" charset="0"/>
                  <a:cs typeface="Times New Roman" pitchFamily="18" charset="0"/>
                </a:rPr>
                <a:t> structure compares values of </a:t>
              </a:r>
              <a:r>
                <a:rPr lang="en-US" sz="1600" b="1" kern="0">
                  <a:solidFill>
                    <a:srgbClr val="000000"/>
                  </a:solidFill>
                  <a:latin typeface="Courier New" pitchFamily="49" charset="0"/>
                  <a:cs typeface="Times New Roman" pitchFamily="18" charset="0"/>
                </a:rPr>
                <a:t>num1</a:t>
              </a:r>
              <a:r>
                <a:rPr lang="en-US" sz="1600" kern="0">
                  <a:solidFill>
                    <a:srgbClr val="000000"/>
                  </a:solidFill>
                  <a:latin typeface="Times New Roman" pitchFamily="18" charset="0"/>
                  <a:cs typeface="Times New Roman" pitchFamily="18" charset="0"/>
                </a:rPr>
                <a:t> and </a:t>
              </a:r>
              <a:r>
                <a:rPr lang="en-US" sz="1600" b="1" kern="0">
                  <a:solidFill>
                    <a:srgbClr val="000000"/>
                  </a:solidFill>
                  <a:latin typeface="Courier New" pitchFamily="49" charset="0"/>
                  <a:cs typeface="Times New Roman" pitchFamily="18" charset="0"/>
                </a:rPr>
                <a:t>num2</a:t>
              </a:r>
              <a:r>
                <a:rPr lang="en-US" sz="1600" kern="0">
                  <a:solidFill>
                    <a:srgbClr val="000000"/>
                  </a:solidFill>
                  <a:latin typeface="Times New Roman" pitchFamily="18" charset="0"/>
                  <a:cs typeface="Times New Roman" pitchFamily="18" charset="0"/>
                </a:rPr>
                <a:t> to test for equality.</a:t>
              </a:r>
            </a:p>
          </p:txBody>
        </p:sp>
        <p:sp>
          <p:nvSpPr>
            <p:cNvPr id="49" name="Line 18"/>
            <p:cNvSpPr>
              <a:spLocks noChangeShapeType="1"/>
            </p:cNvSpPr>
            <p:nvPr/>
          </p:nvSpPr>
          <p:spPr bwMode="auto">
            <a:xfrm flipH="1">
              <a:off x="1056" y="2306"/>
              <a:ext cx="912" cy="432"/>
            </a:xfrm>
            <a:prstGeom prst="line">
              <a:avLst/>
            </a:prstGeom>
            <a:noFill/>
            <a:ln w="9525">
              <a:solidFill>
                <a:srgbClr val="000000"/>
              </a:solidFill>
              <a:round/>
              <a:headEnd/>
              <a:tailEnd type="triangle" w="med" len="med"/>
            </a:ln>
            <a:effectLst/>
          </p:spPr>
          <p:txBody>
            <a:bodyPr wrap="none" anchor="ctr">
              <a:spAutoFit/>
            </a:bodyPr>
            <a:lstStyle/>
            <a:p>
              <a:pPr eaLnBrk="0" hangingPunct="0">
                <a:defRPr/>
              </a:pPr>
              <a:endParaRPr lang="en-US" kern="0">
                <a:solidFill>
                  <a:srgbClr val="000000"/>
                </a:solidFill>
                <a:latin typeface="Verdana" pitchFamily="34" charset="0"/>
                <a:cs typeface="Times New Roman" pitchFamily="18" charset="0"/>
              </a:endParaRPr>
            </a:p>
          </p:txBody>
        </p:sp>
      </p:grpSp>
      <p:grpSp>
        <p:nvGrpSpPr>
          <p:cNvPr id="50" name="Group 22"/>
          <p:cNvGrpSpPr>
            <a:grpSpLocks/>
          </p:cNvGrpSpPr>
          <p:nvPr/>
        </p:nvGrpSpPr>
        <p:grpSpPr bwMode="auto">
          <a:xfrm>
            <a:off x="4419600" y="3768725"/>
            <a:ext cx="4114800" cy="838200"/>
            <a:chOff x="1824" y="2374"/>
            <a:chExt cx="2592" cy="528"/>
          </a:xfrm>
        </p:grpSpPr>
        <p:sp>
          <p:nvSpPr>
            <p:cNvPr id="51" name="Text Box 20"/>
            <p:cNvSpPr txBox="1">
              <a:spLocks noChangeArrowheads="1"/>
            </p:cNvSpPr>
            <p:nvPr/>
          </p:nvSpPr>
          <p:spPr bwMode="auto">
            <a:xfrm>
              <a:off x="2736" y="2374"/>
              <a:ext cx="1680" cy="526"/>
            </a:xfrm>
            <a:prstGeom prst="rect">
              <a:avLst/>
            </a:prstGeom>
            <a:solidFill>
              <a:srgbClr val="99CCFF"/>
            </a:solidFill>
            <a:ln w="9525">
              <a:solidFill>
                <a:srgbClr val="000000"/>
              </a:solidFill>
              <a:miter lim="800000"/>
              <a:headEnd/>
              <a:tailEnd/>
            </a:ln>
            <a:effectLst/>
          </p:spPr>
          <p:txBody>
            <a:bodyPr>
              <a:spAutoFit/>
            </a:bodyPr>
            <a:lstStyle/>
            <a:p>
              <a:pPr eaLnBrk="0" hangingPunct="0">
                <a:defRPr/>
              </a:pPr>
              <a:r>
                <a:rPr lang="en-US" sz="1600" kern="0">
                  <a:solidFill>
                    <a:srgbClr val="000000"/>
                  </a:solidFill>
                  <a:latin typeface="Times New Roman" pitchFamily="18" charset="0"/>
                  <a:cs typeface="Times New Roman" pitchFamily="18" charset="0"/>
                </a:rPr>
                <a:t>If condition is true (i.e., values are equal), execute this statement.</a:t>
              </a:r>
            </a:p>
          </p:txBody>
        </p:sp>
        <p:sp>
          <p:nvSpPr>
            <p:cNvPr id="52" name="Line 21"/>
            <p:cNvSpPr>
              <a:spLocks noChangeShapeType="1"/>
            </p:cNvSpPr>
            <p:nvPr/>
          </p:nvSpPr>
          <p:spPr bwMode="auto">
            <a:xfrm flipH="1">
              <a:off x="1824" y="2470"/>
              <a:ext cx="912" cy="432"/>
            </a:xfrm>
            <a:prstGeom prst="line">
              <a:avLst/>
            </a:prstGeom>
            <a:noFill/>
            <a:ln w="9525">
              <a:solidFill>
                <a:srgbClr val="000000"/>
              </a:solidFill>
              <a:round/>
              <a:headEnd/>
              <a:tailEnd type="triangle" w="med" len="med"/>
            </a:ln>
            <a:effectLst/>
          </p:spPr>
          <p:txBody>
            <a:bodyPr wrap="none" anchor="ctr">
              <a:spAutoFit/>
            </a:bodyPr>
            <a:lstStyle/>
            <a:p>
              <a:pPr eaLnBrk="0" hangingPunct="0">
                <a:defRPr/>
              </a:pPr>
              <a:endParaRPr lang="en-US" kern="0">
                <a:solidFill>
                  <a:srgbClr val="000000"/>
                </a:solidFill>
                <a:latin typeface="Verdana" pitchFamily="34" charset="0"/>
                <a:cs typeface="Times New Roman" pitchFamily="18" charset="0"/>
              </a:endParaRPr>
            </a:p>
          </p:txBody>
        </p:sp>
      </p:grpSp>
      <p:grpSp>
        <p:nvGrpSpPr>
          <p:cNvPr id="53" name="Group 23"/>
          <p:cNvGrpSpPr>
            <a:grpSpLocks/>
          </p:cNvGrpSpPr>
          <p:nvPr/>
        </p:nvGrpSpPr>
        <p:grpSpPr bwMode="auto">
          <a:xfrm>
            <a:off x="3200400" y="4191000"/>
            <a:ext cx="4114800" cy="838200"/>
            <a:chOff x="1056" y="2210"/>
            <a:chExt cx="2592" cy="528"/>
          </a:xfrm>
        </p:grpSpPr>
        <p:sp>
          <p:nvSpPr>
            <p:cNvPr id="54" name="Text Box 24"/>
            <p:cNvSpPr txBox="1">
              <a:spLocks noChangeArrowheads="1"/>
            </p:cNvSpPr>
            <p:nvPr/>
          </p:nvSpPr>
          <p:spPr bwMode="auto">
            <a:xfrm>
              <a:off x="1968" y="2210"/>
              <a:ext cx="1680" cy="526"/>
            </a:xfrm>
            <a:prstGeom prst="rect">
              <a:avLst/>
            </a:prstGeom>
            <a:solidFill>
              <a:srgbClr val="99CCFF"/>
            </a:solidFill>
            <a:ln w="9525">
              <a:solidFill>
                <a:srgbClr val="000000"/>
              </a:solidFill>
              <a:miter lim="800000"/>
              <a:headEnd/>
              <a:tailEnd/>
            </a:ln>
            <a:effectLst/>
          </p:spPr>
          <p:txBody>
            <a:bodyPr>
              <a:spAutoFit/>
            </a:bodyPr>
            <a:lstStyle/>
            <a:p>
              <a:pPr eaLnBrk="0" hangingPunct="0">
                <a:defRPr/>
              </a:pPr>
              <a:r>
                <a:rPr lang="en-US" sz="1600" b="1" kern="0">
                  <a:solidFill>
                    <a:srgbClr val="000000"/>
                  </a:solidFill>
                  <a:latin typeface="Courier New" pitchFamily="49" charset="0"/>
                  <a:cs typeface="Times New Roman" pitchFamily="18" charset="0"/>
                </a:rPr>
                <a:t>if</a:t>
              </a:r>
              <a:r>
                <a:rPr lang="en-US" sz="1600" kern="0">
                  <a:solidFill>
                    <a:srgbClr val="000000"/>
                  </a:solidFill>
                  <a:latin typeface="Times New Roman" pitchFamily="18" charset="0"/>
                  <a:cs typeface="Times New Roman" pitchFamily="18" charset="0"/>
                </a:rPr>
                <a:t> structure compares values of </a:t>
              </a:r>
              <a:r>
                <a:rPr lang="en-US" sz="1600" b="1" kern="0">
                  <a:solidFill>
                    <a:srgbClr val="000000"/>
                  </a:solidFill>
                  <a:latin typeface="Courier New" pitchFamily="49" charset="0"/>
                  <a:cs typeface="Times New Roman" pitchFamily="18" charset="0"/>
                </a:rPr>
                <a:t>num1</a:t>
              </a:r>
              <a:r>
                <a:rPr lang="en-US" sz="1600" kern="0">
                  <a:solidFill>
                    <a:srgbClr val="000000"/>
                  </a:solidFill>
                  <a:latin typeface="Times New Roman" pitchFamily="18" charset="0"/>
                  <a:cs typeface="Times New Roman" pitchFamily="18" charset="0"/>
                </a:rPr>
                <a:t> and </a:t>
              </a:r>
              <a:r>
                <a:rPr lang="en-US" sz="1600" b="1" kern="0">
                  <a:solidFill>
                    <a:srgbClr val="000000"/>
                  </a:solidFill>
                  <a:latin typeface="Courier New" pitchFamily="49" charset="0"/>
                  <a:cs typeface="Times New Roman" pitchFamily="18" charset="0"/>
                </a:rPr>
                <a:t>num2</a:t>
              </a:r>
              <a:r>
                <a:rPr lang="en-US" sz="1600" kern="0">
                  <a:solidFill>
                    <a:srgbClr val="000000"/>
                  </a:solidFill>
                  <a:latin typeface="Times New Roman" pitchFamily="18" charset="0"/>
                  <a:cs typeface="Times New Roman" pitchFamily="18" charset="0"/>
                </a:rPr>
                <a:t> to test for inequality.</a:t>
              </a:r>
            </a:p>
          </p:txBody>
        </p:sp>
        <p:sp>
          <p:nvSpPr>
            <p:cNvPr id="55" name="Line 25"/>
            <p:cNvSpPr>
              <a:spLocks noChangeShapeType="1"/>
            </p:cNvSpPr>
            <p:nvPr/>
          </p:nvSpPr>
          <p:spPr bwMode="auto">
            <a:xfrm flipH="1">
              <a:off x="1056" y="2306"/>
              <a:ext cx="912" cy="432"/>
            </a:xfrm>
            <a:prstGeom prst="line">
              <a:avLst/>
            </a:prstGeom>
            <a:noFill/>
            <a:ln w="9525">
              <a:solidFill>
                <a:srgbClr val="000000"/>
              </a:solidFill>
              <a:round/>
              <a:headEnd/>
              <a:tailEnd type="triangle" w="med" len="med"/>
            </a:ln>
            <a:effectLst/>
          </p:spPr>
          <p:txBody>
            <a:bodyPr wrap="none" anchor="ctr">
              <a:spAutoFit/>
            </a:bodyPr>
            <a:lstStyle/>
            <a:p>
              <a:pPr eaLnBrk="0" hangingPunct="0">
                <a:defRPr/>
              </a:pPr>
              <a:endParaRPr lang="en-US" kern="0">
                <a:solidFill>
                  <a:srgbClr val="000000"/>
                </a:solidFill>
                <a:latin typeface="Verdana" pitchFamily="34" charset="0"/>
                <a:cs typeface="Times New Roman" pitchFamily="18" charset="0"/>
              </a:endParaRPr>
            </a:p>
          </p:txBody>
        </p:sp>
      </p:grpSp>
      <p:grpSp>
        <p:nvGrpSpPr>
          <p:cNvPr id="56" name="Group 26"/>
          <p:cNvGrpSpPr>
            <a:grpSpLocks/>
          </p:cNvGrpSpPr>
          <p:nvPr/>
        </p:nvGrpSpPr>
        <p:grpSpPr bwMode="auto">
          <a:xfrm>
            <a:off x="4419600" y="4419600"/>
            <a:ext cx="4114800" cy="838200"/>
            <a:chOff x="1824" y="2374"/>
            <a:chExt cx="2592" cy="528"/>
          </a:xfrm>
        </p:grpSpPr>
        <p:sp>
          <p:nvSpPr>
            <p:cNvPr id="57" name="Text Box 27"/>
            <p:cNvSpPr txBox="1">
              <a:spLocks noChangeArrowheads="1"/>
            </p:cNvSpPr>
            <p:nvPr/>
          </p:nvSpPr>
          <p:spPr bwMode="auto">
            <a:xfrm>
              <a:off x="2736" y="2374"/>
              <a:ext cx="1680" cy="526"/>
            </a:xfrm>
            <a:prstGeom prst="rect">
              <a:avLst/>
            </a:prstGeom>
            <a:solidFill>
              <a:srgbClr val="99CCFF"/>
            </a:solidFill>
            <a:ln w="9525">
              <a:solidFill>
                <a:srgbClr val="000000"/>
              </a:solidFill>
              <a:miter lim="800000"/>
              <a:headEnd/>
              <a:tailEnd/>
            </a:ln>
            <a:effectLst/>
          </p:spPr>
          <p:txBody>
            <a:bodyPr>
              <a:spAutoFit/>
            </a:bodyPr>
            <a:lstStyle/>
            <a:p>
              <a:pPr eaLnBrk="0" hangingPunct="0">
                <a:defRPr/>
              </a:pPr>
              <a:r>
                <a:rPr lang="en-US" sz="1600" kern="0">
                  <a:solidFill>
                    <a:srgbClr val="000000"/>
                  </a:solidFill>
                  <a:latin typeface="Times New Roman" pitchFamily="18" charset="0"/>
                  <a:cs typeface="Times New Roman" pitchFamily="18" charset="0"/>
                </a:rPr>
                <a:t>If condition is true (i.e., values are not equal), execute this statement.</a:t>
              </a:r>
            </a:p>
          </p:txBody>
        </p:sp>
        <p:sp>
          <p:nvSpPr>
            <p:cNvPr id="58" name="Line 28"/>
            <p:cNvSpPr>
              <a:spLocks noChangeShapeType="1"/>
            </p:cNvSpPr>
            <p:nvPr/>
          </p:nvSpPr>
          <p:spPr bwMode="auto">
            <a:xfrm flipH="1">
              <a:off x="1824" y="2470"/>
              <a:ext cx="912" cy="432"/>
            </a:xfrm>
            <a:prstGeom prst="line">
              <a:avLst/>
            </a:prstGeom>
            <a:noFill/>
            <a:ln w="9525">
              <a:solidFill>
                <a:srgbClr val="000000"/>
              </a:solidFill>
              <a:round/>
              <a:headEnd/>
              <a:tailEnd type="triangle" w="med" len="med"/>
            </a:ln>
            <a:effectLst/>
          </p:spPr>
          <p:txBody>
            <a:bodyPr wrap="none" anchor="ctr">
              <a:spAutoFit/>
            </a:bodyPr>
            <a:lstStyle/>
            <a:p>
              <a:pPr eaLnBrk="0" hangingPunct="0">
                <a:defRPr/>
              </a:pPr>
              <a:endParaRPr lang="en-US" kern="0">
                <a:solidFill>
                  <a:srgbClr val="000000"/>
                </a:solidFill>
                <a:latin typeface="Verdana" pitchFamily="34" charset="0"/>
                <a:cs typeface="Times New Roman" pitchFamily="18"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34"/>
                                        </p:tgtEl>
                                        <p:attrNameLst>
                                          <p:attrName>style.visibility</p:attrName>
                                        </p:attrNameLst>
                                      </p:cBhvr>
                                      <p:to>
                                        <p:strVal val="visible"/>
                                      </p:to>
                                    </p:set>
                                  </p:childTnLst>
                                  <p:subTnLst>
                                    <p:set>
                                      <p:cBhvr override="childStyle">
                                        <p:cTn dur="1" fill="hold" display="0" masterRel="nextClick" afterEffect="1"/>
                                        <p:tgtEl>
                                          <p:spTgt spid="34"/>
                                        </p:tgtEl>
                                        <p:attrNameLst>
                                          <p:attrName>style.visibility</p:attrName>
                                        </p:attrNameLst>
                                      </p:cBhvr>
                                      <p:to>
                                        <p:strVal val="hidden"/>
                                      </p:to>
                                    </p:set>
                                  </p:sub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39"/>
                                        </p:tgtEl>
                                        <p:attrNameLst>
                                          <p:attrName>style.visibility</p:attrName>
                                        </p:attrNameLst>
                                      </p:cBhvr>
                                      <p:to>
                                        <p:strVal val="visible"/>
                                      </p:to>
                                    </p:set>
                                  </p:childTnLst>
                                  <p:subTnLst>
                                    <p:set>
                                      <p:cBhvr override="childStyle">
                                        <p:cTn dur="1" fill="hold" display="0" masterRel="nextClick" afterEffect="1"/>
                                        <p:tgtEl>
                                          <p:spTgt spid="39"/>
                                        </p:tgtEl>
                                        <p:attrNameLst>
                                          <p:attrName>style.visibility</p:attrName>
                                        </p:attrNameLst>
                                      </p:cBhvr>
                                      <p:to>
                                        <p:strVal val="hidden"/>
                                      </p:to>
                                    </p:set>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499"/>
                                          </p:stCondLst>
                                        </p:cTn>
                                        <p:tgtEl>
                                          <p:spTgt spid="43"/>
                                        </p:tgtEl>
                                        <p:attrNameLst>
                                          <p:attrName>style.visibility</p:attrName>
                                        </p:attrNameLst>
                                      </p:cBhvr>
                                      <p:to>
                                        <p:strVal val="visible"/>
                                      </p:to>
                                    </p:set>
                                  </p:childTnLst>
                                  <p:subTnLst>
                                    <p:set>
                                      <p:cBhvr override="childStyle">
                                        <p:cTn dur="1" fill="hold" display="0" masterRel="nextClick" afterEffect="1"/>
                                        <p:tgtEl>
                                          <p:spTgt spid="43"/>
                                        </p:tgtEl>
                                        <p:attrNameLst>
                                          <p:attrName>style.visibility</p:attrName>
                                        </p:attrNameLst>
                                      </p:cBhvr>
                                      <p:to>
                                        <p:strVal val="hidden"/>
                                      </p:to>
                                    </p:set>
                                  </p:sub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499"/>
                                          </p:stCondLst>
                                        </p:cTn>
                                        <p:tgtEl>
                                          <p:spTgt spid="47"/>
                                        </p:tgtEl>
                                        <p:attrNameLst>
                                          <p:attrName>style.visibility</p:attrName>
                                        </p:attrNameLst>
                                      </p:cBhvr>
                                      <p:to>
                                        <p:strVal val="visible"/>
                                      </p:to>
                                    </p:set>
                                  </p:childTnLst>
                                  <p:subTnLst>
                                    <p:set>
                                      <p:cBhvr override="childStyle">
                                        <p:cTn dur="1" fill="hold" display="0" masterRel="nextClick" afterEffect="1"/>
                                        <p:tgtEl>
                                          <p:spTgt spid="47"/>
                                        </p:tgtEl>
                                        <p:attrNameLst>
                                          <p:attrName>style.visibility</p:attrName>
                                        </p:attrNameLst>
                                      </p:cBhvr>
                                      <p:to>
                                        <p:strVal val="hidden"/>
                                      </p:to>
                                    </p:set>
                                  </p:sub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499"/>
                                          </p:stCondLst>
                                        </p:cTn>
                                        <p:tgtEl>
                                          <p:spTgt spid="53"/>
                                        </p:tgtEl>
                                        <p:attrNameLst>
                                          <p:attrName>style.visibility</p:attrName>
                                        </p:attrNameLst>
                                      </p:cBhvr>
                                      <p:to>
                                        <p:strVal val="visible"/>
                                      </p:to>
                                    </p:set>
                                  </p:childTnLst>
                                  <p:subTnLst>
                                    <p:set>
                                      <p:cBhvr override="childStyle">
                                        <p:cTn dur="1" fill="hold" display="0" masterRel="nextClick" afterEffect="1"/>
                                        <p:tgtEl>
                                          <p:spTgt spid="53"/>
                                        </p:tgtEl>
                                        <p:attrNameLst>
                                          <p:attrName>style.visibility</p:attrName>
                                        </p:attrNameLst>
                                      </p:cBhvr>
                                      <p:to>
                                        <p:strVal val="hidden"/>
                                      </p:to>
                                    </p:set>
                                  </p:sub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499"/>
                                          </p:stCondLst>
                                        </p:cTn>
                                        <p:tgtEl>
                                          <p:spTgt spid="50"/>
                                        </p:tgtEl>
                                        <p:attrNameLst>
                                          <p:attrName>style.visibility</p:attrName>
                                        </p:attrNameLst>
                                      </p:cBhvr>
                                      <p:to>
                                        <p:strVal val="visible"/>
                                      </p:to>
                                    </p:set>
                                  </p:childTnLst>
                                  <p:subTnLst>
                                    <p:set>
                                      <p:cBhvr override="childStyle">
                                        <p:cTn dur="1" fill="hold" display="0" masterRel="nextClick" afterEffect="1"/>
                                        <p:tgtEl>
                                          <p:spTgt spid="50"/>
                                        </p:tgtEl>
                                        <p:attrNameLst>
                                          <p:attrName>style.visibility</p:attrName>
                                        </p:attrNameLst>
                                      </p:cBhvr>
                                      <p:to>
                                        <p:strVal val="hidden"/>
                                      </p:to>
                                    </p:set>
                                  </p:sub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499"/>
                                          </p:stCondLst>
                                        </p:cTn>
                                        <p:tgtEl>
                                          <p:spTgt spid="56"/>
                                        </p:tgtEl>
                                        <p:attrNameLst>
                                          <p:attrName>style.visibility</p:attrName>
                                        </p:attrNameLst>
                                      </p:cBhvr>
                                      <p:to>
                                        <p:strVal val="visible"/>
                                      </p:to>
                                    </p:set>
                                  </p:childTnLst>
                                  <p:subTnLst>
                                    <p:set>
                                      <p:cBhvr override="childStyle">
                                        <p:cTn dur="1" fill="hold" display="0" masterRel="nextClick" afterEffect="1"/>
                                        <p:tgtEl>
                                          <p:spTgt spid="56"/>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027"/>
          <p:cNvSpPr txBox="1">
            <a:spLocks noChangeArrowheads="1"/>
          </p:cNvSpPr>
          <p:nvPr/>
        </p:nvSpPr>
        <p:spPr bwMode="auto">
          <a:xfrm>
            <a:off x="1524000" y="1"/>
            <a:ext cx="7010400" cy="3973513"/>
          </a:xfrm>
          <a:prstGeom prst="rect">
            <a:avLst/>
          </a:prstGeom>
          <a:solidFill>
            <a:srgbClr val="FFE699"/>
          </a:solidFill>
          <a:ln w="9525">
            <a:noFill/>
            <a:miter lim="800000"/>
            <a:headEnd/>
            <a:tailEnd/>
          </a:ln>
          <a:effectLst/>
        </p:spPr>
        <p:txBody>
          <a:bodyPr vert="horz" wrap="square" lIns="91440" tIns="182880" rIns="91440" bIns="182880" numCol="1" anchor="t" anchorCtr="0" compatLnSpc="1">
            <a:prstTxWarp prst="textNoShape">
              <a:avLst/>
            </a:prstTxWarp>
          </a:bodyPr>
          <a:lstStyle/>
          <a:p>
            <a:pPr fontAlgn="base">
              <a:spcBef>
                <a:spcPct val="20000"/>
              </a:spcBef>
              <a:spcAft>
                <a:spcPct val="0"/>
              </a:spcAft>
              <a:defRPr/>
            </a:pPr>
            <a:r>
              <a:rPr lang="en-US" sz="1200" b="1" kern="0">
                <a:solidFill>
                  <a:srgbClr val="5F5F5F"/>
                </a:solidFill>
                <a:latin typeface="AvantGarde" pitchFamily="34" charset="0"/>
                <a:cs typeface="Times New Roman" pitchFamily="18" charset="0"/>
              </a:rPr>
              <a:t>26    </a:t>
            </a:r>
            <a:r>
              <a:rPr lang="en-US" sz="1200" b="1" kern="0">
                <a:solidFill>
                  <a:srgbClr val="000000"/>
                </a:solidFill>
                <a:latin typeface="Courier New" pitchFamily="49" charset="0"/>
                <a:cs typeface="Courier New" pitchFamily="49" charset="0"/>
              </a:rPr>
              <a:t>   </a:t>
            </a:r>
            <a:r>
              <a:rPr lang="en-US" sz="1200" b="1" kern="0">
                <a:solidFill>
                  <a:srgbClr val="0000FF"/>
                </a:solidFill>
                <a:latin typeface="Courier New" pitchFamily="49" charset="0"/>
                <a:cs typeface="Courier New" pitchFamily="49" charset="0"/>
              </a:rPr>
              <a:t>if</a:t>
            </a:r>
            <a:r>
              <a:rPr lang="en-US" sz="1200" b="1" kern="0">
                <a:solidFill>
                  <a:srgbClr val="000000"/>
                </a:solidFill>
                <a:latin typeface="Courier New" pitchFamily="49" charset="0"/>
                <a:cs typeface="Courier New" pitchFamily="49" charset="0"/>
              </a:rPr>
              <a:t> ( num1 &lt; num2 )</a:t>
            </a:r>
            <a:endParaRPr lang="en-US" sz="1200" b="1" kern="0">
              <a:solidFill>
                <a:srgbClr val="000000"/>
              </a:solidFill>
              <a:latin typeface="Courier" pitchFamily="49" charset="0"/>
              <a:cs typeface="Times New Roman" pitchFamily="18" charset="0"/>
            </a:endParaRPr>
          </a:p>
          <a:p>
            <a:pPr fontAlgn="base">
              <a:spcBef>
                <a:spcPct val="20000"/>
              </a:spcBef>
              <a:spcAft>
                <a:spcPct val="0"/>
              </a:spcAft>
              <a:defRPr/>
            </a:pPr>
            <a:r>
              <a:rPr lang="en-US" sz="1200" b="1" kern="0">
                <a:solidFill>
                  <a:srgbClr val="5F5F5F"/>
                </a:solidFill>
                <a:latin typeface="AvantGarde" pitchFamily="34" charset="0"/>
                <a:cs typeface="Times New Roman" pitchFamily="18" charset="0"/>
              </a:rPr>
              <a:t>27    </a:t>
            </a:r>
            <a:r>
              <a:rPr lang="en-US" sz="1200" b="1" kern="0">
                <a:solidFill>
                  <a:srgbClr val="000000"/>
                </a:solidFill>
                <a:latin typeface="Courier New" pitchFamily="49" charset="0"/>
                <a:cs typeface="Courier New" pitchFamily="49" charset="0"/>
              </a:rPr>
              <a:t>      cout &lt;&lt; num1 &lt;&lt; </a:t>
            </a:r>
            <a:r>
              <a:rPr lang="en-US" sz="1200" b="1" kern="0">
                <a:solidFill>
                  <a:srgbClr val="0099FF"/>
                </a:solidFill>
                <a:latin typeface="Courier New" pitchFamily="49" charset="0"/>
                <a:cs typeface="Courier New" pitchFamily="49" charset="0"/>
              </a:rPr>
              <a:t>" is less than "</a:t>
            </a:r>
            <a:r>
              <a:rPr lang="en-US" sz="1200" b="1" kern="0">
                <a:solidFill>
                  <a:srgbClr val="000000"/>
                </a:solidFill>
                <a:latin typeface="Courier New" pitchFamily="49" charset="0"/>
                <a:cs typeface="Courier New" pitchFamily="49" charset="0"/>
              </a:rPr>
              <a:t> &lt;&lt; num2 &lt;&lt; endl;</a:t>
            </a:r>
            <a:endParaRPr lang="en-US" sz="1200" b="1" kern="0">
              <a:solidFill>
                <a:srgbClr val="000000"/>
              </a:solidFill>
              <a:latin typeface="Courier" pitchFamily="49" charset="0"/>
              <a:cs typeface="Times New Roman" pitchFamily="18" charset="0"/>
            </a:endParaRPr>
          </a:p>
          <a:p>
            <a:pPr fontAlgn="base">
              <a:spcBef>
                <a:spcPct val="20000"/>
              </a:spcBef>
              <a:spcAft>
                <a:spcPct val="0"/>
              </a:spcAft>
              <a:defRPr/>
            </a:pPr>
            <a:r>
              <a:rPr lang="en-US" sz="1200" b="1" kern="0">
                <a:solidFill>
                  <a:srgbClr val="5F5F5F"/>
                </a:solidFill>
                <a:latin typeface="AvantGarde" pitchFamily="34" charset="0"/>
                <a:cs typeface="Times New Roman" pitchFamily="18" charset="0"/>
              </a:rPr>
              <a:t>28    </a:t>
            </a:r>
            <a:endParaRPr lang="en-US" sz="1200" b="1" kern="0">
              <a:solidFill>
                <a:srgbClr val="000000"/>
              </a:solidFill>
              <a:latin typeface="Courier" pitchFamily="49" charset="0"/>
              <a:cs typeface="Times New Roman" pitchFamily="18" charset="0"/>
            </a:endParaRPr>
          </a:p>
          <a:p>
            <a:pPr fontAlgn="base">
              <a:spcBef>
                <a:spcPct val="20000"/>
              </a:spcBef>
              <a:spcAft>
                <a:spcPct val="0"/>
              </a:spcAft>
              <a:defRPr/>
            </a:pPr>
            <a:r>
              <a:rPr lang="en-US" sz="1200" b="1" kern="0">
                <a:solidFill>
                  <a:srgbClr val="5F5F5F"/>
                </a:solidFill>
                <a:latin typeface="AvantGarde" pitchFamily="34" charset="0"/>
                <a:cs typeface="Times New Roman" pitchFamily="18" charset="0"/>
              </a:rPr>
              <a:t>29    </a:t>
            </a:r>
            <a:r>
              <a:rPr lang="en-US" sz="1200" b="1" kern="0">
                <a:solidFill>
                  <a:srgbClr val="000000"/>
                </a:solidFill>
                <a:latin typeface="Courier New" pitchFamily="49" charset="0"/>
                <a:cs typeface="Courier New" pitchFamily="49" charset="0"/>
              </a:rPr>
              <a:t>   </a:t>
            </a:r>
            <a:r>
              <a:rPr lang="en-US" sz="1200" b="1" kern="0">
                <a:solidFill>
                  <a:srgbClr val="0000FF"/>
                </a:solidFill>
                <a:latin typeface="Courier New" pitchFamily="49" charset="0"/>
                <a:cs typeface="Courier New" pitchFamily="49" charset="0"/>
              </a:rPr>
              <a:t>if</a:t>
            </a:r>
            <a:r>
              <a:rPr lang="en-US" sz="1200" b="1" kern="0">
                <a:solidFill>
                  <a:srgbClr val="000000"/>
                </a:solidFill>
                <a:latin typeface="Courier New" pitchFamily="49" charset="0"/>
                <a:cs typeface="Courier New" pitchFamily="49" charset="0"/>
              </a:rPr>
              <a:t> ( num1 &gt; num2 )</a:t>
            </a:r>
            <a:endParaRPr lang="en-US" sz="1200" b="1" kern="0">
              <a:solidFill>
                <a:srgbClr val="000000"/>
              </a:solidFill>
              <a:latin typeface="Courier" pitchFamily="49" charset="0"/>
              <a:cs typeface="Times New Roman" pitchFamily="18" charset="0"/>
            </a:endParaRPr>
          </a:p>
          <a:p>
            <a:pPr fontAlgn="base">
              <a:spcBef>
                <a:spcPct val="20000"/>
              </a:spcBef>
              <a:spcAft>
                <a:spcPct val="0"/>
              </a:spcAft>
              <a:defRPr/>
            </a:pPr>
            <a:r>
              <a:rPr lang="en-US" sz="1200" b="1" kern="0">
                <a:solidFill>
                  <a:srgbClr val="5F5F5F"/>
                </a:solidFill>
                <a:latin typeface="AvantGarde" pitchFamily="34" charset="0"/>
                <a:cs typeface="Times New Roman" pitchFamily="18" charset="0"/>
              </a:rPr>
              <a:t>30    </a:t>
            </a:r>
            <a:r>
              <a:rPr lang="en-US" sz="1200" b="1" kern="0">
                <a:solidFill>
                  <a:srgbClr val="000000"/>
                </a:solidFill>
                <a:latin typeface="Courier New" pitchFamily="49" charset="0"/>
                <a:cs typeface="Courier New" pitchFamily="49" charset="0"/>
              </a:rPr>
              <a:t>      cout &lt;&lt; num1 &lt;&lt; </a:t>
            </a:r>
            <a:r>
              <a:rPr lang="en-US" sz="1200" b="1" kern="0">
                <a:solidFill>
                  <a:srgbClr val="0099FF"/>
                </a:solidFill>
                <a:latin typeface="Courier New" pitchFamily="49" charset="0"/>
                <a:cs typeface="Courier New" pitchFamily="49" charset="0"/>
              </a:rPr>
              <a:t>" is greater than "</a:t>
            </a:r>
            <a:r>
              <a:rPr lang="en-US" sz="1200" b="1" kern="0">
                <a:solidFill>
                  <a:srgbClr val="000000"/>
                </a:solidFill>
                <a:latin typeface="Courier New" pitchFamily="49" charset="0"/>
                <a:cs typeface="Courier New" pitchFamily="49" charset="0"/>
              </a:rPr>
              <a:t> &lt;&lt; num2 &lt;&lt; endl;</a:t>
            </a:r>
            <a:endParaRPr lang="en-US" sz="1200" b="1" kern="0">
              <a:solidFill>
                <a:srgbClr val="000000"/>
              </a:solidFill>
              <a:latin typeface="Courier" pitchFamily="49" charset="0"/>
              <a:cs typeface="Times New Roman" pitchFamily="18" charset="0"/>
            </a:endParaRPr>
          </a:p>
          <a:p>
            <a:pPr fontAlgn="base">
              <a:spcBef>
                <a:spcPct val="20000"/>
              </a:spcBef>
              <a:spcAft>
                <a:spcPct val="0"/>
              </a:spcAft>
              <a:defRPr/>
            </a:pPr>
            <a:r>
              <a:rPr lang="en-US" sz="1200" b="1" kern="0">
                <a:solidFill>
                  <a:srgbClr val="5F5F5F"/>
                </a:solidFill>
                <a:latin typeface="AvantGarde" pitchFamily="34" charset="0"/>
                <a:cs typeface="Times New Roman" pitchFamily="18" charset="0"/>
              </a:rPr>
              <a:t>31    </a:t>
            </a:r>
            <a:endParaRPr lang="en-US" sz="1200" b="1" kern="0">
              <a:solidFill>
                <a:srgbClr val="000000"/>
              </a:solidFill>
              <a:latin typeface="Courier" pitchFamily="49" charset="0"/>
              <a:cs typeface="Times New Roman" pitchFamily="18" charset="0"/>
            </a:endParaRPr>
          </a:p>
          <a:p>
            <a:pPr fontAlgn="base">
              <a:spcBef>
                <a:spcPct val="20000"/>
              </a:spcBef>
              <a:spcAft>
                <a:spcPct val="0"/>
              </a:spcAft>
              <a:defRPr/>
            </a:pPr>
            <a:r>
              <a:rPr lang="en-US" sz="1200" b="1" kern="0">
                <a:solidFill>
                  <a:srgbClr val="5F5F5F"/>
                </a:solidFill>
                <a:latin typeface="AvantGarde" pitchFamily="34" charset="0"/>
                <a:cs typeface="Times New Roman" pitchFamily="18" charset="0"/>
              </a:rPr>
              <a:t>32    </a:t>
            </a:r>
            <a:r>
              <a:rPr lang="en-US" sz="1200" b="1" kern="0">
                <a:solidFill>
                  <a:srgbClr val="000000"/>
                </a:solidFill>
                <a:latin typeface="Courier New" pitchFamily="49" charset="0"/>
                <a:cs typeface="Courier New" pitchFamily="49" charset="0"/>
              </a:rPr>
              <a:t>   </a:t>
            </a:r>
            <a:r>
              <a:rPr lang="en-US" sz="1200" b="1" kern="0">
                <a:solidFill>
                  <a:srgbClr val="0000FF"/>
                </a:solidFill>
                <a:latin typeface="Courier New" pitchFamily="49" charset="0"/>
                <a:cs typeface="Courier New" pitchFamily="49" charset="0"/>
              </a:rPr>
              <a:t>if</a:t>
            </a:r>
            <a:r>
              <a:rPr lang="en-US" sz="1200" b="1" kern="0">
                <a:solidFill>
                  <a:srgbClr val="000000"/>
                </a:solidFill>
                <a:latin typeface="Courier New" pitchFamily="49" charset="0"/>
                <a:cs typeface="Courier New" pitchFamily="49" charset="0"/>
              </a:rPr>
              <a:t> ( num1 &lt;= num2 )</a:t>
            </a:r>
            <a:endParaRPr lang="en-US" sz="1200" b="1" kern="0">
              <a:solidFill>
                <a:srgbClr val="000000"/>
              </a:solidFill>
              <a:latin typeface="Courier" pitchFamily="49" charset="0"/>
              <a:cs typeface="Times New Roman" pitchFamily="18" charset="0"/>
            </a:endParaRPr>
          </a:p>
          <a:p>
            <a:pPr fontAlgn="base">
              <a:spcBef>
                <a:spcPct val="20000"/>
              </a:spcBef>
              <a:spcAft>
                <a:spcPct val="0"/>
              </a:spcAft>
              <a:defRPr/>
            </a:pPr>
            <a:r>
              <a:rPr lang="en-US" sz="1200" b="1" kern="0">
                <a:solidFill>
                  <a:srgbClr val="5F5F5F"/>
                </a:solidFill>
                <a:latin typeface="AvantGarde" pitchFamily="34" charset="0"/>
                <a:cs typeface="Times New Roman" pitchFamily="18" charset="0"/>
              </a:rPr>
              <a:t>33    </a:t>
            </a:r>
            <a:r>
              <a:rPr lang="en-US" sz="1200" b="1" kern="0">
                <a:solidFill>
                  <a:srgbClr val="000000"/>
                </a:solidFill>
                <a:latin typeface="Courier New" pitchFamily="49" charset="0"/>
                <a:cs typeface="Courier New" pitchFamily="49" charset="0"/>
              </a:rPr>
              <a:t>      cout &lt;&lt; num1 &lt;&lt; </a:t>
            </a:r>
            <a:r>
              <a:rPr lang="en-US" sz="1200" b="1" kern="0">
                <a:solidFill>
                  <a:srgbClr val="0099FF"/>
                </a:solidFill>
                <a:latin typeface="Courier New" pitchFamily="49" charset="0"/>
                <a:cs typeface="Courier New" pitchFamily="49" charset="0"/>
              </a:rPr>
              <a:t>" is less than or equal to "</a:t>
            </a:r>
            <a:endParaRPr lang="en-US" sz="1200" b="1" kern="0">
              <a:solidFill>
                <a:srgbClr val="000000"/>
              </a:solidFill>
              <a:latin typeface="Courier" pitchFamily="49" charset="0"/>
              <a:cs typeface="Times New Roman" pitchFamily="18" charset="0"/>
            </a:endParaRPr>
          </a:p>
          <a:p>
            <a:pPr fontAlgn="base">
              <a:spcBef>
                <a:spcPct val="20000"/>
              </a:spcBef>
              <a:spcAft>
                <a:spcPct val="0"/>
              </a:spcAft>
              <a:defRPr/>
            </a:pPr>
            <a:r>
              <a:rPr lang="en-US" sz="1200" b="1" kern="0">
                <a:solidFill>
                  <a:srgbClr val="5F5F5F"/>
                </a:solidFill>
                <a:latin typeface="AvantGarde" pitchFamily="34" charset="0"/>
                <a:cs typeface="Times New Roman" pitchFamily="18" charset="0"/>
              </a:rPr>
              <a:t>34    </a:t>
            </a:r>
            <a:r>
              <a:rPr lang="en-US" sz="1200" b="1" kern="0">
                <a:solidFill>
                  <a:srgbClr val="000000"/>
                </a:solidFill>
                <a:latin typeface="Courier New" pitchFamily="49" charset="0"/>
                <a:cs typeface="Courier New" pitchFamily="49" charset="0"/>
              </a:rPr>
              <a:t>           &lt;&lt; num2 &lt;&lt; endl;</a:t>
            </a:r>
            <a:endParaRPr lang="en-US" sz="1200" b="1" kern="0">
              <a:solidFill>
                <a:srgbClr val="000000"/>
              </a:solidFill>
              <a:latin typeface="Courier" pitchFamily="49" charset="0"/>
              <a:cs typeface="Times New Roman" pitchFamily="18" charset="0"/>
            </a:endParaRPr>
          </a:p>
          <a:p>
            <a:pPr fontAlgn="base">
              <a:spcBef>
                <a:spcPct val="20000"/>
              </a:spcBef>
              <a:spcAft>
                <a:spcPct val="0"/>
              </a:spcAft>
              <a:defRPr/>
            </a:pPr>
            <a:r>
              <a:rPr lang="en-US" sz="1200" b="1" kern="0">
                <a:solidFill>
                  <a:srgbClr val="5F5F5F"/>
                </a:solidFill>
                <a:latin typeface="AvantGarde" pitchFamily="34" charset="0"/>
                <a:cs typeface="Times New Roman" pitchFamily="18" charset="0"/>
              </a:rPr>
              <a:t>35    </a:t>
            </a:r>
            <a:endParaRPr lang="en-US" sz="1200" b="1" kern="0">
              <a:solidFill>
                <a:srgbClr val="000000"/>
              </a:solidFill>
              <a:latin typeface="Courier" pitchFamily="49" charset="0"/>
              <a:cs typeface="Times New Roman" pitchFamily="18" charset="0"/>
            </a:endParaRPr>
          </a:p>
          <a:p>
            <a:pPr fontAlgn="base">
              <a:spcBef>
                <a:spcPct val="20000"/>
              </a:spcBef>
              <a:spcAft>
                <a:spcPct val="0"/>
              </a:spcAft>
              <a:defRPr/>
            </a:pPr>
            <a:r>
              <a:rPr lang="en-US" sz="1200" b="1" kern="0">
                <a:solidFill>
                  <a:srgbClr val="5F5F5F"/>
                </a:solidFill>
                <a:latin typeface="AvantGarde" pitchFamily="34" charset="0"/>
                <a:cs typeface="Times New Roman" pitchFamily="18" charset="0"/>
              </a:rPr>
              <a:t>36    </a:t>
            </a:r>
            <a:r>
              <a:rPr lang="en-US" sz="1200" b="1" kern="0">
                <a:solidFill>
                  <a:srgbClr val="000000"/>
                </a:solidFill>
                <a:latin typeface="Courier New" pitchFamily="49" charset="0"/>
                <a:cs typeface="Courier New" pitchFamily="49" charset="0"/>
              </a:rPr>
              <a:t>   </a:t>
            </a:r>
            <a:r>
              <a:rPr lang="en-US" sz="1200" b="1" kern="0">
                <a:solidFill>
                  <a:srgbClr val="0000FF"/>
                </a:solidFill>
                <a:latin typeface="Courier New" pitchFamily="49" charset="0"/>
                <a:cs typeface="Courier New" pitchFamily="49" charset="0"/>
              </a:rPr>
              <a:t>if</a:t>
            </a:r>
            <a:r>
              <a:rPr lang="en-US" sz="1200" b="1" kern="0">
                <a:solidFill>
                  <a:srgbClr val="000000"/>
                </a:solidFill>
                <a:latin typeface="Courier New" pitchFamily="49" charset="0"/>
                <a:cs typeface="Courier New" pitchFamily="49" charset="0"/>
              </a:rPr>
              <a:t> ( num1 &gt;= num2 )</a:t>
            </a:r>
            <a:endParaRPr lang="en-US" sz="1200" b="1" kern="0">
              <a:solidFill>
                <a:srgbClr val="000000"/>
              </a:solidFill>
              <a:latin typeface="Courier" pitchFamily="49" charset="0"/>
              <a:cs typeface="Times New Roman" pitchFamily="18" charset="0"/>
            </a:endParaRPr>
          </a:p>
          <a:p>
            <a:pPr fontAlgn="base">
              <a:spcBef>
                <a:spcPct val="20000"/>
              </a:spcBef>
              <a:spcAft>
                <a:spcPct val="0"/>
              </a:spcAft>
              <a:defRPr/>
            </a:pPr>
            <a:r>
              <a:rPr lang="en-US" sz="1200" b="1" kern="0">
                <a:solidFill>
                  <a:srgbClr val="5F5F5F"/>
                </a:solidFill>
                <a:latin typeface="AvantGarde" pitchFamily="34" charset="0"/>
                <a:cs typeface="Times New Roman" pitchFamily="18" charset="0"/>
              </a:rPr>
              <a:t>37    </a:t>
            </a:r>
            <a:r>
              <a:rPr lang="en-US" sz="1200" b="1" kern="0">
                <a:solidFill>
                  <a:srgbClr val="000000"/>
                </a:solidFill>
                <a:latin typeface="Courier New" pitchFamily="49" charset="0"/>
                <a:cs typeface="Courier New" pitchFamily="49" charset="0"/>
              </a:rPr>
              <a:t>      cout &lt;&lt; num1 &lt;&lt;</a:t>
            </a:r>
            <a:r>
              <a:rPr lang="en-US" sz="1200" b="1" kern="0">
                <a:solidFill>
                  <a:srgbClr val="0099FF"/>
                </a:solidFill>
                <a:latin typeface="Courier New" pitchFamily="49" charset="0"/>
                <a:cs typeface="Courier New" pitchFamily="49" charset="0"/>
              </a:rPr>
              <a:t> " is greater than or equal to "</a:t>
            </a:r>
            <a:endParaRPr lang="en-US" sz="1200" b="1" kern="0">
              <a:solidFill>
                <a:srgbClr val="000000"/>
              </a:solidFill>
              <a:latin typeface="Courier" pitchFamily="49" charset="0"/>
              <a:cs typeface="Times New Roman" pitchFamily="18" charset="0"/>
            </a:endParaRPr>
          </a:p>
          <a:p>
            <a:pPr fontAlgn="base">
              <a:spcBef>
                <a:spcPct val="20000"/>
              </a:spcBef>
              <a:spcAft>
                <a:spcPct val="0"/>
              </a:spcAft>
              <a:defRPr/>
            </a:pPr>
            <a:r>
              <a:rPr lang="en-US" sz="1200" b="1" kern="0">
                <a:solidFill>
                  <a:srgbClr val="5F5F5F"/>
                </a:solidFill>
                <a:latin typeface="AvantGarde" pitchFamily="34" charset="0"/>
                <a:cs typeface="Times New Roman" pitchFamily="18" charset="0"/>
              </a:rPr>
              <a:t>38    </a:t>
            </a:r>
            <a:r>
              <a:rPr lang="en-US" sz="1200" b="1" kern="0">
                <a:solidFill>
                  <a:srgbClr val="000000"/>
                </a:solidFill>
                <a:latin typeface="Courier New" pitchFamily="49" charset="0"/>
                <a:cs typeface="Courier New" pitchFamily="49" charset="0"/>
              </a:rPr>
              <a:t>           &lt;&lt; num2 &lt;&lt; endl;</a:t>
            </a:r>
            <a:endParaRPr lang="en-US" sz="1200" b="1" kern="0">
              <a:solidFill>
                <a:srgbClr val="000000"/>
              </a:solidFill>
              <a:latin typeface="Courier" pitchFamily="49" charset="0"/>
              <a:cs typeface="Times New Roman" pitchFamily="18" charset="0"/>
            </a:endParaRPr>
          </a:p>
          <a:p>
            <a:pPr fontAlgn="base">
              <a:spcBef>
                <a:spcPct val="20000"/>
              </a:spcBef>
              <a:spcAft>
                <a:spcPct val="0"/>
              </a:spcAft>
              <a:defRPr/>
            </a:pPr>
            <a:r>
              <a:rPr lang="en-US" sz="1200" b="1" kern="0">
                <a:solidFill>
                  <a:srgbClr val="5F5F5F"/>
                </a:solidFill>
                <a:latin typeface="AvantGarde" pitchFamily="34" charset="0"/>
                <a:cs typeface="Times New Roman" pitchFamily="18" charset="0"/>
              </a:rPr>
              <a:t>39    </a:t>
            </a:r>
            <a:endParaRPr lang="en-US" sz="1200" b="1" kern="0">
              <a:solidFill>
                <a:srgbClr val="000000"/>
              </a:solidFill>
              <a:latin typeface="Courier" pitchFamily="49" charset="0"/>
              <a:cs typeface="Times New Roman" pitchFamily="18" charset="0"/>
            </a:endParaRPr>
          </a:p>
          <a:p>
            <a:pPr fontAlgn="base">
              <a:spcBef>
                <a:spcPct val="20000"/>
              </a:spcBef>
              <a:spcAft>
                <a:spcPct val="0"/>
              </a:spcAft>
              <a:defRPr/>
            </a:pPr>
            <a:r>
              <a:rPr lang="en-US" sz="1200" b="1" kern="0">
                <a:solidFill>
                  <a:srgbClr val="5F5F5F"/>
                </a:solidFill>
                <a:latin typeface="AvantGarde" pitchFamily="34" charset="0"/>
                <a:cs typeface="Times New Roman" pitchFamily="18" charset="0"/>
              </a:rPr>
              <a:t>40    </a:t>
            </a:r>
            <a:r>
              <a:rPr lang="en-US" sz="1200" b="1" kern="0">
                <a:solidFill>
                  <a:srgbClr val="000000"/>
                </a:solidFill>
                <a:latin typeface="Courier New" pitchFamily="49" charset="0"/>
                <a:cs typeface="Courier New" pitchFamily="49" charset="0"/>
              </a:rPr>
              <a:t>   </a:t>
            </a:r>
            <a:r>
              <a:rPr lang="en-US" sz="1200" b="1" kern="0">
                <a:solidFill>
                  <a:srgbClr val="0000FF"/>
                </a:solidFill>
                <a:latin typeface="Courier New" pitchFamily="49" charset="0"/>
                <a:cs typeface="Courier New" pitchFamily="49" charset="0"/>
              </a:rPr>
              <a:t>return</a:t>
            </a:r>
            <a:r>
              <a:rPr lang="en-US" sz="1200" b="1" kern="0">
                <a:solidFill>
                  <a:srgbClr val="000000"/>
                </a:solidFill>
                <a:latin typeface="Courier New" pitchFamily="49" charset="0"/>
                <a:cs typeface="Courier New" pitchFamily="49" charset="0"/>
              </a:rPr>
              <a:t> </a:t>
            </a:r>
            <a:r>
              <a:rPr lang="en-US" sz="1200" b="1" kern="0">
                <a:solidFill>
                  <a:srgbClr val="0099FF"/>
                </a:solidFill>
                <a:latin typeface="Courier New" pitchFamily="49" charset="0"/>
                <a:cs typeface="Courier New" pitchFamily="49" charset="0"/>
              </a:rPr>
              <a:t>0</a:t>
            </a:r>
            <a:r>
              <a:rPr lang="en-US" sz="1200" b="1" kern="0">
                <a:solidFill>
                  <a:srgbClr val="000000"/>
                </a:solidFill>
                <a:latin typeface="Courier New" pitchFamily="49" charset="0"/>
                <a:cs typeface="Courier New" pitchFamily="49" charset="0"/>
              </a:rPr>
              <a:t>;   </a:t>
            </a:r>
            <a:r>
              <a:rPr lang="en-US" sz="1200" b="1" kern="0">
                <a:solidFill>
                  <a:srgbClr val="008000"/>
                </a:solidFill>
                <a:latin typeface="Courier New" pitchFamily="49" charset="0"/>
                <a:cs typeface="Courier New" pitchFamily="49" charset="0"/>
              </a:rPr>
              <a:t>// indicate that program ended successfully</a:t>
            </a:r>
            <a:endParaRPr lang="en-US" sz="1200" b="1" kern="0">
              <a:solidFill>
                <a:srgbClr val="000000"/>
              </a:solidFill>
              <a:latin typeface="Courier" pitchFamily="49" charset="0"/>
              <a:cs typeface="Times New Roman" pitchFamily="18" charset="0"/>
            </a:endParaRPr>
          </a:p>
          <a:p>
            <a:pPr fontAlgn="base">
              <a:spcBef>
                <a:spcPct val="20000"/>
              </a:spcBef>
              <a:spcAft>
                <a:spcPct val="0"/>
              </a:spcAft>
              <a:defRPr/>
            </a:pPr>
            <a:r>
              <a:rPr lang="en-US" sz="1200" b="1" kern="0">
                <a:solidFill>
                  <a:srgbClr val="5F5F5F"/>
                </a:solidFill>
                <a:latin typeface="AvantGarde" pitchFamily="34" charset="0"/>
                <a:cs typeface="Times New Roman" pitchFamily="18" charset="0"/>
              </a:rPr>
              <a:t>41    </a:t>
            </a:r>
            <a:endParaRPr lang="en-US" sz="1200" b="1" kern="0">
              <a:solidFill>
                <a:srgbClr val="000000"/>
              </a:solidFill>
              <a:latin typeface="Courier" pitchFamily="49" charset="0"/>
              <a:cs typeface="Times New Roman" pitchFamily="18" charset="0"/>
            </a:endParaRPr>
          </a:p>
          <a:p>
            <a:pPr fontAlgn="base">
              <a:spcBef>
                <a:spcPct val="20000"/>
              </a:spcBef>
              <a:spcAft>
                <a:spcPct val="0"/>
              </a:spcAft>
              <a:defRPr/>
            </a:pPr>
            <a:r>
              <a:rPr lang="en-US" sz="1200" b="1" kern="0">
                <a:solidFill>
                  <a:srgbClr val="5F5F5F"/>
                </a:solidFill>
                <a:latin typeface="AvantGarde" pitchFamily="34" charset="0"/>
                <a:cs typeface="Times New Roman" pitchFamily="18" charset="0"/>
              </a:rPr>
              <a:t>42    </a:t>
            </a:r>
            <a:r>
              <a:rPr lang="en-US" sz="1200" b="1" kern="0">
                <a:solidFill>
                  <a:srgbClr val="000000"/>
                </a:solidFill>
                <a:latin typeface="Courier New" pitchFamily="49" charset="0"/>
                <a:cs typeface="Courier New" pitchFamily="49" charset="0"/>
              </a:rPr>
              <a:t>} </a:t>
            </a:r>
            <a:r>
              <a:rPr lang="en-US" sz="1200" b="1" kern="0">
                <a:solidFill>
                  <a:srgbClr val="008000"/>
                </a:solidFill>
                <a:latin typeface="Courier New" pitchFamily="49" charset="0"/>
                <a:cs typeface="Courier New" pitchFamily="49" charset="0"/>
              </a:rPr>
              <a:t>// end function main</a:t>
            </a:r>
            <a:endParaRPr lang="en-US" sz="1200" b="1" kern="0">
              <a:solidFill>
                <a:srgbClr val="000000"/>
              </a:solidFill>
              <a:latin typeface="Courier" pitchFamily="49" charset="0"/>
              <a:cs typeface="Times New Roman" pitchFamily="18" charset="0"/>
            </a:endParaRPr>
          </a:p>
          <a:p>
            <a:pPr fontAlgn="base">
              <a:spcBef>
                <a:spcPct val="20000"/>
              </a:spcBef>
              <a:spcAft>
                <a:spcPct val="0"/>
              </a:spcAft>
              <a:defRPr/>
            </a:pPr>
            <a:endParaRPr lang="en-US" sz="1200" b="1" kern="0">
              <a:solidFill>
                <a:srgbClr val="000000"/>
              </a:solidFill>
              <a:latin typeface="Courier New" pitchFamily="49" charset="0"/>
            </a:endParaRPr>
          </a:p>
        </p:txBody>
      </p:sp>
      <p:sp>
        <p:nvSpPr>
          <p:cNvPr id="13" name="Rectangle 1029"/>
          <p:cNvSpPr>
            <a:spLocks noChangeArrowheads="1"/>
          </p:cNvSpPr>
          <p:nvPr/>
        </p:nvSpPr>
        <p:spPr bwMode="auto">
          <a:xfrm>
            <a:off x="1524000" y="3886200"/>
            <a:ext cx="7010400" cy="1371600"/>
          </a:xfrm>
          <a:prstGeom prst="rect">
            <a:avLst/>
          </a:prstGeom>
          <a:solidFill>
            <a:srgbClr val="CCCCFF"/>
          </a:solidFill>
          <a:ln w="9525">
            <a:noFill/>
            <a:miter lim="800000"/>
            <a:headEnd/>
            <a:tailEnd/>
          </a:ln>
          <a:effectLst/>
        </p:spPr>
        <p:txBody>
          <a:bodyPr tIns="182880" bIns="182880"/>
          <a:lstStyle/>
          <a:p>
            <a:pPr>
              <a:spcBef>
                <a:spcPct val="20000"/>
              </a:spcBef>
              <a:defRPr/>
            </a:pPr>
            <a:r>
              <a:rPr lang="en-US" sz="1200" b="1" kern="0">
                <a:solidFill>
                  <a:srgbClr val="000000"/>
                </a:solidFill>
                <a:latin typeface="Courier New" pitchFamily="49" charset="0"/>
                <a:cs typeface="Courier New" pitchFamily="49" charset="0"/>
              </a:rPr>
              <a:t>Enter two integers, and I will tell you </a:t>
            </a:r>
            <a:endParaRPr lang="en-US" sz="1200" b="1" kern="0">
              <a:solidFill>
                <a:srgbClr val="000000"/>
              </a:solidFill>
              <a:latin typeface="Courier" pitchFamily="49" charset="0"/>
              <a:cs typeface="Times New Roman" pitchFamily="18" charset="0"/>
            </a:endParaRPr>
          </a:p>
          <a:p>
            <a:pPr>
              <a:spcBef>
                <a:spcPct val="20000"/>
              </a:spcBef>
              <a:defRPr/>
            </a:pPr>
            <a:r>
              <a:rPr lang="en-US" sz="1200" b="1" kern="0">
                <a:solidFill>
                  <a:srgbClr val="000000"/>
                </a:solidFill>
                <a:latin typeface="Courier New" pitchFamily="49" charset="0"/>
                <a:cs typeface="Courier New" pitchFamily="49" charset="0"/>
              </a:rPr>
              <a:t>the relationships they satisfy: 22 12</a:t>
            </a:r>
            <a:endParaRPr lang="en-US" sz="1200" b="1" kern="0">
              <a:solidFill>
                <a:srgbClr val="000000"/>
              </a:solidFill>
              <a:latin typeface="Courier" pitchFamily="49" charset="0"/>
              <a:cs typeface="Times New Roman" pitchFamily="18" charset="0"/>
            </a:endParaRPr>
          </a:p>
          <a:p>
            <a:pPr>
              <a:spcBef>
                <a:spcPct val="20000"/>
              </a:spcBef>
              <a:defRPr/>
            </a:pPr>
            <a:r>
              <a:rPr lang="en-US" sz="1200" b="1" kern="0">
                <a:solidFill>
                  <a:srgbClr val="000000"/>
                </a:solidFill>
                <a:latin typeface="Courier New" pitchFamily="49" charset="0"/>
                <a:cs typeface="Courier New" pitchFamily="49" charset="0"/>
              </a:rPr>
              <a:t>22 is not equal to 12</a:t>
            </a:r>
            <a:endParaRPr lang="en-US" sz="1200" b="1" kern="0">
              <a:solidFill>
                <a:srgbClr val="000000"/>
              </a:solidFill>
              <a:latin typeface="Courier" pitchFamily="49" charset="0"/>
              <a:cs typeface="Times New Roman" pitchFamily="18" charset="0"/>
            </a:endParaRPr>
          </a:p>
          <a:p>
            <a:pPr>
              <a:spcBef>
                <a:spcPct val="20000"/>
              </a:spcBef>
              <a:defRPr/>
            </a:pPr>
            <a:r>
              <a:rPr lang="en-US" sz="1200" b="1" kern="0">
                <a:solidFill>
                  <a:srgbClr val="000000"/>
                </a:solidFill>
                <a:latin typeface="Courier New" pitchFamily="49" charset="0"/>
                <a:cs typeface="Courier New" pitchFamily="49" charset="0"/>
              </a:rPr>
              <a:t>22 is greater than 12</a:t>
            </a:r>
            <a:endParaRPr lang="en-US" sz="1200" b="1" kern="0">
              <a:solidFill>
                <a:srgbClr val="000000"/>
              </a:solidFill>
              <a:latin typeface="Courier" pitchFamily="49" charset="0"/>
              <a:cs typeface="Times New Roman" pitchFamily="18" charset="0"/>
            </a:endParaRPr>
          </a:p>
          <a:p>
            <a:pPr>
              <a:spcBef>
                <a:spcPct val="20000"/>
              </a:spcBef>
              <a:defRPr/>
            </a:pPr>
            <a:r>
              <a:rPr lang="en-US" sz="1200" b="1" kern="0">
                <a:solidFill>
                  <a:srgbClr val="000000"/>
                </a:solidFill>
                <a:latin typeface="Courier New" pitchFamily="49" charset="0"/>
                <a:cs typeface="Times New Roman" pitchFamily="18" charset="0"/>
              </a:rPr>
              <a:t>22 is greater than or equal to 12</a:t>
            </a:r>
            <a:r>
              <a:rPr lang="en-US" sz="1200" b="1" kern="0">
                <a:solidFill>
                  <a:srgbClr val="000000"/>
                </a:solidFill>
                <a:latin typeface="Courier New" pitchFamily="49" charset="0"/>
                <a:cs typeface="Courier New" pitchFamily="49" charset="0"/>
              </a:rPr>
              <a:t> </a:t>
            </a:r>
          </a:p>
        </p:txBody>
      </p:sp>
      <p:grpSp>
        <p:nvGrpSpPr>
          <p:cNvPr id="14" name="Group 1032"/>
          <p:cNvGrpSpPr>
            <a:grpSpLocks/>
          </p:cNvGrpSpPr>
          <p:nvPr/>
        </p:nvGrpSpPr>
        <p:grpSpPr bwMode="auto">
          <a:xfrm>
            <a:off x="6477000" y="1066800"/>
            <a:ext cx="4114800" cy="838200"/>
            <a:chOff x="3264" y="672"/>
            <a:chExt cx="2592" cy="528"/>
          </a:xfrm>
        </p:grpSpPr>
        <p:sp>
          <p:nvSpPr>
            <p:cNvPr id="15" name="Text Box 1030"/>
            <p:cNvSpPr txBox="1">
              <a:spLocks noChangeArrowheads="1"/>
            </p:cNvSpPr>
            <p:nvPr/>
          </p:nvSpPr>
          <p:spPr bwMode="auto">
            <a:xfrm>
              <a:off x="4176" y="672"/>
              <a:ext cx="1680" cy="372"/>
            </a:xfrm>
            <a:prstGeom prst="rect">
              <a:avLst/>
            </a:prstGeom>
            <a:solidFill>
              <a:srgbClr val="99CCFF"/>
            </a:solidFill>
            <a:ln w="9525">
              <a:solidFill>
                <a:srgbClr val="000000"/>
              </a:solidFill>
              <a:miter lim="800000"/>
              <a:headEnd/>
              <a:tailEnd/>
            </a:ln>
            <a:effectLst/>
          </p:spPr>
          <p:txBody>
            <a:bodyPr>
              <a:spAutoFit/>
            </a:bodyPr>
            <a:lstStyle/>
            <a:p>
              <a:pPr eaLnBrk="0" hangingPunct="0">
                <a:defRPr/>
              </a:pPr>
              <a:r>
                <a:rPr lang="en-US" sz="1600" kern="0">
                  <a:solidFill>
                    <a:srgbClr val="000000"/>
                  </a:solidFill>
                  <a:latin typeface="Times New Roman" pitchFamily="18" charset="0"/>
                  <a:cs typeface="Times New Roman" pitchFamily="18" charset="0"/>
                </a:rPr>
                <a:t>Statements may be split over several lines.</a:t>
              </a:r>
            </a:p>
          </p:txBody>
        </p:sp>
        <p:sp>
          <p:nvSpPr>
            <p:cNvPr id="16" name="Line 1031"/>
            <p:cNvSpPr>
              <a:spLocks noChangeShapeType="1"/>
            </p:cNvSpPr>
            <p:nvPr/>
          </p:nvSpPr>
          <p:spPr bwMode="auto">
            <a:xfrm flipH="1">
              <a:off x="3264" y="768"/>
              <a:ext cx="912" cy="432"/>
            </a:xfrm>
            <a:prstGeom prst="line">
              <a:avLst/>
            </a:prstGeom>
            <a:noFill/>
            <a:ln w="9525">
              <a:solidFill>
                <a:srgbClr val="000000"/>
              </a:solidFill>
              <a:round/>
              <a:headEnd/>
              <a:tailEnd type="triangle" w="med" len="med"/>
            </a:ln>
            <a:effectLst/>
          </p:spPr>
          <p:txBody>
            <a:bodyPr wrap="none" anchor="ctr">
              <a:spAutoFit/>
            </a:bodyPr>
            <a:lstStyle/>
            <a:p>
              <a:pPr eaLnBrk="0" hangingPunct="0">
                <a:defRPr/>
              </a:pPr>
              <a:endParaRPr lang="en-US" kern="0">
                <a:solidFill>
                  <a:srgbClr val="000000"/>
                </a:solidFill>
                <a:latin typeface="Verdana" pitchFamily="34" charset="0"/>
                <a:cs typeface="Times New Roman" pitchFamily="18"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14"/>
                                        </p:tgtEl>
                                        <p:attrNameLst>
                                          <p:attrName>style.visibility</p:attrName>
                                        </p:attrNameLst>
                                      </p:cBhvr>
                                      <p:to>
                                        <p:strVal val="visible"/>
                                      </p:to>
                                    </p:set>
                                  </p:childTnLst>
                                  <p:subTnLst>
                                    <p:set>
                                      <p:cBhvr override="childStyle">
                                        <p:cTn dur="1" fill="hold" display="0" masterRel="nextClick" afterEffect="1"/>
                                        <p:tgtEl>
                                          <p:spTgt spid="14"/>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Title 1"/>
          <p:cNvSpPr>
            <a:spLocks noGrp="1"/>
          </p:cNvSpPr>
          <p:nvPr>
            <p:ph type="title"/>
          </p:nvPr>
        </p:nvSpPr>
        <p:spPr/>
        <p:txBody>
          <a:bodyPr/>
          <a:lstStyle/>
          <a:p>
            <a:pPr eaLnBrk="1" hangingPunct="1">
              <a:defRPr/>
            </a:pPr>
            <a:r>
              <a:rPr lang="en-US" dirty="0"/>
              <a:t>Examples</a:t>
            </a:r>
          </a:p>
        </p:txBody>
      </p:sp>
      <p:sp>
        <p:nvSpPr>
          <p:cNvPr id="55299" name="Content Placeholder 2"/>
          <p:cNvSpPr>
            <a:spLocks noGrp="1"/>
          </p:cNvSpPr>
          <p:nvPr>
            <p:ph idx="1"/>
          </p:nvPr>
        </p:nvSpPr>
        <p:spPr/>
        <p:txBody>
          <a:bodyPr/>
          <a:lstStyle/>
          <a:p>
            <a:pPr>
              <a:defRPr/>
            </a:pPr>
            <a:r>
              <a:rPr lang="en-US" dirty="0"/>
              <a:t>Write a program to calculate the volume of material in a pipe.</a:t>
            </a:r>
          </a:p>
          <a:p>
            <a:pPr eaLnBrk="1" hangingPunct="1">
              <a:defRPr/>
            </a:pPr>
            <a:endParaRPr lang="en-US" dirty="0"/>
          </a:p>
        </p:txBody>
      </p:sp>
    </p:spTree>
    <p:extLst>
      <p:ext uri="{BB962C8B-B14F-4D97-AF65-F5344CB8AC3E}">
        <p14:creationId xmlns:p14="http://schemas.microsoft.com/office/powerpoint/2010/main" val="357377473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Title 1"/>
          <p:cNvSpPr>
            <a:spLocks noGrp="1"/>
          </p:cNvSpPr>
          <p:nvPr>
            <p:ph type="title"/>
          </p:nvPr>
        </p:nvSpPr>
        <p:spPr/>
        <p:txBody>
          <a:bodyPr/>
          <a:lstStyle/>
          <a:p>
            <a:pPr eaLnBrk="1" hangingPunct="1">
              <a:defRPr/>
            </a:pPr>
            <a:r>
              <a:rPr lang="en-US" dirty="0"/>
              <a:t>Examples (Cont.)</a:t>
            </a:r>
          </a:p>
        </p:txBody>
      </p:sp>
      <p:sp>
        <p:nvSpPr>
          <p:cNvPr id="56323" name="Content Placeholder 2"/>
          <p:cNvSpPr>
            <a:spLocks noGrp="1"/>
          </p:cNvSpPr>
          <p:nvPr>
            <p:ph idx="1"/>
          </p:nvPr>
        </p:nvSpPr>
        <p:spPr/>
        <p:txBody>
          <a:bodyPr/>
          <a:lstStyle/>
          <a:p>
            <a:pPr>
              <a:defRPr/>
            </a:pPr>
            <a:r>
              <a:rPr lang="en-US" dirty="0"/>
              <a:t> An old-style movie theater has a simple profit function. Each customer pays 50 pounds per ticket. Every performance costs the theater 500 pounds, plus 5 pounds per attendee. Write a program to calculate how much income the attendees produce. </a:t>
            </a:r>
          </a:p>
          <a:p>
            <a:pPr eaLnBrk="1" hangingPunct="1">
              <a:defRPr/>
            </a:pPr>
            <a:endParaRPr lang="en-US" dirty="0"/>
          </a:p>
        </p:txBody>
      </p:sp>
    </p:spTree>
    <p:extLst>
      <p:ext uri="{BB962C8B-B14F-4D97-AF65-F5344CB8AC3E}">
        <p14:creationId xmlns:p14="http://schemas.microsoft.com/office/powerpoint/2010/main" val="361141346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Title 1"/>
          <p:cNvSpPr>
            <a:spLocks noGrp="1"/>
          </p:cNvSpPr>
          <p:nvPr>
            <p:ph type="title"/>
          </p:nvPr>
        </p:nvSpPr>
        <p:spPr/>
        <p:txBody>
          <a:bodyPr/>
          <a:lstStyle/>
          <a:p>
            <a:pPr>
              <a:defRPr/>
            </a:pPr>
            <a:r>
              <a:rPr lang="en-US" sz="3600" dirty="0"/>
              <a:t>Examples (Cont.)</a:t>
            </a:r>
          </a:p>
        </p:txBody>
      </p:sp>
      <p:sp>
        <p:nvSpPr>
          <p:cNvPr id="64515" name="Content Placeholder 2"/>
          <p:cNvSpPr>
            <a:spLocks noGrp="1"/>
          </p:cNvSpPr>
          <p:nvPr>
            <p:ph idx="1"/>
          </p:nvPr>
        </p:nvSpPr>
        <p:spPr/>
        <p:txBody>
          <a:bodyPr/>
          <a:lstStyle/>
          <a:p>
            <a:pPr>
              <a:defRPr/>
            </a:pPr>
            <a:r>
              <a:rPr lang="en-US" dirty="0"/>
              <a:t>The program prompts the user to enter a Fahrenheit temperature; it then prints the equivalent Celsius temperature.</a:t>
            </a:r>
          </a:p>
        </p:txBody>
      </p:sp>
    </p:spTree>
    <p:extLst>
      <p:ext uri="{BB962C8B-B14F-4D97-AF65-F5344CB8AC3E}">
        <p14:creationId xmlns:p14="http://schemas.microsoft.com/office/powerpoint/2010/main" val="22589222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Title 1"/>
          <p:cNvSpPr>
            <a:spLocks noGrp="1"/>
          </p:cNvSpPr>
          <p:nvPr>
            <p:ph type="title"/>
          </p:nvPr>
        </p:nvSpPr>
        <p:spPr/>
        <p:txBody>
          <a:bodyPr/>
          <a:lstStyle/>
          <a:p>
            <a:pPr>
              <a:defRPr/>
            </a:pPr>
            <a:r>
              <a:rPr lang="en-US" dirty="0"/>
              <a:t>Examples (Cont.)</a:t>
            </a:r>
          </a:p>
        </p:txBody>
      </p:sp>
      <p:sp>
        <p:nvSpPr>
          <p:cNvPr id="65539" name="Content Placeholder 2"/>
          <p:cNvSpPr>
            <a:spLocks noGrp="1"/>
          </p:cNvSpPr>
          <p:nvPr>
            <p:ph idx="1"/>
          </p:nvPr>
        </p:nvSpPr>
        <p:spPr/>
        <p:txBody>
          <a:bodyPr/>
          <a:lstStyle/>
          <a:p>
            <a:pPr>
              <a:defRPr/>
            </a:pPr>
            <a:r>
              <a:rPr lang="en-US"/>
              <a:t>Draw the Flowchart and write the Pseudocode for solving two simultaneous linear equations in two unknowns.  The equations to be solved are:</a:t>
            </a:r>
          </a:p>
          <a:p>
            <a:pPr>
              <a:buFont typeface="Arial" charset="0"/>
              <a:buNone/>
              <a:defRPr/>
            </a:pPr>
            <a:r>
              <a:rPr lang="en-US"/>
              <a:t> </a:t>
            </a:r>
          </a:p>
          <a:p>
            <a:pPr>
              <a:defRPr/>
            </a:pPr>
            <a:endParaRPr lang="en-US"/>
          </a:p>
        </p:txBody>
      </p:sp>
      <p:pic>
        <p:nvPicPr>
          <p:cNvPr id="35844" name="Picture 2"/>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648200" y="3898900"/>
            <a:ext cx="26289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845" name="Picture 1"/>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648201" y="4546600"/>
            <a:ext cx="2771775"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846" name="Rectangle 3"/>
          <p:cNvSpPr>
            <a:spLocks noChangeArrowheads="1"/>
          </p:cNvSpPr>
          <p:nvPr/>
        </p:nvSpPr>
        <p:spPr bwMode="auto">
          <a:xfrm>
            <a:off x="6003635" y="43934"/>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l">
              <a:spcBef>
                <a:spcPct val="20000"/>
              </a:spcBef>
              <a:buClr>
                <a:schemeClr val="hlink"/>
              </a:buClr>
              <a:buSzPct val="65000"/>
              <a:buFont typeface="Wingdings" pitchFamily="2" charset="2"/>
              <a:buChar char="n"/>
              <a:defRPr sz="3200">
                <a:solidFill>
                  <a:schemeClr val="tx1"/>
                </a:solidFill>
                <a:latin typeface="Times New Roman" pitchFamily="18" charset="0"/>
                <a:cs typeface="Times New Roman" pitchFamily="18" charset="0"/>
              </a:defRPr>
            </a:lvl1pPr>
            <a:lvl2pPr marL="742950" indent="-285750" algn="l">
              <a:spcBef>
                <a:spcPct val="20000"/>
              </a:spcBef>
              <a:buClr>
                <a:schemeClr val="folHlink"/>
              </a:buClr>
              <a:buSzPct val="65000"/>
              <a:buFont typeface="Wingdings" pitchFamily="2" charset="2"/>
              <a:buChar char="n"/>
              <a:defRPr sz="2800">
                <a:solidFill>
                  <a:schemeClr val="tx1"/>
                </a:solidFill>
                <a:latin typeface="Times New Roman" pitchFamily="18" charset="0"/>
                <a:cs typeface="Times New Roman" pitchFamily="18" charset="0"/>
              </a:defRPr>
            </a:lvl2pPr>
            <a:lvl3pPr marL="1143000" indent="-228600" algn="l">
              <a:spcBef>
                <a:spcPct val="20000"/>
              </a:spcBef>
              <a:buClr>
                <a:schemeClr val="hlink"/>
              </a:buClr>
              <a:buSzPct val="65000"/>
              <a:buFont typeface="Wingdings" pitchFamily="2" charset="2"/>
              <a:buChar char="n"/>
              <a:defRPr sz="2400">
                <a:solidFill>
                  <a:schemeClr val="tx1"/>
                </a:solidFill>
                <a:latin typeface="Times New Roman" pitchFamily="18" charset="0"/>
                <a:cs typeface="Times New Roman" pitchFamily="18" charset="0"/>
              </a:defRPr>
            </a:lvl3pPr>
            <a:lvl4pPr marL="1600200" indent="-228600" algn="l">
              <a:spcBef>
                <a:spcPct val="20000"/>
              </a:spcBef>
              <a:buClr>
                <a:schemeClr val="folHlink"/>
              </a:buClr>
              <a:buSzPct val="65000"/>
              <a:buFont typeface="Wingdings" pitchFamily="2" charset="2"/>
              <a:buChar char="n"/>
              <a:defRPr sz="2000">
                <a:solidFill>
                  <a:schemeClr val="tx1"/>
                </a:solidFill>
                <a:latin typeface="Times New Roman" pitchFamily="18" charset="0"/>
                <a:cs typeface="Times New Roman" pitchFamily="18" charset="0"/>
              </a:defRPr>
            </a:lvl4pPr>
            <a:lvl5pPr marL="2057400" indent="-228600" algn="l">
              <a:spcBef>
                <a:spcPct val="20000"/>
              </a:spcBef>
              <a:buClr>
                <a:schemeClr val="hlink"/>
              </a:buClr>
              <a:buSzPct val="65000"/>
              <a:buFont typeface="Wingdings" pitchFamily="2" charset="2"/>
              <a:buChar char="n"/>
              <a:defRPr sz="2000">
                <a:solidFill>
                  <a:schemeClr val="tx1"/>
                </a:solidFill>
                <a:latin typeface="Times New Roman" pitchFamily="18" charset="0"/>
                <a:cs typeface="Times New Roman" pitchFamily="18" charset="0"/>
              </a:defRPr>
            </a:lvl5pPr>
            <a:lvl6pPr marL="2514600" indent="-228600" eaLnBrk="0" fontAlgn="base" hangingPunct="0">
              <a:spcBef>
                <a:spcPct val="20000"/>
              </a:spcBef>
              <a:spcAft>
                <a:spcPct val="0"/>
              </a:spcAft>
              <a:buClr>
                <a:schemeClr val="hlink"/>
              </a:buClr>
              <a:buSzPct val="65000"/>
              <a:buFont typeface="Wingdings" pitchFamily="2" charset="2"/>
              <a:buChar char="n"/>
              <a:defRPr sz="2000">
                <a:solidFill>
                  <a:schemeClr val="tx1"/>
                </a:solidFill>
                <a:latin typeface="Times New Roman" pitchFamily="18" charset="0"/>
                <a:cs typeface="Times New Roman" pitchFamily="18" charset="0"/>
              </a:defRPr>
            </a:lvl6pPr>
            <a:lvl7pPr marL="2971800" indent="-228600" eaLnBrk="0" fontAlgn="base" hangingPunct="0">
              <a:spcBef>
                <a:spcPct val="20000"/>
              </a:spcBef>
              <a:spcAft>
                <a:spcPct val="0"/>
              </a:spcAft>
              <a:buClr>
                <a:schemeClr val="hlink"/>
              </a:buClr>
              <a:buSzPct val="65000"/>
              <a:buFont typeface="Wingdings" pitchFamily="2" charset="2"/>
              <a:buChar char="n"/>
              <a:defRPr sz="2000">
                <a:solidFill>
                  <a:schemeClr val="tx1"/>
                </a:solidFill>
                <a:latin typeface="Times New Roman" pitchFamily="18" charset="0"/>
                <a:cs typeface="Times New Roman" pitchFamily="18" charset="0"/>
              </a:defRPr>
            </a:lvl7pPr>
            <a:lvl8pPr marL="3429000" indent="-228600" eaLnBrk="0" fontAlgn="base" hangingPunct="0">
              <a:spcBef>
                <a:spcPct val="20000"/>
              </a:spcBef>
              <a:spcAft>
                <a:spcPct val="0"/>
              </a:spcAft>
              <a:buClr>
                <a:schemeClr val="hlink"/>
              </a:buClr>
              <a:buSzPct val="65000"/>
              <a:buFont typeface="Wingdings" pitchFamily="2" charset="2"/>
              <a:buChar char="n"/>
              <a:defRPr sz="2000">
                <a:solidFill>
                  <a:schemeClr val="tx1"/>
                </a:solidFill>
                <a:latin typeface="Times New Roman" pitchFamily="18" charset="0"/>
                <a:cs typeface="Times New Roman" pitchFamily="18" charset="0"/>
              </a:defRPr>
            </a:lvl8pPr>
            <a:lvl9pPr marL="3886200" indent="-228600" eaLnBrk="0" fontAlgn="base" hangingPunct="0">
              <a:spcBef>
                <a:spcPct val="20000"/>
              </a:spcBef>
              <a:spcAft>
                <a:spcPct val="0"/>
              </a:spcAft>
              <a:buClr>
                <a:schemeClr val="hlink"/>
              </a:buClr>
              <a:buSzPct val="65000"/>
              <a:buFont typeface="Wingdings" pitchFamily="2" charset="2"/>
              <a:buChar char="n"/>
              <a:defRPr sz="2000">
                <a:solidFill>
                  <a:schemeClr val="tx1"/>
                </a:solidFill>
                <a:latin typeface="Times New Roman" pitchFamily="18" charset="0"/>
                <a:cs typeface="Times New Roman" pitchFamily="18" charset="0"/>
              </a:defRPr>
            </a:lvl9pPr>
          </a:lstStyle>
          <a:p>
            <a:pPr algn="ctr">
              <a:spcBef>
                <a:spcPct val="0"/>
              </a:spcBef>
              <a:buClrTx/>
              <a:buSzTx/>
              <a:buFontTx/>
              <a:buNone/>
            </a:pPr>
            <a:endParaRPr lang="en-US" altLang="en-US" sz="1800">
              <a:latin typeface="Tahoma" pitchFamily="34" charset="0"/>
              <a:cs typeface="Arial" charset="0"/>
            </a:endParaRPr>
          </a:p>
        </p:txBody>
      </p:sp>
      <p:sp>
        <p:nvSpPr>
          <p:cNvPr id="35847" name="Rectangle 4"/>
          <p:cNvSpPr>
            <a:spLocks noChangeArrowheads="1"/>
          </p:cNvSpPr>
          <p:nvPr/>
        </p:nvSpPr>
        <p:spPr bwMode="auto">
          <a:xfrm>
            <a:off x="6003635" y="691634"/>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l">
              <a:spcBef>
                <a:spcPct val="20000"/>
              </a:spcBef>
              <a:buClr>
                <a:schemeClr val="hlink"/>
              </a:buClr>
              <a:buSzPct val="65000"/>
              <a:buFont typeface="Wingdings" pitchFamily="2" charset="2"/>
              <a:buChar char="n"/>
              <a:defRPr sz="3200">
                <a:solidFill>
                  <a:schemeClr val="tx1"/>
                </a:solidFill>
                <a:latin typeface="Times New Roman" pitchFamily="18" charset="0"/>
                <a:cs typeface="Times New Roman" pitchFamily="18" charset="0"/>
              </a:defRPr>
            </a:lvl1pPr>
            <a:lvl2pPr marL="742950" indent="-285750" algn="l">
              <a:spcBef>
                <a:spcPct val="20000"/>
              </a:spcBef>
              <a:buClr>
                <a:schemeClr val="folHlink"/>
              </a:buClr>
              <a:buSzPct val="65000"/>
              <a:buFont typeface="Wingdings" pitchFamily="2" charset="2"/>
              <a:buChar char="n"/>
              <a:defRPr sz="2800">
                <a:solidFill>
                  <a:schemeClr val="tx1"/>
                </a:solidFill>
                <a:latin typeface="Times New Roman" pitchFamily="18" charset="0"/>
                <a:cs typeface="Times New Roman" pitchFamily="18" charset="0"/>
              </a:defRPr>
            </a:lvl2pPr>
            <a:lvl3pPr marL="1143000" indent="-228600" algn="l">
              <a:spcBef>
                <a:spcPct val="20000"/>
              </a:spcBef>
              <a:buClr>
                <a:schemeClr val="hlink"/>
              </a:buClr>
              <a:buSzPct val="65000"/>
              <a:buFont typeface="Wingdings" pitchFamily="2" charset="2"/>
              <a:buChar char="n"/>
              <a:defRPr sz="2400">
                <a:solidFill>
                  <a:schemeClr val="tx1"/>
                </a:solidFill>
                <a:latin typeface="Times New Roman" pitchFamily="18" charset="0"/>
                <a:cs typeface="Times New Roman" pitchFamily="18" charset="0"/>
              </a:defRPr>
            </a:lvl3pPr>
            <a:lvl4pPr marL="1600200" indent="-228600" algn="l">
              <a:spcBef>
                <a:spcPct val="20000"/>
              </a:spcBef>
              <a:buClr>
                <a:schemeClr val="folHlink"/>
              </a:buClr>
              <a:buSzPct val="65000"/>
              <a:buFont typeface="Wingdings" pitchFamily="2" charset="2"/>
              <a:buChar char="n"/>
              <a:defRPr sz="2000">
                <a:solidFill>
                  <a:schemeClr val="tx1"/>
                </a:solidFill>
                <a:latin typeface="Times New Roman" pitchFamily="18" charset="0"/>
                <a:cs typeface="Times New Roman" pitchFamily="18" charset="0"/>
              </a:defRPr>
            </a:lvl4pPr>
            <a:lvl5pPr marL="2057400" indent="-228600" algn="l">
              <a:spcBef>
                <a:spcPct val="20000"/>
              </a:spcBef>
              <a:buClr>
                <a:schemeClr val="hlink"/>
              </a:buClr>
              <a:buSzPct val="65000"/>
              <a:buFont typeface="Wingdings" pitchFamily="2" charset="2"/>
              <a:buChar char="n"/>
              <a:defRPr sz="2000">
                <a:solidFill>
                  <a:schemeClr val="tx1"/>
                </a:solidFill>
                <a:latin typeface="Times New Roman" pitchFamily="18" charset="0"/>
                <a:cs typeface="Times New Roman" pitchFamily="18" charset="0"/>
              </a:defRPr>
            </a:lvl5pPr>
            <a:lvl6pPr marL="2514600" indent="-228600" eaLnBrk="0" fontAlgn="base" hangingPunct="0">
              <a:spcBef>
                <a:spcPct val="20000"/>
              </a:spcBef>
              <a:spcAft>
                <a:spcPct val="0"/>
              </a:spcAft>
              <a:buClr>
                <a:schemeClr val="hlink"/>
              </a:buClr>
              <a:buSzPct val="65000"/>
              <a:buFont typeface="Wingdings" pitchFamily="2" charset="2"/>
              <a:buChar char="n"/>
              <a:defRPr sz="2000">
                <a:solidFill>
                  <a:schemeClr val="tx1"/>
                </a:solidFill>
                <a:latin typeface="Times New Roman" pitchFamily="18" charset="0"/>
                <a:cs typeface="Times New Roman" pitchFamily="18" charset="0"/>
              </a:defRPr>
            </a:lvl6pPr>
            <a:lvl7pPr marL="2971800" indent="-228600" eaLnBrk="0" fontAlgn="base" hangingPunct="0">
              <a:spcBef>
                <a:spcPct val="20000"/>
              </a:spcBef>
              <a:spcAft>
                <a:spcPct val="0"/>
              </a:spcAft>
              <a:buClr>
                <a:schemeClr val="hlink"/>
              </a:buClr>
              <a:buSzPct val="65000"/>
              <a:buFont typeface="Wingdings" pitchFamily="2" charset="2"/>
              <a:buChar char="n"/>
              <a:defRPr sz="2000">
                <a:solidFill>
                  <a:schemeClr val="tx1"/>
                </a:solidFill>
                <a:latin typeface="Times New Roman" pitchFamily="18" charset="0"/>
                <a:cs typeface="Times New Roman" pitchFamily="18" charset="0"/>
              </a:defRPr>
            </a:lvl7pPr>
            <a:lvl8pPr marL="3429000" indent="-228600" eaLnBrk="0" fontAlgn="base" hangingPunct="0">
              <a:spcBef>
                <a:spcPct val="20000"/>
              </a:spcBef>
              <a:spcAft>
                <a:spcPct val="0"/>
              </a:spcAft>
              <a:buClr>
                <a:schemeClr val="hlink"/>
              </a:buClr>
              <a:buSzPct val="65000"/>
              <a:buFont typeface="Wingdings" pitchFamily="2" charset="2"/>
              <a:buChar char="n"/>
              <a:defRPr sz="2000">
                <a:solidFill>
                  <a:schemeClr val="tx1"/>
                </a:solidFill>
                <a:latin typeface="Times New Roman" pitchFamily="18" charset="0"/>
                <a:cs typeface="Times New Roman" pitchFamily="18" charset="0"/>
              </a:defRPr>
            </a:lvl8pPr>
            <a:lvl9pPr marL="3886200" indent="-228600" eaLnBrk="0" fontAlgn="base" hangingPunct="0">
              <a:spcBef>
                <a:spcPct val="20000"/>
              </a:spcBef>
              <a:spcAft>
                <a:spcPct val="0"/>
              </a:spcAft>
              <a:buClr>
                <a:schemeClr val="hlink"/>
              </a:buClr>
              <a:buSzPct val="65000"/>
              <a:buFont typeface="Wingdings" pitchFamily="2" charset="2"/>
              <a:buChar char="n"/>
              <a:defRPr sz="2000">
                <a:solidFill>
                  <a:schemeClr val="tx1"/>
                </a:solidFill>
                <a:latin typeface="Times New Roman" pitchFamily="18" charset="0"/>
                <a:cs typeface="Times New Roman" pitchFamily="18" charset="0"/>
              </a:defRPr>
            </a:lvl9pPr>
          </a:lstStyle>
          <a:p>
            <a:pPr algn="ctr">
              <a:spcBef>
                <a:spcPct val="0"/>
              </a:spcBef>
              <a:buClrTx/>
              <a:buSzTx/>
              <a:buFontTx/>
              <a:buNone/>
            </a:pPr>
            <a:endParaRPr lang="en-US" altLang="en-US" sz="1800">
              <a:latin typeface="Tahoma" pitchFamily="34" charset="0"/>
              <a:cs typeface="Arial" charset="0"/>
            </a:endParaRPr>
          </a:p>
        </p:txBody>
      </p:sp>
    </p:spTree>
    <p:extLst>
      <p:ext uri="{BB962C8B-B14F-4D97-AF65-F5344CB8AC3E}">
        <p14:creationId xmlns:p14="http://schemas.microsoft.com/office/powerpoint/2010/main" val="33890035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Title 1"/>
          <p:cNvSpPr>
            <a:spLocks noGrp="1"/>
          </p:cNvSpPr>
          <p:nvPr>
            <p:ph type="title"/>
          </p:nvPr>
        </p:nvSpPr>
        <p:spPr/>
        <p:txBody>
          <a:bodyPr/>
          <a:lstStyle/>
          <a:p>
            <a:pPr>
              <a:defRPr/>
            </a:pPr>
            <a:r>
              <a:rPr lang="en-US" dirty="0"/>
              <a:t>Examples (Cont.)</a:t>
            </a:r>
          </a:p>
        </p:txBody>
      </p:sp>
      <p:sp>
        <p:nvSpPr>
          <p:cNvPr id="66563" name="Content Placeholder 2"/>
          <p:cNvSpPr>
            <a:spLocks noGrp="1"/>
          </p:cNvSpPr>
          <p:nvPr>
            <p:ph idx="1"/>
          </p:nvPr>
        </p:nvSpPr>
        <p:spPr>
          <a:xfrm>
            <a:off x="1981200" y="1600200"/>
            <a:ext cx="8229600" cy="1981200"/>
          </a:xfrm>
        </p:spPr>
        <p:txBody>
          <a:bodyPr>
            <a:normAutofit lnSpcReduction="10000"/>
          </a:bodyPr>
          <a:lstStyle/>
          <a:p>
            <a:pPr>
              <a:defRPr/>
            </a:pPr>
            <a:r>
              <a:rPr lang="en-US" sz="2400" dirty="0"/>
              <a:t>Draw the Flowchart and write the </a:t>
            </a:r>
            <a:r>
              <a:rPr lang="en-US" sz="2400" dirty="0" err="1"/>
              <a:t>Pseudocode</a:t>
            </a:r>
            <a:r>
              <a:rPr lang="en-US" sz="2400" dirty="0"/>
              <a:t> for a weather forecasting program that writes the text shown in the rows and columns of the following table, depending on values of temperature and pressure supplied by the user. Define high temperatures to be above 20.0°C and high pressures to be above 1000,0 </a:t>
            </a:r>
            <a:r>
              <a:rPr lang="en-US" sz="2400" dirty="0" err="1"/>
              <a:t>millibar</a:t>
            </a:r>
            <a:r>
              <a:rPr lang="en-US" sz="2400" dirty="0"/>
              <a:t>.</a:t>
            </a:r>
          </a:p>
          <a:p>
            <a:pPr>
              <a:defRPr/>
            </a:pPr>
            <a:endParaRPr lang="en-US" sz="2400" dirty="0"/>
          </a:p>
        </p:txBody>
      </p:sp>
      <p:graphicFrame>
        <p:nvGraphicFramePr>
          <p:cNvPr id="4" name="Table 3"/>
          <p:cNvGraphicFramePr>
            <a:graphicFrameLocks noGrp="1"/>
          </p:cNvGraphicFramePr>
          <p:nvPr/>
        </p:nvGraphicFramePr>
        <p:xfrm>
          <a:off x="2567608" y="3861048"/>
          <a:ext cx="7078662" cy="1050924"/>
        </p:xfrm>
        <a:graphic>
          <a:graphicData uri="http://schemas.openxmlformats.org/drawingml/2006/table">
            <a:tbl>
              <a:tblPr/>
              <a:tblGrid>
                <a:gridCol w="2359554">
                  <a:extLst>
                    <a:ext uri="{9D8B030D-6E8A-4147-A177-3AD203B41FA5}">
                      <a16:colId xmlns:a16="http://schemas.microsoft.com/office/drawing/2014/main" val="20000"/>
                    </a:ext>
                  </a:extLst>
                </a:gridCol>
                <a:gridCol w="2359554">
                  <a:extLst>
                    <a:ext uri="{9D8B030D-6E8A-4147-A177-3AD203B41FA5}">
                      <a16:colId xmlns:a16="http://schemas.microsoft.com/office/drawing/2014/main" val="20001"/>
                    </a:ext>
                  </a:extLst>
                </a:gridCol>
                <a:gridCol w="2359554">
                  <a:extLst>
                    <a:ext uri="{9D8B030D-6E8A-4147-A177-3AD203B41FA5}">
                      <a16:colId xmlns:a16="http://schemas.microsoft.com/office/drawing/2014/main" val="20002"/>
                    </a:ext>
                  </a:extLst>
                </a:gridCol>
              </a:tblGrid>
              <a:tr h="350308">
                <a:tc>
                  <a:txBody>
                    <a:bodyPr/>
                    <a:lstStyle/>
                    <a:p>
                      <a:pPr marL="0" marR="0">
                        <a:lnSpc>
                          <a:spcPct val="115000"/>
                        </a:lnSpc>
                        <a:spcBef>
                          <a:spcPts val="0"/>
                        </a:spcBef>
                        <a:spcAft>
                          <a:spcPts val="0"/>
                        </a:spcAft>
                      </a:pPr>
                      <a:endParaRPr lang="en-US" sz="2000" dirty="0">
                        <a:latin typeface="Times New Roman" pitchFamily="18" charset="0"/>
                        <a:ea typeface="Calibri"/>
                        <a:cs typeface="Times New Roman" pitchFamily="18" charset="0"/>
                      </a:endParaRPr>
                    </a:p>
                  </a:txBody>
                  <a:tcPr marL="68577" marR="6857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2000">
                          <a:latin typeface="Times New Roman" pitchFamily="18" charset="0"/>
                          <a:ea typeface="Calibri"/>
                          <a:cs typeface="Times New Roman" pitchFamily="18" charset="0"/>
                        </a:rPr>
                        <a:t>High pressure</a:t>
                      </a:r>
                    </a:p>
                  </a:txBody>
                  <a:tcPr marL="68577" marR="6857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2000">
                          <a:latin typeface="Times New Roman" pitchFamily="18" charset="0"/>
                          <a:ea typeface="Calibri"/>
                          <a:cs typeface="Times New Roman" pitchFamily="18" charset="0"/>
                        </a:rPr>
                        <a:t>Low pressure</a:t>
                      </a:r>
                    </a:p>
                  </a:txBody>
                  <a:tcPr marL="68577" marR="6857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350308">
                <a:tc>
                  <a:txBody>
                    <a:bodyPr/>
                    <a:lstStyle/>
                    <a:p>
                      <a:pPr marL="0" marR="0">
                        <a:lnSpc>
                          <a:spcPct val="115000"/>
                        </a:lnSpc>
                        <a:spcBef>
                          <a:spcPts val="0"/>
                        </a:spcBef>
                        <a:spcAft>
                          <a:spcPts val="0"/>
                        </a:spcAft>
                      </a:pPr>
                      <a:r>
                        <a:rPr lang="en-US" sz="2000" dirty="0">
                          <a:latin typeface="Times New Roman" pitchFamily="18" charset="0"/>
                          <a:ea typeface="Calibri"/>
                          <a:cs typeface="Times New Roman" pitchFamily="18" charset="0"/>
                        </a:rPr>
                        <a:t>High temperature</a:t>
                      </a:r>
                    </a:p>
                  </a:txBody>
                  <a:tcPr marL="68577" marR="6857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2000">
                          <a:latin typeface="Times New Roman" pitchFamily="18" charset="0"/>
                          <a:ea typeface="Calibri"/>
                          <a:cs typeface="Times New Roman" pitchFamily="18" charset="0"/>
                        </a:rPr>
                        <a:t>Clear skies and hot</a:t>
                      </a:r>
                    </a:p>
                  </a:txBody>
                  <a:tcPr marL="68577" marR="6857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2000">
                          <a:latin typeface="Times New Roman" pitchFamily="18" charset="0"/>
                          <a:ea typeface="Calibri"/>
                          <a:cs typeface="Times New Roman" pitchFamily="18" charset="0"/>
                        </a:rPr>
                        <a:t>Warm with rain</a:t>
                      </a:r>
                    </a:p>
                  </a:txBody>
                  <a:tcPr marL="68577" marR="6857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350308">
                <a:tc>
                  <a:txBody>
                    <a:bodyPr/>
                    <a:lstStyle/>
                    <a:p>
                      <a:pPr marL="0" marR="0">
                        <a:lnSpc>
                          <a:spcPct val="115000"/>
                        </a:lnSpc>
                        <a:spcBef>
                          <a:spcPts val="0"/>
                        </a:spcBef>
                        <a:spcAft>
                          <a:spcPts val="0"/>
                        </a:spcAft>
                      </a:pPr>
                      <a:r>
                        <a:rPr lang="en-US" sz="2000">
                          <a:latin typeface="Times New Roman" pitchFamily="18" charset="0"/>
                          <a:ea typeface="Calibri"/>
                          <a:cs typeface="Times New Roman" pitchFamily="18" charset="0"/>
                        </a:rPr>
                        <a:t>Low temperature</a:t>
                      </a:r>
                    </a:p>
                  </a:txBody>
                  <a:tcPr marL="68577" marR="6857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2000">
                          <a:latin typeface="Times New Roman" pitchFamily="18" charset="0"/>
                          <a:ea typeface="Calibri"/>
                          <a:cs typeface="Times New Roman" pitchFamily="18" charset="0"/>
                        </a:rPr>
                        <a:t>Clear skies and cold</a:t>
                      </a:r>
                    </a:p>
                  </a:txBody>
                  <a:tcPr marL="68577" marR="6857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2000" dirty="0">
                          <a:latin typeface="Times New Roman" pitchFamily="18" charset="0"/>
                          <a:ea typeface="Calibri"/>
                          <a:cs typeface="Times New Roman" pitchFamily="18" charset="0"/>
                        </a:rPr>
                        <a:t>Snow</a:t>
                      </a:r>
                    </a:p>
                  </a:txBody>
                  <a:tcPr marL="68577" marR="6857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73028323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Title 1"/>
          <p:cNvSpPr>
            <a:spLocks noGrp="1"/>
          </p:cNvSpPr>
          <p:nvPr>
            <p:ph type="title"/>
          </p:nvPr>
        </p:nvSpPr>
        <p:spPr/>
        <p:txBody>
          <a:bodyPr/>
          <a:lstStyle/>
          <a:p>
            <a:pPr>
              <a:defRPr/>
            </a:pPr>
            <a:r>
              <a:rPr lang="en-US" dirty="0"/>
              <a:t>Examples (Cont.)</a:t>
            </a:r>
          </a:p>
        </p:txBody>
      </p:sp>
      <p:sp>
        <p:nvSpPr>
          <p:cNvPr id="90115" name="Content Placeholder 2"/>
          <p:cNvSpPr>
            <a:spLocks noGrp="1"/>
          </p:cNvSpPr>
          <p:nvPr>
            <p:ph idx="1"/>
          </p:nvPr>
        </p:nvSpPr>
        <p:spPr/>
        <p:txBody>
          <a:bodyPr/>
          <a:lstStyle/>
          <a:p>
            <a:pPr>
              <a:defRPr/>
            </a:pPr>
            <a:r>
              <a:rPr lang="en-US" dirty="0"/>
              <a:t>Write a program that calculates the taxi fee. The fee below 1500 meters is 10 pounds and 5 pounds for each 500 meters above 1500.</a:t>
            </a:r>
          </a:p>
          <a:p>
            <a:pPr>
              <a:defRPr/>
            </a:pPr>
            <a:r>
              <a:rPr lang="en-US" dirty="0"/>
              <a:t>Write a program that finds the intersection between two lines: ax + by = c and </a:t>
            </a:r>
            <a:r>
              <a:rPr lang="en-US" dirty="0" err="1"/>
              <a:t>dx+ey</a:t>
            </a:r>
            <a:r>
              <a:rPr lang="en-US" dirty="0"/>
              <a:t>=f.  </a:t>
            </a:r>
          </a:p>
          <a:p>
            <a:pPr>
              <a:defRPr/>
            </a:pPr>
            <a:endParaRPr lang="en-US" dirty="0"/>
          </a:p>
        </p:txBody>
      </p:sp>
    </p:spTree>
    <p:extLst>
      <p:ext uri="{BB962C8B-B14F-4D97-AF65-F5344CB8AC3E}">
        <p14:creationId xmlns:p14="http://schemas.microsoft.com/office/powerpoint/2010/main" val="178360226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F0A7BD-D64B-92A9-B0C9-F180AF54E9DA}"/>
              </a:ext>
            </a:extLst>
          </p:cNvPr>
          <p:cNvSpPr>
            <a:spLocks noGrp="1"/>
          </p:cNvSpPr>
          <p:nvPr>
            <p:ph type="title"/>
          </p:nvPr>
        </p:nvSpPr>
        <p:spPr/>
        <p:txBody>
          <a:bodyPr/>
          <a:lstStyle/>
          <a:p>
            <a:r>
              <a:rPr lang="en-US" dirty="0"/>
              <a:t>Examples (Cont.)</a:t>
            </a:r>
          </a:p>
        </p:txBody>
      </p:sp>
      <p:sp>
        <p:nvSpPr>
          <p:cNvPr id="3" name="Content Placeholder 2">
            <a:extLst>
              <a:ext uri="{FF2B5EF4-FFF2-40B4-BE49-F238E27FC236}">
                <a16:creationId xmlns:a16="http://schemas.microsoft.com/office/drawing/2014/main" id="{B6A4FB32-047F-3B0C-4AFF-F795ED5EDF29}"/>
              </a:ext>
            </a:extLst>
          </p:cNvPr>
          <p:cNvSpPr>
            <a:spLocks noGrp="1"/>
          </p:cNvSpPr>
          <p:nvPr>
            <p:ph idx="1"/>
          </p:nvPr>
        </p:nvSpPr>
        <p:spPr/>
        <p:txBody>
          <a:bodyPr>
            <a:normAutofit fontScale="55000" lnSpcReduction="20000"/>
          </a:bodyPr>
          <a:lstStyle/>
          <a:p>
            <a:r>
              <a:rPr lang="en-US" dirty="0"/>
              <a:t>Checking Even or Odd</a:t>
            </a:r>
          </a:p>
          <a:p>
            <a:pPr marL="0" indent="0">
              <a:buNone/>
            </a:pPr>
            <a:r>
              <a:rPr lang="en-US" dirty="0"/>
              <a:t>#include &lt;iostream&gt;</a:t>
            </a:r>
          </a:p>
          <a:p>
            <a:pPr marL="0" indent="0">
              <a:buNone/>
            </a:pPr>
            <a:r>
              <a:rPr lang="en-US" dirty="0"/>
              <a:t>int main() {</a:t>
            </a:r>
          </a:p>
          <a:p>
            <a:pPr marL="0" indent="0">
              <a:buNone/>
            </a:pPr>
            <a:r>
              <a:rPr lang="en-US" dirty="0"/>
              <a:t>  int num;</a:t>
            </a:r>
          </a:p>
          <a:p>
            <a:pPr marL="0" indent="0">
              <a:buNone/>
            </a:pPr>
            <a:r>
              <a:rPr lang="en-US" dirty="0"/>
              <a:t>  std::</a:t>
            </a:r>
            <a:r>
              <a:rPr lang="en-US" dirty="0" err="1"/>
              <a:t>cout</a:t>
            </a:r>
            <a:r>
              <a:rPr lang="en-US" dirty="0"/>
              <a:t> &lt;&lt; "Enter a number: ";</a:t>
            </a:r>
          </a:p>
          <a:p>
            <a:pPr marL="0" indent="0">
              <a:buNone/>
            </a:pPr>
            <a:r>
              <a:rPr lang="en-US" dirty="0"/>
              <a:t>  std::</a:t>
            </a:r>
            <a:r>
              <a:rPr lang="en-US" dirty="0" err="1"/>
              <a:t>cin</a:t>
            </a:r>
            <a:r>
              <a:rPr lang="en-US" dirty="0"/>
              <a:t> &gt;&gt; num;</a:t>
            </a:r>
          </a:p>
          <a:p>
            <a:pPr marL="0" indent="0">
              <a:buNone/>
            </a:pPr>
            <a:endParaRPr lang="en-US" dirty="0"/>
          </a:p>
          <a:p>
            <a:pPr marL="0" indent="0">
              <a:buNone/>
            </a:pPr>
            <a:r>
              <a:rPr lang="en-US" dirty="0"/>
              <a:t>  if (num % 2 == 0) {</a:t>
            </a:r>
          </a:p>
          <a:p>
            <a:pPr marL="0" indent="0">
              <a:buNone/>
            </a:pPr>
            <a:r>
              <a:rPr lang="en-US" dirty="0"/>
              <a:t>    std::</a:t>
            </a:r>
            <a:r>
              <a:rPr lang="en-US" dirty="0" err="1"/>
              <a:t>cout</a:t>
            </a:r>
            <a:r>
              <a:rPr lang="en-US" dirty="0"/>
              <a:t> &lt;&lt; num &lt;&lt; " is even." &lt;&lt; std::</a:t>
            </a:r>
            <a:r>
              <a:rPr lang="en-US" dirty="0" err="1"/>
              <a:t>endl</a:t>
            </a:r>
            <a:r>
              <a:rPr lang="en-US" dirty="0"/>
              <a:t>;</a:t>
            </a:r>
          </a:p>
          <a:p>
            <a:pPr marL="0" indent="0">
              <a:buNone/>
            </a:pPr>
            <a:r>
              <a:rPr lang="en-US" dirty="0"/>
              <a:t>  } else {</a:t>
            </a:r>
          </a:p>
          <a:p>
            <a:pPr marL="0" indent="0">
              <a:buNone/>
            </a:pPr>
            <a:r>
              <a:rPr lang="en-US" dirty="0"/>
              <a:t>    std::</a:t>
            </a:r>
            <a:r>
              <a:rPr lang="en-US" dirty="0" err="1"/>
              <a:t>cout</a:t>
            </a:r>
            <a:r>
              <a:rPr lang="en-US" dirty="0"/>
              <a:t> &lt;&lt; num &lt;&lt; " is odd." &lt;&lt; std::</a:t>
            </a:r>
            <a:r>
              <a:rPr lang="en-US" dirty="0" err="1"/>
              <a:t>endl</a:t>
            </a:r>
            <a:r>
              <a:rPr lang="en-US" dirty="0"/>
              <a:t>;</a:t>
            </a:r>
          </a:p>
          <a:p>
            <a:pPr marL="0" indent="0">
              <a:buNone/>
            </a:pPr>
            <a:r>
              <a:rPr lang="en-US" dirty="0"/>
              <a:t>  }</a:t>
            </a:r>
          </a:p>
          <a:p>
            <a:pPr marL="0" indent="0">
              <a:buNone/>
            </a:pPr>
            <a:endParaRPr lang="en-US" dirty="0"/>
          </a:p>
          <a:p>
            <a:pPr marL="0" indent="0">
              <a:buNone/>
            </a:pPr>
            <a:r>
              <a:rPr lang="en-US" dirty="0"/>
              <a:t>  return 0;</a:t>
            </a:r>
          </a:p>
          <a:p>
            <a:pPr marL="0" indent="0">
              <a:buNone/>
            </a:pPr>
            <a:r>
              <a:rPr lang="en-US" dirty="0"/>
              <a:t>}</a:t>
            </a:r>
          </a:p>
        </p:txBody>
      </p:sp>
    </p:spTree>
    <p:extLst>
      <p:ext uri="{BB962C8B-B14F-4D97-AF65-F5344CB8AC3E}">
        <p14:creationId xmlns:p14="http://schemas.microsoft.com/office/powerpoint/2010/main" val="305829407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B64BAD-E33F-FAB0-D7A7-EC45E9C2074A}"/>
              </a:ext>
            </a:extLst>
          </p:cNvPr>
          <p:cNvSpPr>
            <a:spLocks noGrp="1"/>
          </p:cNvSpPr>
          <p:nvPr>
            <p:ph type="title"/>
          </p:nvPr>
        </p:nvSpPr>
        <p:spPr/>
        <p:txBody>
          <a:bodyPr/>
          <a:lstStyle/>
          <a:p>
            <a:r>
              <a:rPr lang="en-US" dirty="0"/>
              <a:t>Examples (Cont.)</a:t>
            </a:r>
          </a:p>
        </p:txBody>
      </p:sp>
      <p:sp>
        <p:nvSpPr>
          <p:cNvPr id="3" name="Content Placeholder 2">
            <a:extLst>
              <a:ext uri="{FF2B5EF4-FFF2-40B4-BE49-F238E27FC236}">
                <a16:creationId xmlns:a16="http://schemas.microsoft.com/office/drawing/2014/main" id="{06158C6A-25A4-6CEA-7C6D-8158A95D6F19}"/>
              </a:ext>
            </a:extLst>
          </p:cNvPr>
          <p:cNvSpPr>
            <a:spLocks noGrp="1"/>
          </p:cNvSpPr>
          <p:nvPr>
            <p:ph idx="1"/>
          </p:nvPr>
        </p:nvSpPr>
        <p:spPr/>
        <p:txBody>
          <a:bodyPr>
            <a:normAutofit fontScale="55000" lnSpcReduction="20000"/>
          </a:bodyPr>
          <a:lstStyle/>
          <a:p>
            <a:r>
              <a:rPr lang="en-US" dirty="0"/>
              <a:t>Swapping Two Numbers</a:t>
            </a:r>
          </a:p>
          <a:p>
            <a:pPr marL="0" indent="0">
              <a:buNone/>
            </a:pPr>
            <a:r>
              <a:rPr lang="en-US" dirty="0"/>
              <a:t>#include &lt;iostream&gt;</a:t>
            </a:r>
          </a:p>
          <a:p>
            <a:pPr marL="0" indent="0">
              <a:buNone/>
            </a:pPr>
            <a:r>
              <a:rPr lang="en-US" dirty="0"/>
              <a:t>int main() {</a:t>
            </a:r>
          </a:p>
          <a:p>
            <a:pPr marL="0" indent="0">
              <a:buNone/>
            </a:pPr>
            <a:r>
              <a:rPr lang="en-US" dirty="0"/>
              <a:t>  int a, b, temp;</a:t>
            </a:r>
          </a:p>
          <a:p>
            <a:pPr marL="0" indent="0">
              <a:buNone/>
            </a:pPr>
            <a:r>
              <a:rPr lang="en-US" dirty="0"/>
              <a:t>  std::</a:t>
            </a:r>
            <a:r>
              <a:rPr lang="en-US" dirty="0" err="1"/>
              <a:t>cout</a:t>
            </a:r>
            <a:r>
              <a:rPr lang="en-US" dirty="0"/>
              <a:t> &lt;&lt; "Enter value for a: ";</a:t>
            </a:r>
          </a:p>
          <a:p>
            <a:pPr marL="0" indent="0">
              <a:buNone/>
            </a:pPr>
            <a:r>
              <a:rPr lang="en-US" dirty="0"/>
              <a:t>  std::</a:t>
            </a:r>
            <a:r>
              <a:rPr lang="en-US" dirty="0" err="1"/>
              <a:t>cin</a:t>
            </a:r>
            <a:r>
              <a:rPr lang="en-US" dirty="0"/>
              <a:t> &gt;&gt; a;</a:t>
            </a:r>
          </a:p>
          <a:p>
            <a:pPr marL="0" indent="0">
              <a:buNone/>
            </a:pPr>
            <a:r>
              <a:rPr lang="en-US" dirty="0"/>
              <a:t>  std::</a:t>
            </a:r>
            <a:r>
              <a:rPr lang="en-US" dirty="0" err="1"/>
              <a:t>cout</a:t>
            </a:r>
            <a:r>
              <a:rPr lang="en-US" dirty="0"/>
              <a:t> &lt;&lt; "Enter value for b: ";</a:t>
            </a:r>
          </a:p>
          <a:p>
            <a:pPr marL="0" indent="0">
              <a:buNone/>
            </a:pPr>
            <a:r>
              <a:rPr lang="en-US" dirty="0"/>
              <a:t>  std::</a:t>
            </a:r>
            <a:r>
              <a:rPr lang="en-US" dirty="0" err="1"/>
              <a:t>cin</a:t>
            </a:r>
            <a:r>
              <a:rPr lang="en-US" dirty="0"/>
              <a:t> &gt;&gt; b;</a:t>
            </a:r>
          </a:p>
          <a:p>
            <a:pPr marL="0" indent="0">
              <a:buNone/>
            </a:pPr>
            <a:r>
              <a:rPr lang="en-US" dirty="0"/>
              <a:t>  std::</a:t>
            </a:r>
            <a:r>
              <a:rPr lang="en-US" dirty="0" err="1"/>
              <a:t>cout</a:t>
            </a:r>
            <a:r>
              <a:rPr lang="en-US" dirty="0"/>
              <a:t> &lt;&lt; "Before swapping: a = " &lt;&lt; a &lt;&lt; ", b = " &lt;&lt; b &lt;&lt; std::</a:t>
            </a:r>
            <a:r>
              <a:rPr lang="en-US" dirty="0" err="1"/>
              <a:t>endl</a:t>
            </a:r>
            <a:r>
              <a:rPr lang="en-US" dirty="0"/>
              <a:t>;</a:t>
            </a:r>
          </a:p>
          <a:p>
            <a:pPr marL="0" indent="0">
              <a:buNone/>
            </a:pPr>
            <a:r>
              <a:rPr lang="en-US" dirty="0"/>
              <a:t>  temp = a;</a:t>
            </a:r>
          </a:p>
          <a:p>
            <a:pPr marL="0" indent="0">
              <a:buNone/>
            </a:pPr>
            <a:r>
              <a:rPr lang="en-US" dirty="0"/>
              <a:t>  a = b;</a:t>
            </a:r>
          </a:p>
          <a:p>
            <a:pPr marL="0" indent="0">
              <a:buNone/>
            </a:pPr>
            <a:r>
              <a:rPr lang="en-US" dirty="0"/>
              <a:t>  b = temp;</a:t>
            </a:r>
          </a:p>
          <a:p>
            <a:pPr marL="0" indent="0">
              <a:buNone/>
            </a:pPr>
            <a:r>
              <a:rPr lang="en-US" dirty="0"/>
              <a:t>  std::</a:t>
            </a:r>
            <a:r>
              <a:rPr lang="en-US" dirty="0" err="1"/>
              <a:t>cout</a:t>
            </a:r>
            <a:r>
              <a:rPr lang="en-US" dirty="0"/>
              <a:t> &lt;&lt; "After swapping: a = " &lt;&lt; a &lt;&lt; ", b = " &lt;&lt; b &lt;&lt; std::</a:t>
            </a:r>
            <a:r>
              <a:rPr lang="en-US" dirty="0" err="1"/>
              <a:t>endl</a:t>
            </a:r>
            <a:r>
              <a:rPr lang="en-US" dirty="0"/>
              <a:t>;</a:t>
            </a:r>
          </a:p>
          <a:p>
            <a:pPr marL="0" indent="0">
              <a:buNone/>
            </a:pPr>
            <a:r>
              <a:rPr lang="en-US" dirty="0"/>
              <a:t>  return 0;</a:t>
            </a:r>
          </a:p>
          <a:p>
            <a:pPr marL="0" indent="0">
              <a:buNone/>
            </a:pPr>
            <a:r>
              <a:rPr lang="en-US" dirty="0"/>
              <a:t>}</a:t>
            </a:r>
          </a:p>
        </p:txBody>
      </p:sp>
    </p:spTree>
    <p:extLst>
      <p:ext uri="{BB962C8B-B14F-4D97-AF65-F5344CB8AC3E}">
        <p14:creationId xmlns:p14="http://schemas.microsoft.com/office/powerpoint/2010/main" val="358607095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619631-6B48-410A-9BC7-8403CA464CA1}"/>
              </a:ext>
            </a:extLst>
          </p:cNvPr>
          <p:cNvSpPr>
            <a:spLocks noGrp="1"/>
          </p:cNvSpPr>
          <p:nvPr>
            <p:ph type="title"/>
          </p:nvPr>
        </p:nvSpPr>
        <p:spPr/>
        <p:txBody>
          <a:bodyPr>
            <a:normAutofit/>
          </a:bodyPr>
          <a:lstStyle/>
          <a:p>
            <a:r>
              <a:rPr lang="en-US" sz="2800" b="0" i="0" u="none" strike="noStrike" baseline="0" dirty="0">
                <a:solidFill>
                  <a:srgbClr val="625B7D"/>
                </a:solidFill>
                <a:latin typeface="FrutigerLTStd-Light"/>
              </a:rPr>
              <a:t>Programming Methodologies</a:t>
            </a:r>
            <a:endParaRPr lang="en-US" sz="6000" dirty="0"/>
          </a:p>
        </p:txBody>
      </p:sp>
      <p:sp>
        <p:nvSpPr>
          <p:cNvPr id="3" name="Content Placeholder 2">
            <a:extLst>
              <a:ext uri="{FF2B5EF4-FFF2-40B4-BE49-F238E27FC236}">
                <a16:creationId xmlns:a16="http://schemas.microsoft.com/office/drawing/2014/main" id="{7E6E8E01-37E2-46F3-AE4E-EBFB55022524}"/>
              </a:ext>
            </a:extLst>
          </p:cNvPr>
          <p:cNvSpPr>
            <a:spLocks noGrp="1"/>
          </p:cNvSpPr>
          <p:nvPr>
            <p:ph idx="1"/>
          </p:nvPr>
        </p:nvSpPr>
        <p:spPr/>
        <p:txBody>
          <a:bodyPr>
            <a:normAutofit/>
          </a:bodyPr>
          <a:lstStyle/>
          <a:p>
            <a:pPr algn="l"/>
            <a:r>
              <a:rPr lang="en-US" sz="1800" b="1" i="0" u="none" strike="noStrike" baseline="0" dirty="0">
                <a:solidFill>
                  <a:srgbClr val="625B7D"/>
                </a:solidFill>
                <a:latin typeface="FrutigerLTStd-BoldCn"/>
              </a:rPr>
              <a:t>Structured Programming</a:t>
            </a:r>
          </a:p>
          <a:p>
            <a:pPr lvl="1"/>
            <a:r>
              <a:rPr lang="en-US" sz="1400" b="0" i="0" u="none" strike="noStrike" baseline="0" dirty="0">
                <a:solidFill>
                  <a:srgbClr val="211808"/>
                </a:solidFill>
                <a:latin typeface="WarnockPro-Regular"/>
              </a:rPr>
              <a:t>Dividing a problem into smaller subproblems is called </a:t>
            </a:r>
            <a:r>
              <a:rPr lang="en-US" sz="1400" b="1" i="0" u="none" strike="noStrike" baseline="0" dirty="0">
                <a:solidFill>
                  <a:srgbClr val="211808"/>
                </a:solidFill>
                <a:latin typeface="WarnockPro-Bold"/>
              </a:rPr>
              <a:t>structured design</a:t>
            </a:r>
            <a:r>
              <a:rPr lang="en-US" sz="1400" b="0" i="0" u="none" strike="noStrike" baseline="0" dirty="0">
                <a:solidFill>
                  <a:srgbClr val="211808"/>
                </a:solidFill>
                <a:latin typeface="WarnockPro-Regular"/>
              </a:rPr>
              <a:t>. Each subproblem is then analyzed, and a solution is obtained to solve the subproblem. </a:t>
            </a:r>
          </a:p>
          <a:p>
            <a:pPr lvl="1"/>
            <a:r>
              <a:rPr lang="en-US" sz="1400" b="0" i="0" u="none" strike="noStrike" baseline="0" dirty="0">
                <a:solidFill>
                  <a:srgbClr val="211808"/>
                </a:solidFill>
                <a:latin typeface="WarnockPro-Regular"/>
              </a:rPr>
              <a:t>The solutions to all the subproblems are then combined to solve the overall problem.</a:t>
            </a:r>
          </a:p>
          <a:p>
            <a:pPr marL="228600" lvl="1">
              <a:spcBef>
                <a:spcPts val="1000"/>
              </a:spcBef>
            </a:pPr>
            <a:r>
              <a:rPr lang="en-US" sz="1800" b="1" dirty="0">
                <a:solidFill>
                  <a:srgbClr val="625B7D"/>
                </a:solidFill>
                <a:latin typeface="FrutigerLTStd-BoldCn"/>
              </a:rPr>
              <a:t>Object-Oriented Programming</a:t>
            </a:r>
          </a:p>
          <a:p>
            <a:pPr lvl="1"/>
            <a:r>
              <a:rPr lang="en-US" sz="1400" b="1" i="0" u="none" strike="noStrike" baseline="0" dirty="0">
                <a:solidFill>
                  <a:srgbClr val="211808"/>
                </a:solidFill>
                <a:latin typeface="WarnockPro-Bold"/>
              </a:rPr>
              <a:t>Object-oriented design (OOD) </a:t>
            </a:r>
            <a:r>
              <a:rPr lang="en-US" sz="1400" b="0" i="0" u="none" strike="noStrike" baseline="0" dirty="0">
                <a:solidFill>
                  <a:srgbClr val="211808"/>
                </a:solidFill>
                <a:latin typeface="WarnockPro-Regular"/>
              </a:rPr>
              <a:t>is a widely used programming methodology. In OOD, the first step in the problem-solving process is to identify the components called objects, which form the basis of the solution, and to determine how these objects interact with one another. </a:t>
            </a:r>
          </a:p>
          <a:p>
            <a:pPr lvl="1"/>
            <a:r>
              <a:rPr lang="en-US" sz="1400" b="0" i="0" u="none" strike="noStrike" baseline="0" dirty="0">
                <a:solidFill>
                  <a:srgbClr val="211808"/>
                </a:solidFill>
                <a:latin typeface="WarnockPro-Regular"/>
              </a:rPr>
              <a:t>For example, suppose you want to write a program that automates the </a:t>
            </a:r>
            <a:r>
              <a:rPr lang="en-US" sz="1400" b="0" i="0" u="none" strike="noStrike" baseline="0" dirty="0" err="1">
                <a:solidFill>
                  <a:srgbClr val="211808"/>
                </a:solidFill>
                <a:latin typeface="WarnockPro-Regular"/>
              </a:rPr>
              <a:t>dvd</a:t>
            </a:r>
            <a:r>
              <a:rPr lang="en-US" sz="1400" b="0" i="0" u="none" strike="noStrike" baseline="0" dirty="0">
                <a:solidFill>
                  <a:srgbClr val="211808"/>
                </a:solidFill>
                <a:latin typeface="WarnockPro-Regular"/>
              </a:rPr>
              <a:t> rental process for a local </a:t>
            </a:r>
            <a:r>
              <a:rPr lang="en-US" sz="1400" b="0" i="0" u="none" strike="noStrike" baseline="0" dirty="0" err="1">
                <a:solidFill>
                  <a:srgbClr val="211808"/>
                </a:solidFill>
                <a:latin typeface="WarnockPro-Regular"/>
              </a:rPr>
              <a:t>dvd</a:t>
            </a:r>
            <a:r>
              <a:rPr lang="en-US" sz="1400" b="0" i="0" u="none" strike="noStrike" baseline="0" dirty="0">
                <a:solidFill>
                  <a:srgbClr val="211808"/>
                </a:solidFill>
                <a:latin typeface="WarnockPro-Regular"/>
              </a:rPr>
              <a:t> store. The two main objects in this problem are the </a:t>
            </a:r>
            <a:r>
              <a:rPr lang="en-US" sz="1400" b="0" i="0" u="none" strike="noStrike" baseline="0" dirty="0" err="1">
                <a:solidFill>
                  <a:srgbClr val="211808"/>
                </a:solidFill>
                <a:latin typeface="WarnockPro-Regular"/>
              </a:rPr>
              <a:t>dvd</a:t>
            </a:r>
            <a:r>
              <a:rPr lang="en-US" sz="1400" b="0" i="0" u="none" strike="noStrike" baseline="0" dirty="0">
                <a:solidFill>
                  <a:srgbClr val="211808"/>
                </a:solidFill>
                <a:latin typeface="WarnockPro-Regular"/>
              </a:rPr>
              <a:t> and the customer.</a:t>
            </a:r>
            <a:endParaRPr lang="en-US" dirty="0"/>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2D5B0CCC-9229-CF6D-CD05-68656D8B9DAD}"/>
                  </a:ext>
                </a:extLst>
              </p14:cNvPr>
              <p14:cNvContentPartPr/>
              <p14:nvPr/>
            </p14:nvContentPartPr>
            <p14:xfrm>
              <a:off x="852038" y="1090816"/>
              <a:ext cx="3929040" cy="136800"/>
            </p14:xfrm>
          </p:contentPart>
        </mc:Choice>
        <mc:Fallback>
          <p:pic>
            <p:nvPicPr>
              <p:cNvPr id="4" name="Ink 3">
                <a:extLst>
                  <a:ext uri="{FF2B5EF4-FFF2-40B4-BE49-F238E27FC236}">
                    <a16:creationId xmlns:a16="http://schemas.microsoft.com/office/drawing/2014/main" id="{2D5B0CCC-9229-CF6D-CD05-68656D8B9DAD}"/>
                  </a:ext>
                </a:extLst>
              </p:cNvPr>
              <p:cNvPicPr/>
              <p:nvPr/>
            </p:nvPicPr>
            <p:blipFill>
              <a:blip r:embed="rId3"/>
              <a:stretch>
                <a:fillRect/>
              </a:stretch>
            </p:blipFill>
            <p:spPr>
              <a:xfrm>
                <a:off x="798398" y="982816"/>
                <a:ext cx="4036680" cy="35244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5" name="Ink 4">
                <a:extLst>
                  <a:ext uri="{FF2B5EF4-FFF2-40B4-BE49-F238E27FC236}">
                    <a16:creationId xmlns:a16="http://schemas.microsoft.com/office/drawing/2014/main" id="{F010EA3E-CE2E-755F-A14B-7DF8BD1EA6BF}"/>
                  </a:ext>
                </a:extLst>
              </p14:cNvPr>
              <p14:cNvContentPartPr/>
              <p14:nvPr/>
            </p14:nvContentPartPr>
            <p14:xfrm>
              <a:off x="1101518" y="1932136"/>
              <a:ext cx="2260440" cy="156600"/>
            </p14:xfrm>
          </p:contentPart>
        </mc:Choice>
        <mc:Fallback>
          <p:pic>
            <p:nvPicPr>
              <p:cNvPr id="5" name="Ink 4">
                <a:extLst>
                  <a:ext uri="{FF2B5EF4-FFF2-40B4-BE49-F238E27FC236}">
                    <a16:creationId xmlns:a16="http://schemas.microsoft.com/office/drawing/2014/main" id="{F010EA3E-CE2E-755F-A14B-7DF8BD1EA6BF}"/>
                  </a:ext>
                </a:extLst>
              </p:cNvPr>
              <p:cNvPicPr/>
              <p:nvPr/>
            </p:nvPicPr>
            <p:blipFill>
              <a:blip r:embed="rId5"/>
              <a:stretch>
                <a:fillRect/>
              </a:stretch>
            </p:blipFill>
            <p:spPr>
              <a:xfrm>
                <a:off x="1047518" y="1824136"/>
                <a:ext cx="2368080" cy="37224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6" name="Ink 5">
                <a:extLst>
                  <a:ext uri="{FF2B5EF4-FFF2-40B4-BE49-F238E27FC236}">
                    <a16:creationId xmlns:a16="http://schemas.microsoft.com/office/drawing/2014/main" id="{166CA54A-04AF-28BD-E585-E28FC42AADB1}"/>
                  </a:ext>
                </a:extLst>
              </p14:cNvPr>
              <p14:cNvContentPartPr/>
              <p14:nvPr/>
            </p14:nvContentPartPr>
            <p14:xfrm>
              <a:off x="659078" y="2898016"/>
              <a:ext cx="3219840" cy="189000"/>
            </p14:xfrm>
          </p:contentPart>
        </mc:Choice>
        <mc:Fallback>
          <p:pic>
            <p:nvPicPr>
              <p:cNvPr id="6" name="Ink 5">
                <a:extLst>
                  <a:ext uri="{FF2B5EF4-FFF2-40B4-BE49-F238E27FC236}">
                    <a16:creationId xmlns:a16="http://schemas.microsoft.com/office/drawing/2014/main" id="{166CA54A-04AF-28BD-E585-E28FC42AADB1}"/>
                  </a:ext>
                </a:extLst>
              </p:cNvPr>
              <p:cNvPicPr/>
              <p:nvPr/>
            </p:nvPicPr>
            <p:blipFill>
              <a:blip r:embed="rId7"/>
              <a:stretch>
                <a:fillRect/>
              </a:stretch>
            </p:blipFill>
            <p:spPr>
              <a:xfrm>
                <a:off x="605438" y="2790016"/>
                <a:ext cx="3327480" cy="404640"/>
              </a:xfrm>
              <a:prstGeom prst="rect">
                <a:avLst/>
              </a:prstGeom>
            </p:spPr>
          </p:pic>
        </mc:Fallback>
      </mc:AlternateContent>
    </p:spTree>
    <p:extLst>
      <p:ext uri="{BB962C8B-B14F-4D97-AF65-F5344CB8AC3E}">
        <p14:creationId xmlns:p14="http://schemas.microsoft.com/office/powerpoint/2010/main" val="93002569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431</TotalTime>
  <Words>2265</Words>
  <Application>Microsoft Office PowerPoint</Application>
  <PresentationFormat>Widescreen</PresentationFormat>
  <Paragraphs>323</Paragraphs>
  <Slides>39</Slides>
  <Notes>19</Notes>
  <HiddenSlides>0</HiddenSlides>
  <MMClips>0</MMClips>
  <ScaleCrop>false</ScaleCrop>
  <HeadingPairs>
    <vt:vector size="6" baseType="variant">
      <vt:variant>
        <vt:lpstr>Fonts Used</vt:lpstr>
      </vt:variant>
      <vt:variant>
        <vt:i4>15</vt:i4>
      </vt:variant>
      <vt:variant>
        <vt:lpstr>Theme</vt:lpstr>
      </vt:variant>
      <vt:variant>
        <vt:i4>1</vt:i4>
      </vt:variant>
      <vt:variant>
        <vt:lpstr>Slide Titles</vt:lpstr>
      </vt:variant>
      <vt:variant>
        <vt:i4>39</vt:i4>
      </vt:variant>
    </vt:vector>
  </HeadingPairs>
  <TitlesOfParts>
    <vt:vector size="55" baseType="lpstr">
      <vt:lpstr>Arial</vt:lpstr>
      <vt:lpstr>AvantGarde</vt:lpstr>
      <vt:lpstr>Calibri</vt:lpstr>
      <vt:lpstr>Calibri Light</vt:lpstr>
      <vt:lpstr>Courier</vt:lpstr>
      <vt:lpstr>Courier New</vt:lpstr>
      <vt:lpstr>CourierStd-Bold</vt:lpstr>
      <vt:lpstr>FrutigerLTStd-BoldCn</vt:lpstr>
      <vt:lpstr>FrutigerLTStd-Light</vt:lpstr>
      <vt:lpstr>MathematicalPiLTStd-1</vt:lpstr>
      <vt:lpstr>Tahoma</vt:lpstr>
      <vt:lpstr>Times New Roman</vt:lpstr>
      <vt:lpstr>Verdana</vt:lpstr>
      <vt:lpstr>WarnockPro-Bold</vt:lpstr>
      <vt:lpstr>WarnockPro-Regular</vt:lpstr>
      <vt:lpstr>Office Theme</vt:lpstr>
      <vt:lpstr>Course Title: Programming Fundamentals Course Code: CS141</vt:lpstr>
      <vt:lpstr>An Overview of Computers and Programming Languages</vt:lpstr>
      <vt:lpstr>Reference</vt:lpstr>
      <vt:lpstr>Computer Languages</vt:lpstr>
      <vt:lpstr>Computer Languages (Cont.)</vt:lpstr>
      <vt:lpstr>Computer Languages (Cont.)</vt:lpstr>
      <vt:lpstr>My first C++ program</vt:lpstr>
      <vt:lpstr>Processing a C++ Program </vt:lpstr>
      <vt:lpstr>Processing a C++ Program (Cont.)</vt:lpstr>
      <vt:lpstr>The Problem Analysis–Coding–Execution Cycle</vt:lpstr>
      <vt:lpstr>The Problem Analysis–Coding–Execution Cycle (Cont.)</vt:lpstr>
      <vt:lpstr>Graphic representation of the problem-solving process</vt:lpstr>
      <vt:lpstr>Programming Tools</vt:lpstr>
      <vt:lpstr>Algorithm</vt:lpstr>
      <vt:lpstr>Example 1</vt:lpstr>
      <vt:lpstr>Example 1 (Cont.)</vt:lpstr>
      <vt:lpstr>Example 2</vt:lpstr>
      <vt:lpstr>Algorithm</vt:lpstr>
      <vt:lpstr>Flowcharts</vt:lpstr>
      <vt:lpstr>Flowchart symbols</vt:lpstr>
      <vt:lpstr>Flowchart symbols</vt:lpstr>
      <vt:lpstr>Flowchart example</vt:lpstr>
      <vt:lpstr>Pseudocode</vt:lpstr>
      <vt:lpstr>Pseudocode example</vt:lpstr>
      <vt:lpstr>Hierarchy charts example</vt:lpstr>
      <vt:lpstr>Divide-and-conquer method</vt:lpstr>
      <vt:lpstr>PowerPoint Presentation</vt:lpstr>
      <vt:lpstr>PowerPoint Presentation</vt:lpstr>
      <vt:lpstr>PowerPoint Presentation</vt:lpstr>
      <vt:lpstr>PowerPoint Presentation</vt:lpstr>
      <vt:lpstr>Examples</vt:lpstr>
      <vt:lpstr>Examples (Cont.)</vt:lpstr>
      <vt:lpstr>Examples (Cont.)</vt:lpstr>
      <vt:lpstr>Examples (Cont.)</vt:lpstr>
      <vt:lpstr>Examples (Cont.)</vt:lpstr>
      <vt:lpstr>Examples (Cont.)</vt:lpstr>
      <vt:lpstr>Examples (Cont.)</vt:lpstr>
      <vt:lpstr>Examples (Cont.)</vt:lpstr>
      <vt:lpstr>Programming Methodologies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 Overview of Computers and Programming Languages</dc:title>
  <dc:creator>Khaled Hussain</dc:creator>
  <cp:lastModifiedBy>Ahmed Moamen</cp:lastModifiedBy>
  <cp:revision>22</cp:revision>
  <dcterms:created xsi:type="dcterms:W3CDTF">2021-07-04T10:46:44Z</dcterms:created>
  <dcterms:modified xsi:type="dcterms:W3CDTF">2026-03-09T18:55:39Z</dcterms:modified>
</cp:coreProperties>
</file>